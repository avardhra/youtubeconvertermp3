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38"/>
  </p:notesMasterIdLst>
  <p:sldIdLst>
    <p:sldId id="256" r:id="rId2"/>
    <p:sldId id="257" r:id="rId3"/>
    <p:sldId id="261" r:id="rId4"/>
    <p:sldId id="282" r:id="rId5"/>
    <p:sldId id="262" r:id="rId6"/>
    <p:sldId id="351" r:id="rId7"/>
    <p:sldId id="263" r:id="rId8"/>
    <p:sldId id="352" r:id="rId9"/>
    <p:sldId id="345" r:id="rId10"/>
    <p:sldId id="264" r:id="rId11"/>
    <p:sldId id="265" r:id="rId12"/>
    <p:sldId id="266" r:id="rId13"/>
    <p:sldId id="346" r:id="rId14"/>
    <p:sldId id="347" r:id="rId15"/>
    <p:sldId id="348" r:id="rId16"/>
    <p:sldId id="350" r:id="rId17"/>
    <p:sldId id="349" r:id="rId18"/>
    <p:sldId id="353" r:id="rId19"/>
    <p:sldId id="355" r:id="rId20"/>
    <p:sldId id="357" r:id="rId21"/>
    <p:sldId id="356" r:id="rId22"/>
    <p:sldId id="359" r:id="rId23"/>
    <p:sldId id="360" r:id="rId24"/>
    <p:sldId id="361" r:id="rId25"/>
    <p:sldId id="362" r:id="rId26"/>
    <p:sldId id="363" r:id="rId27"/>
    <p:sldId id="364" r:id="rId28"/>
    <p:sldId id="366" r:id="rId29"/>
    <p:sldId id="365" r:id="rId30"/>
    <p:sldId id="367" r:id="rId31"/>
    <p:sldId id="368" r:id="rId32"/>
    <p:sldId id="369" r:id="rId33"/>
    <p:sldId id="371" r:id="rId34"/>
    <p:sldId id="370" r:id="rId35"/>
    <p:sldId id="372" r:id="rId36"/>
    <p:sldId id="344" r:id="rId37"/>
  </p:sldIdLst>
  <p:sldSz cx="9144000" cy="5143500" type="screen16x9"/>
  <p:notesSz cx="6858000" cy="9144000"/>
  <p:embeddedFontLst>
    <p:embeddedFont>
      <p:font typeface="Hanken Grotesk" pitchFamily="2" charset="77"/>
      <p:regular r:id="rId39"/>
      <p:bold r:id="rId40"/>
      <p:italic r:id="rId41"/>
      <p:boldItalic r:id="rId42"/>
    </p:embeddedFont>
    <p:embeddedFont>
      <p:font typeface="Raleway Black" pitchFamily="2" charset="77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3AAB52-F750-3942-81AC-5B156F9700B6}" v="141" dt="2026-02-17T13:28:55.233"/>
  </p1510:revLst>
</p1510:revInfo>
</file>

<file path=ppt/tableStyles.xml><?xml version="1.0" encoding="utf-8"?>
<a:tblStyleLst xmlns:a="http://schemas.openxmlformats.org/drawingml/2006/main" def="{41DC9C12-13C3-427B-B50E-1C3D4F8C5AD2}">
  <a:tblStyle styleId="{41DC9C12-13C3-427B-B50E-1C3D4F8C5AD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BF4544-FA5A-43D9-B672-1B4FEF5A12F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54"/>
    <p:restoredTop sz="90479" autoAdjust="0"/>
  </p:normalViewPr>
  <p:slideViewPr>
    <p:cSldViewPr snapToGrid="0">
      <p:cViewPr>
        <p:scale>
          <a:sx n="110" d="100"/>
          <a:sy n="110" d="100"/>
        </p:scale>
        <p:origin x="2288" y="12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tanto Tantriawan" userId="82e33306d5002250" providerId="LiveId" clId="{5753A697-1038-5003-83F6-CC341650460F}"/>
    <pc:docChg chg="undo redo custSel addSld delSld modSld sldOrd">
      <pc:chgData name="Hartanto Tantriawan" userId="82e33306d5002250" providerId="LiveId" clId="{5753A697-1038-5003-83F6-CC341650460F}" dt="2026-02-17T13:28:55.233" v="5753"/>
      <pc:docMkLst>
        <pc:docMk/>
      </pc:docMkLst>
      <pc:sldChg chg="modSp mod">
        <pc:chgData name="Hartanto Tantriawan" userId="82e33306d5002250" providerId="LiveId" clId="{5753A697-1038-5003-83F6-CC341650460F}" dt="2026-02-17T12:20:49.625" v="4823" actId="1035"/>
        <pc:sldMkLst>
          <pc:docMk/>
          <pc:sldMk cId="0" sldId="256"/>
        </pc:sldMkLst>
        <pc:spChg chg="mod">
          <ac:chgData name="Hartanto Tantriawan" userId="82e33306d5002250" providerId="LiveId" clId="{5753A697-1038-5003-83F6-CC341650460F}" dt="2026-02-17T12:20:49.625" v="4823" actId="1035"/>
          <ac:spMkLst>
            <pc:docMk/>
            <pc:sldMk cId="0" sldId="256"/>
            <ac:spMk id="662" creationId="{00000000-0000-0000-0000-000000000000}"/>
          </ac:spMkLst>
        </pc:spChg>
      </pc:sldChg>
      <pc:sldChg chg="modSp add del mod">
        <pc:chgData name="Hartanto Tantriawan" userId="82e33306d5002250" providerId="LiveId" clId="{5753A697-1038-5003-83F6-CC341650460F}" dt="2026-02-17T07:02:02.708" v="3540" actId="20577"/>
        <pc:sldMkLst>
          <pc:docMk/>
          <pc:sldMk cId="0" sldId="257"/>
        </pc:sldMkLst>
        <pc:spChg chg="mod">
          <ac:chgData name="Hartanto Tantriawan" userId="82e33306d5002250" providerId="LiveId" clId="{5753A697-1038-5003-83F6-CC341650460F}" dt="2026-02-10T13:41:15.380" v="349" actId="20577"/>
          <ac:spMkLst>
            <pc:docMk/>
            <pc:sldMk cId="0" sldId="257"/>
            <ac:spMk id="699" creationId="{00000000-0000-0000-0000-000000000000}"/>
          </ac:spMkLst>
        </pc:spChg>
        <pc:spChg chg="mod">
          <ac:chgData name="Hartanto Tantriawan" userId="82e33306d5002250" providerId="LiveId" clId="{5753A697-1038-5003-83F6-CC341650460F}" dt="2026-02-17T07:02:02.708" v="3540" actId="20577"/>
          <ac:spMkLst>
            <pc:docMk/>
            <pc:sldMk cId="0" sldId="257"/>
            <ac:spMk id="700" creationId="{00000000-0000-0000-0000-000000000000}"/>
          </ac:spMkLst>
        </pc:spChg>
      </pc:sldChg>
      <pc:sldChg chg="modSp add del mod">
        <pc:chgData name="Hartanto Tantriawan" userId="82e33306d5002250" providerId="LiveId" clId="{5753A697-1038-5003-83F6-CC341650460F}" dt="2026-02-17T07:05:38.965" v="3591" actId="207"/>
        <pc:sldMkLst>
          <pc:docMk/>
          <pc:sldMk cId="0" sldId="261"/>
        </pc:sldMkLst>
        <pc:spChg chg="mod">
          <ac:chgData name="Hartanto Tantriawan" userId="82e33306d5002250" providerId="LiveId" clId="{5753A697-1038-5003-83F6-CC341650460F}" dt="2026-02-17T07:03:08.982" v="3553" actId="20577"/>
          <ac:spMkLst>
            <pc:docMk/>
            <pc:sldMk cId="0" sldId="261"/>
            <ac:spMk id="761" creationId="{00000000-0000-0000-0000-000000000000}"/>
          </ac:spMkLst>
        </pc:spChg>
        <pc:spChg chg="mod">
          <ac:chgData name="Hartanto Tantriawan" userId="82e33306d5002250" providerId="LiveId" clId="{5753A697-1038-5003-83F6-CC341650460F}" dt="2026-02-17T07:05:38.965" v="3591" actId="207"/>
          <ac:spMkLst>
            <pc:docMk/>
            <pc:sldMk cId="0" sldId="261"/>
            <ac:spMk id="763" creationId="{00000000-0000-0000-0000-000000000000}"/>
          </ac:spMkLst>
        </pc:spChg>
      </pc:sldChg>
      <pc:sldChg chg="addSp modSp add mod modNotesTx">
        <pc:chgData name="Hartanto Tantriawan" userId="82e33306d5002250" providerId="LiveId" clId="{5753A697-1038-5003-83F6-CC341650460F}" dt="2026-02-17T07:06:08.217" v="3623"/>
        <pc:sldMkLst>
          <pc:docMk/>
          <pc:sldMk cId="1085714179" sldId="262"/>
        </pc:sldMkLst>
        <pc:spChg chg="mod">
          <ac:chgData name="Hartanto Tantriawan" userId="82e33306d5002250" providerId="LiveId" clId="{5753A697-1038-5003-83F6-CC341650460F}" dt="2026-02-17T07:06:01.322" v="3621" actId="20577"/>
          <ac:spMkLst>
            <pc:docMk/>
            <pc:sldMk cId="1085714179" sldId="262"/>
            <ac:spMk id="761" creationId="{9F1BD391-3D35-3A1A-8DCE-61EFCD31F0C0}"/>
          </ac:spMkLst>
        </pc:spChg>
        <pc:spChg chg="mod">
          <ac:chgData name="Hartanto Tantriawan" userId="82e33306d5002250" providerId="LiveId" clId="{5753A697-1038-5003-83F6-CC341650460F}" dt="2026-02-17T07:06:03.207" v="3622" actId="20577"/>
          <ac:spMkLst>
            <pc:docMk/>
            <pc:sldMk cId="1085714179" sldId="262"/>
            <ac:spMk id="763" creationId="{81503879-83D6-EE83-31F9-F68B28ABBB65}"/>
          </ac:spMkLst>
        </pc:spChg>
        <pc:picChg chg="add mod">
          <ac:chgData name="Hartanto Tantriawan" userId="82e33306d5002250" providerId="LiveId" clId="{5753A697-1038-5003-83F6-CC341650460F}" dt="2026-02-17T07:06:08.217" v="3623"/>
          <ac:picMkLst>
            <pc:docMk/>
            <pc:sldMk cId="1085714179" sldId="262"/>
            <ac:picMk id="2" creationId="{63F90A5E-50AF-F97B-81C4-5CF2015DBB58}"/>
          </ac:picMkLst>
        </pc:picChg>
      </pc:sldChg>
      <pc:sldChg chg="addSp delSp modSp add mod">
        <pc:chgData name="Hartanto Tantriawan" userId="82e33306d5002250" providerId="LiveId" clId="{5753A697-1038-5003-83F6-CC341650460F}" dt="2026-02-17T07:06:47.045" v="3663" actId="5793"/>
        <pc:sldMkLst>
          <pc:docMk/>
          <pc:sldMk cId="230659164" sldId="263"/>
        </pc:sldMkLst>
        <pc:spChg chg="mod">
          <ac:chgData name="Hartanto Tantriawan" userId="82e33306d5002250" providerId="LiveId" clId="{5753A697-1038-5003-83F6-CC341650460F}" dt="2026-02-17T07:06:22.820" v="3656" actId="20577"/>
          <ac:spMkLst>
            <pc:docMk/>
            <pc:sldMk cId="230659164" sldId="263"/>
            <ac:spMk id="761" creationId="{2D5E17C8-73F8-FFD0-CDA3-CB273FFC7F63}"/>
          </ac:spMkLst>
        </pc:spChg>
        <pc:spChg chg="mod">
          <ac:chgData name="Hartanto Tantriawan" userId="82e33306d5002250" providerId="LiveId" clId="{5753A697-1038-5003-83F6-CC341650460F}" dt="2026-02-17T07:06:47.045" v="3663" actId="5793"/>
          <ac:spMkLst>
            <pc:docMk/>
            <pc:sldMk cId="230659164" sldId="263"/>
            <ac:spMk id="763" creationId="{AAFAA5A8-896C-3014-1F8B-9CE2DFF71B55}"/>
          </ac:spMkLst>
        </pc:spChg>
        <pc:picChg chg="add del mod">
          <ac:chgData name="Hartanto Tantriawan" userId="82e33306d5002250" providerId="LiveId" clId="{5753A697-1038-5003-83F6-CC341650460F}" dt="2026-02-17T07:06:32.307" v="3658" actId="478"/>
          <ac:picMkLst>
            <pc:docMk/>
            <pc:sldMk cId="230659164" sldId="263"/>
            <ac:picMk id="2" creationId="{D70CC287-CAC5-EAEF-A605-5D43BD2124A2}"/>
          </ac:picMkLst>
        </pc:picChg>
        <pc:picChg chg="add mod">
          <ac:chgData name="Hartanto Tantriawan" userId="82e33306d5002250" providerId="LiveId" clId="{5753A697-1038-5003-83F6-CC341650460F}" dt="2026-02-17T07:06:43.888" v="3662" actId="1076"/>
          <ac:picMkLst>
            <pc:docMk/>
            <pc:sldMk cId="230659164" sldId="263"/>
            <ac:picMk id="3" creationId="{E5A55801-FF52-5106-AC16-343E2601F54D}"/>
          </ac:picMkLst>
        </pc:picChg>
      </pc:sldChg>
      <pc:sldChg chg="addSp delSp modSp add mod">
        <pc:chgData name="Hartanto Tantriawan" userId="82e33306d5002250" providerId="LiveId" clId="{5753A697-1038-5003-83F6-CC341650460F}" dt="2026-02-17T07:09:37.312" v="3712" actId="207"/>
        <pc:sldMkLst>
          <pc:docMk/>
          <pc:sldMk cId="2319009572" sldId="264"/>
        </pc:sldMkLst>
        <pc:spChg chg="add">
          <ac:chgData name="Hartanto Tantriawan" userId="82e33306d5002250" providerId="LiveId" clId="{5753A697-1038-5003-83F6-CC341650460F}" dt="2026-02-17T07:08:23.593" v="3688"/>
          <ac:spMkLst>
            <pc:docMk/>
            <pc:sldMk cId="2319009572" sldId="264"/>
            <ac:spMk id="2" creationId="{25601BCF-F64C-D388-29E4-9333EE4C27D5}"/>
          </ac:spMkLst>
        </pc:spChg>
        <pc:spChg chg="add mod">
          <ac:chgData name="Hartanto Tantriawan" userId="82e33306d5002250" providerId="LiveId" clId="{5753A697-1038-5003-83F6-CC341650460F}" dt="2026-02-17T07:09:37.312" v="3712" actId="207"/>
          <ac:spMkLst>
            <pc:docMk/>
            <pc:sldMk cId="2319009572" sldId="264"/>
            <ac:spMk id="4" creationId="{0AC33F1B-04FE-5CA2-122B-D718733FEED6}"/>
          </ac:spMkLst>
        </pc:spChg>
        <pc:spChg chg="mod">
          <ac:chgData name="Hartanto Tantriawan" userId="82e33306d5002250" providerId="LiveId" clId="{5753A697-1038-5003-83F6-CC341650460F}" dt="2026-02-17T07:07:52.880" v="3686" actId="20577"/>
          <ac:spMkLst>
            <pc:docMk/>
            <pc:sldMk cId="2319009572" sldId="264"/>
            <ac:spMk id="761" creationId="{0541A818-2384-5DBE-8938-21160DE137B8}"/>
          </ac:spMkLst>
        </pc:spChg>
        <pc:spChg chg="del mod">
          <ac:chgData name="Hartanto Tantriawan" userId="82e33306d5002250" providerId="LiveId" clId="{5753A697-1038-5003-83F6-CC341650460F}" dt="2026-02-17T07:08:26.549" v="3690"/>
          <ac:spMkLst>
            <pc:docMk/>
            <pc:sldMk cId="2319009572" sldId="264"/>
            <ac:spMk id="763" creationId="{C71311C7-74D3-518E-69A7-F0054268CD91}"/>
          </ac:spMkLst>
        </pc:spChg>
        <pc:picChg chg="add del mod">
          <ac:chgData name="Hartanto Tantriawan" userId="82e33306d5002250" providerId="LiveId" clId="{5753A697-1038-5003-83F6-CC341650460F}" dt="2026-02-17T07:07:55.405" v="3687" actId="478"/>
          <ac:picMkLst>
            <pc:docMk/>
            <pc:sldMk cId="2319009572" sldId="264"/>
            <ac:picMk id="3" creationId="{015C71F6-E0E8-7939-04A4-DD64EAA4915A}"/>
          </ac:picMkLst>
        </pc:picChg>
      </pc:sldChg>
      <pc:sldChg chg="addSp delSp modSp add mod">
        <pc:chgData name="Hartanto Tantriawan" userId="82e33306d5002250" providerId="LiveId" clId="{5753A697-1038-5003-83F6-CC341650460F}" dt="2026-02-17T07:10:39.748" v="3804" actId="5793"/>
        <pc:sldMkLst>
          <pc:docMk/>
          <pc:sldMk cId="3484795831" sldId="265"/>
        </pc:sldMkLst>
        <pc:spChg chg="mod">
          <ac:chgData name="Hartanto Tantriawan" userId="82e33306d5002250" providerId="LiveId" clId="{5753A697-1038-5003-83F6-CC341650460F}" dt="2026-02-17T07:10:07.762" v="3741" actId="20577"/>
          <ac:spMkLst>
            <pc:docMk/>
            <pc:sldMk cId="3484795831" sldId="265"/>
            <ac:spMk id="761" creationId="{B8E494D7-8F96-144B-4F0B-2A187E484FAC}"/>
          </ac:spMkLst>
        </pc:spChg>
        <pc:spChg chg="mod">
          <ac:chgData name="Hartanto Tantriawan" userId="82e33306d5002250" providerId="LiveId" clId="{5753A697-1038-5003-83F6-CC341650460F}" dt="2026-02-17T07:10:39.748" v="3804" actId="5793"/>
          <ac:spMkLst>
            <pc:docMk/>
            <pc:sldMk cId="3484795831" sldId="265"/>
            <ac:spMk id="763" creationId="{FC68AFE9-ACD9-5E3B-4258-52080FDDD65B}"/>
          </ac:spMkLst>
        </pc:spChg>
        <pc:picChg chg="add del mod">
          <ac:chgData name="Hartanto Tantriawan" userId="82e33306d5002250" providerId="LiveId" clId="{5753A697-1038-5003-83F6-CC341650460F}" dt="2026-02-17T07:10:28.360" v="3801" actId="478"/>
          <ac:picMkLst>
            <pc:docMk/>
            <pc:sldMk cId="3484795831" sldId="265"/>
            <ac:picMk id="2" creationId="{1E1D14FA-6F5C-7779-B55E-4B6D084BAF36}"/>
          </ac:picMkLst>
        </pc:picChg>
        <pc:picChg chg="add mod">
          <ac:chgData name="Hartanto Tantriawan" userId="82e33306d5002250" providerId="LiveId" clId="{5753A697-1038-5003-83F6-CC341650460F}" dt="2026-02-17T07:10:35.272" v="3803" actId="1076"/>
          <ac:picMkLst>
            <pc:docMk/>
            <pc:sldMk cId="3484795831" sldId="265"/>
            <ac:picMk id="3" creationId="{6C53C803-721A-80BD-E4AD-7AABEE339E62}"/>
          </ac:picMkLst>
        </pc:picChg>
      </pc:sldChg>
      <pc:sldChg chg="addSp delSp modSp add mod">
        <pc:chgData name="Hartanto Tantriawan" userId="82e33306d5002250" providerId="LiveId" clId="{5753A697-1038-5003-83F6-CC341650460F}" dt="2026-02-17T07:12:40.709" v="3863" actId="14100"/>
        <pc:sldMkLst>
          <pc:docMk/>
          <pc:sldMk cId="974546647" sldId="266"/>
        </pc:sldMkLst>
        <pc:spChg chg="add mod">
          <ac:chgData name="Hartanto Tantriawan" userId="82e33306d5002250" providerId="LiveId" clId="{5753A697-1038-5003-83F6-CC341650460F}" dt="2026-02-17T07:12:40.709" v="3863" actId="14100"/>
          <ac:spMkLst>
            <pc:docMk/>
            <pc:sldMk cId="974546647" sldId="266"/>
            <ac:spMk id="2" creationId="{4E690CC6-41E6-6436-6D30-B6B8FC5C04C6}"/>
          </ac:spMkLst>
        </pc:spChg>
        <pc:spChg chg="mod">
          <ac:chgData name="Hartanto Tantriawan" userId="82e33306d5002250" providerId="LiveId" clId="{5753A697-1038-5003-83F6-CC341650460F}" dt="2026-02-17T07:11:21.126" v="3849" actId="207"/>
          <ac:spMkLst>
            <pc:docMk/>
            <pc:sldMk cId="974546647" sldId="266"/>
            <ac:spMk id="761" creationId="{501861B8-40AF-D40C-7401-656766455A31}"/>
          </ac:spMkLst>
        </pc:spChg>
        <pc:spChg chg="del mod">
          <ac:chgData name="Hartanto Tantriawan" userId="82e33306d5002250" providerId="LiveId" clId="{5753A697-1038-5003-83F6-CC341650460F}" dt="2026-02-17T07:11:39.965" v="3852"/>
          <ac:spMkLst>
            <pc:docMk/>
            <pc:sldMk cId="974546647" sldId="266"/>
            <ac:spMk id="763" creationId="{B1971274-2553-A2BE-2D85-6188428CE2DB}"/>
          </ac:spMkLst>
        </pc:spChg>
      </pc:sldChg>
      <pc:sldChg chg="modSp add del mod">
        <pc:chgData name="Hartanto Tantriawan" userId="82e33306d5002250" providerId="LiveId" clId="{5753A697-1038-5003-83F6-CC341650460F}" dt="2026-02-17T07:54:25.310" v="3868" actId="2696"/>
        <pc:sldMkLst>
          <pc:docMk/>
          <pc:sldMk cId="547572928" sldId="267"/>
        </pc:sldMkLst>
      </pc:sldChg>
      <pc:sldChg chg="modSp add del mod">
        <pc:chgData name="Hartanto Tantriawan" userId="82e33306d5002250" providerId="LiveId" clId="{5753A697-1038-5003-83F6-CC341650460F}" dt="2026-02-17T07:54:25.326" v="3869" actId="2696"/>
        <pc:sldMkLst>
          <pc:docMk/>
          <pc:sldMk cId="914356941" sldId="268"/>
        </pc:sldMkLst>
      </pc:sldChg>
      <pc:sldChg chg="modSp add del mod">
        <pc:chgData name="Hartanto Tantriawan" userId="82e33306d5002250" providerId="LiveId" clId="{5753A697-1038-5003-83F6-CC341650460F}" dt="2026-02-17T07:54:25.342" v="3870" actId="2696"/>
        <pc:sldMkLst>
          <pc:docMk/>
          <pc:sldMk cId="303439489" sldId="269"/>
        </pc:sldMkLst>
      </pc:sldChg>
      <pc:sldChg chg="modSp add del mod">
        <pc:chgData name="Hartanto Tantriawan" userId="82e33306d5002250" providerId="LiveId" clId="{5753A697-1038-5003-83F6-CC341650460F}" dt="2026-02-17T07:54:25.358" v="3871" actId="2696"/>
        <pc:sldMkLst>
          <pc:docMk/>
          <pc:sldMk cId="3272611056" sldId="270"/>
        </pc:sldMkLst>
      </pc:sldChg>
      <pc:sldChg chg="modSp add del mod">
        <pc:chgData name="Hartanto Tantriawan" userId="82e33306d5002250" providerId="LiveId" clId="{5753A697-1038-5003-83F6-CC341650460F}" dt="2026-02-17T07:54:25.373" v="3872" actId="2696"/>
        <pc:sldMkLst>
          <pc:docMk/>
          <pc:sldMk cId="370054561" sldId="271"/>
        </pc:sldMkLst>
      </pc:sldChg>
      <pc:sldChg chg="modSp add del mod">
        <pc:chgData name="Hartanto Tantriawan" userId="82e33306d5002250" providerId="LiveId" clId="{5753A697-1038-5003-83F6-CC341650460F}" dt="2026-02-17T07:54:25.386" v="3873" actId="2696"/>
        <pc:sldMkLst>
          <pc:docMk/>
          <pc:sldMk cId="2683251322" sldId="272"/>
        </pc:sldMkLst>
      </pc:sldChg>
      <pc:sldChg chg="modSp add del mod">
        <pc:chgData name="Hartanto Tantriawan" userId="82e33306d5002250" providerId="LiveId" clId="{5753A697-1038-5003-83F6-CC341650460F}" dt="2026-02-17T07:54:25.403" v="3874" actId="2696"/>
        <pc:sldMkLst>
          <pc:docMk/>
          <pc:sldMk cId="2873639651" sldId="273"/>
        </pc:sldMkLst>
      </pc:sldChg>
      <pc:sldChg chg="addSp delSp modSp add del mod">
        <pc:chgData name="Hartanto Tantriawan" userId="82e33306d5002250" providerId="LiveId" clId="{5753A697-1038-5003-83F6-CC341650460F}" dt="2026-02-17T07:54:25.420" v="3875" actId="2696"/>
        <pc:sldMkLst>
          <pc:docMk/>
          <pc:sldMk cId="2824108666" sldId="274"/>
        </pc:sldMkLst>
      </pc:sldChg>
      <pc:sldChg chg="addSp delSp modSp add del mod">
        <pc:chgData name="Hartanto Tantriawan" userId="82e33306d5002250" providerId="LiveId" clId="{5753A697-1038-5003-83F6-CC341650460F}" dt="2026-02-17T07:54:25.445" v="3876" actId="2696"/>
        <pc:sldMkLst>
          <pc:docMk/>
          <pc:sldMk cId="2926755024" sldId="275"/>
        </pc:sldMkLst>
      </pc:sldChg>
      <pc:sldChg chg="addSp delSp modSp add del mod">
        <pc:chgData name="Hartanto Tantriawan" userId="82e33306d5002250" providerId="LiveId" clId="{5753A697-1038-5003-83F6-CC341650460F}" dt="2026-02-17T07:54:25.465" v="3877" actId="2696"/>
        <pc:sldMkLst>
          <pc:docMk/>
          <pc:sldMk cId="3310110973" sldId="276"/>
        </pc:sldMkLst>
      </pc:sldChg>
      <pc:sldChg chg="addSp delSp modSp add del mod">
        <pc:chgData name="Hartanto Tantriawan" userId="82e33306d5002250" providerId="LiveId" clId="{5753A697-1038-5003-83F6-CC341650460F}" dt="2026-02-17T07:54:25.481" v="3878" actId="2696"/>
        <pc:sldMkLst>
          <pc:docMk/>
          <pc:sldMk cId="3013052833" sldId="277"/>
        </pc:sldMkLst>
      </pc:sldChg>
      <pc:sldChg chg="addSp delSp modSp add del mod">
        <pc:chgData name="Hartanto Tantriawan" userId="82e33306d5002250" providerId="LiveId" clId="{5753A697-1038-5003-83F6-CC341650460F}" dt="2026-02-17T07:54:25.501" v="3879" actId="2696"/>
        <pc:sldMkLst>
          <pc:docMk/>
          <pc:sldMk cId="1148989973" sldId="278"/>
        </pc:sldMkLst>
      </pc:sldChg>
      <pc:sldChg chg="addSp delSp modSp add del mod">
        <pc:chgData name="Hartanto Tantriawan" userId="82e33306d5002250" providerId="LiveId" clId="{5753A697-1038-5003-83F6-CC341650460F}" dt="2026-02-17T07:54:25.514" v="3880" actId="2696"/>
        <pc:sldMkLst>
          <pc:docMk/>
          <pc:sldMk cId="4197433343" sldId="279"/>
        </pc:sldMkLst>
      </pc:sldChg>
      <pc:sldChg chg="addSp delSp modSp add del mod">
        <pc:chgData name="Hartanto Tantriawan" userId="82e33306d5002250" providerId="LiveId" clId="{5753A697-1038-5003-83F6-CC341650460F}" dt="2026-02-17T07:54:25.536" v="3881" actId="2696"/>
        <pc:sldMkLst>
          <pc:docMk/>
          <pc:sldMk cId="2678061681" sldId="280"/>
        </pc:sldMkLst>
      </pc:sldChg>
      <pc:sldChg chg="addSp delSp modSp add del mod modClrScheme chgLayout">
        <pc:chgData name="Hartanto Tantriawan" userId="82e33306d5002250" providerId="LiveId" clId="{5753A697-1038-5003-83F6-CC341650460F}" dt="2026-02-17T07:54:25.566" v="3882" actId="2696"/>
        <pc:sldMkLst>
          <pc:docMk/>
          <pc:sldMk cId="3597029534" sldId="281"/>
        </pc:sldMkLst>
      </pc:sldChg>
      <pc:sldChg chg="delSp modSp add mod ord modClrScheme chgLayout">
        <pc:chgData name="Hartanto Tantriawan" userId="82e33306d5002250" providerId="LiveId" clId="{5753A697-1038-5003-83F6-CC341650460F}" dt="2026-02-17T12:06:16.885" v="4561" actId="20578"/>
        <pc:sldMkLst>
          <pc:docMk/>
          <pc:sldMk cId="3976769088" sldId="282"/>
        </pc:sldMkLst>
        <pc:spChg chg="mod">
          <ac:chgData name="Hartanto Tantriawan" userId="82e33306d5002250" providerId="LiveId" clId="{5753A697-1038-5003-83F6-CC341650460F}" dt="2026-02-17T12:05:58.163" v="4557" actId="20577"/>
          <ac:spMkLst>
            <pc:docMk/>
            <pc:sldMk cId="3976769088" sldId="282"/>
            <ac:spMk id="761" creationId="{6873E2DF-65A7-E6B2-98E1-CAEE627DC58C}"/>
          </ac:spMkLst>
        </pc:spChg>
      </pc:sldChg>
      <pc:sldChg chg="delSp modSp add del mod ord">
        <pc:chgData name="Hartanto Tantriawan" userId="82e33306d5002250" providerId="LiveId" clId="{5753A697-1038-5003-83F6-CC341650460F}" dt="2026-02-17T07:54:35.522" v="3883" actId="2696"/>
        <pc:sldMkLst>
          <pc:docMk/>
          <pc:sldMk cId="3140846666" sldId="284"/>
        </pc:sldMkLst>
      </pc:sldChg>
      <pc:sldChg chg="addSp delSp modSp add del mod modClrScheme chgLayout">
        <pc:chgData name="Hartanto Tantriawan" userId="82e33306d5002250" providerId="LiveId" clId="{5753A697-1038-5003-83F6-CC341650460F}" dt="2026-02-17T07:54:35.536" v="3884" actId="2696"/>
        <pc:sldMkLst>
          <pc:docMk/>
          <pc:sldMk cId="2720425545" sldId="285"/>
        </pc:sldMkLst>
      </pc:sldChg>
      <pc:sldChg chg="addSp delSp modSp add del mod">
        <pc:chgData name="Hartanto Tantriawan" userId="82e33306d5002250" providerId="LiveId" clId="{5753A697-1038-5003-83F6-CC341650460F}" dt="2026-02-17T07:54:35.560" v="3885" actId="2696"/>
        <pc:sldMkLst>
          <pc:docMk/>
          <pc:sldMk cId="3078168319" sldId="286"/>
        </pc:sldMkLst>
      </pc:sldChg>
      <pc:sldChg chg="delSp modSp add del mod">
        <pc:chgData name="Hartanto Tantriawan" userId="82e33306d5002250" providerId="LiveId" clId="{5753A697-1038-5003-83F6-CC341650460F}" dt="2026-02-17T07:54:35.585" v="3886" actId="2696"/>
        <pc:sldMkLst>
          <pc:docMk/>
          <pc:sldMk cId="1245336234" sldId="287"/>
        </pc:sldMkLst>
      </pc:sldChg>
      <pc:sldChg chg="modSp add del mod">
        <pc:chgData name="Hartanto Tantriawan" userId="82e33306d5002250" providerId="LiveId" clId="{5753A697-1038-5003-83F6-CC341650460F}" dt="2026-02-17T07:54:35.600" v="3887" actId="2696"/>
        <pc:sldMkLst>
          <pc:docMk/>
          <pc:sldMk cId="238631256" sldId="288"/>
        </pc:sldMkLst>
      </pc:sldChg>
      <pc:sldChg chg="modSp add del mod">
        <pc:chgData name="Hartanto Tantriawan" userId="82e33306d5002250" providerId="LiveId" clId="{5753A697-1038-5003-83F6-CC341650460F}" dt="2026-02-17T07:54:35.613" v="3888" actId="2696"/>
        <pc:sldMkLst>
          <pc:docMk/>
          <pc:sldMk cId="1015322509" sldId="289"/>
        </pc:sldMkLst>
      </pc:sldChg>
      <pc:sldChg chg="addSp modSp add del mod">
        <pc:chgData name="Hartanto Tantriawan" userId="82e33306d5002250" providerId="LiveId" clId="{5753A697-1038-5003-83F6-CC341650460F}" dt="2026-02-17T07:54:35.632" v="3889" actId="2696"/>
        <pc:sldMkLst>
          <pc:docMk/>
          <pc:sldMk cId="2345730293" sldId="290"/>
        </pc:sldMkLst>
      </pc:sldChg>
      <pc:sldChg chg="delSp modSp add del mod">
        <pc:chgData name="Hartanto Tantriawan" userId="82e33306d5002250" providerId="LiveId" clId="{5753A697-1038-5003-83F6-CC341650460F}" dt="2026-02-17T07:54:35.638" v="3890" actId="2696"/>
        <pc:sldMkLst>
          <pc:docMk/>
          <pc:sldMk cId="3743488239" sldId="291"/>
        </pc:sldMkLst>
      </pc:sldChg>
      <pc:sldChg chg="modSp add del mod">
        <pc:chgData name="Hartanto Tantriawan" userId="82e33306d5002250" providerId="LiveId" clId="{5753A697-1038-5003-83F6-CC341650460F}" dt="2026-02-17T07:54:35.669" v="3891" actId="2696"/>
        <pc:sldMkLst>
          <pc:docMk/>
          <pc:sldMk cId="2951857698" sldId="292"/>
        </pc:sldMkLst>
      </pc:sldChg>
      <pc:sldChg chg="modSp add del mod">
        <pc:chgData name="Hartanto Tantriawan" userId="82e33306d5002250" providerId="LiveId" clId="{5753A697-1038-5003-83F6-CC341650460F}" dt="2026-02-17T07:54:35.687" v="3892" actId="2696"/>
        <pc:sldMkLst>
          <pc:docMk/>
          <pc:sldMk cId="1928063789" sldId="293"/>
        </pc:sldMkLst>
      </pc:sldChg>
      <pc:sldChg chg="modSp add del mod">
        <pc:chgData name="Hartanto Tantriawan" userId="82e33306d5002250" providerId="LiveId" clId="{5753A697-1038-5003-83F6-CC341650460F}" dt="2026-02-17T07:54:35.693" v="3893" actId="2696"/>
        <pc:sldMkLst>
          <pc:docMk/>
          <pc:sldMk cId="1143475008" sldId="294"/>
        </pc:sldMkLst>
      </pc:sldChg>
      <pc:sldChg chg="addSp delSp modSp new del mod">
        <pc:chgData name="Hartanto Tantriawan" userId="82e33306d5002250" providerId="LiveId" clId="{5753A697-1038-5003-83F6-CC341650460F}" dt="2026-02-17T07:54:35.698" v="3894" actId="2696"/>
        <pc:sldMkLst>
          <pc:docMk/>
          <pc:sldMk cId="4024834299" sldId="295"/>
        </pc:sldMkLst>
      </pc:sldChg>
      <pc:sldChg chg="addSp delSp modSp add del mod">
        <pc:chgData name="Hartanto Tantriawan" userId="82e33306d5002250" providerId="LiveId" clId="{5753A697-1038-5003-83F6-CC341650460F}" dt="2026-02-17T07:54:35.702" v="3895" actId="2696"/>
        <pc:sldMkLst>
          <pc:docMk/>
          <pc:sldMk cId="4265234767" sldId="296"/>
        </pc:sldMkLst>
      </pc:sldChg>
      <pc:sldChg chg="addSp delSp modSp add del mod">
        <pc:chgData name="Hartanto Tantriawan" userId="82e33306d5002250" providerId="LiveId" clId="{5753A697-1038-5003-83F6-CC341650460F}" dt="2026-02-17T07:54:35.711" v="3896" actId="2696"/>
        <pc:sldMkLst>
          <pc:docMk/>
          <pc:sldMk cId="1142196627" sldId="297"/>
        </pc:sldMkLst>
      </pc:sldChg>
      <pc:sldChg chg="modSp add del mod">
        <pc:chgData name="Hartanto Tantriawan" userId="82e33306d5002250" providerId="LiveId" clId="{5753A697-1038-5003-83F6-CC341650460F}" dt="2026-02-17T07:54:35.737" v="3897" actId="2696"/>
        <pc:sldMkLst>
          <pc:docMk/>
          <pc:sldMk cId="1611473868" sldId="298"/>
        </pc:sldMkLst>
      </pc:sldChg>
      <pc:sldChg chg="addSp modSp add del mod">
        <pc:chgData name="Hartanto Tantriawan" userId="82e33306d5002250" providerId="LiveId" clId="{5753A697-1038-5003-83F6-CC341650460F}" dt="2026-02-17T07:54:35.760" v="3898" actId="2696"/>
        <pc:sldMkLst>
          <pc:docMk/>
          <pc:sldMk cId="1652893574" sldId="299"/>
        </pc:sldMkLst>
      </pc:sldChg>
      <pc:sldChg chg="addSp modSp add del mod">
        <pc:chgData name="Hartanto Tantriawan" userId="82e33306d5002250" providerId="LiveId" clId="{5753A697-1038-5003-83F6-CC341650460F}" dt="2026-02-17T07:54:35.778" v="3899" actId="2696"/>
        <pc:sldMkLst>
          <pc:docMk/>
          <pc:sldMk cId="2600214968" sldId="300"/>
        </pc:sldMkLst>
      </pc:sldChg>
      <pc:sldChg chg="addSp modSp add del mod">
        <pc:chgData name="Hartanto Tantriawan" userId="82e33306d5002250" providerId="LiveId" clId="{5753A697-1038-5003-83F6-CC341650460F}" dt="2026-02-17T07:54:35.782" v="3900" actId="2696"/>
        <pc:sldMkLst>
          <pc:docMk/>
          <pc:sldMk cId="1042539074" sldId="301"/>
        </pc:sldMkLst>
      </pc:sldChg>
      <pc:sldChg chg="modSp add del mod">
        <pc:chgData name="Hartanto Tantriawan" userId="82e33306d5002250" providerId="LiveId" clId="{5753A697-1038-5003-83F6-CC341650460F}" dt="2026-02-17T07:54:35.800" v="3901" actId="2696"/>
        <pc:sldMkLst>
          <pc:docMk/>
          <pc:sldMk cId="3836869415" sldId="302"/>
        </pc:sldMkLst>
      </pc:sldChg>
      <pc:sldChg chg="modSp add del mod">
        <pc:chgData name="Hartanto Tantriawan" userId="82e33306d5002250" providerId="LiveId" clId="{5753A697-1038-5003-83F6-CC341650460F}" dt="2026-02-17T07:54:35.806" v="3902" actId="2696"/>
        <pc:sldMkLst>
          <pc:docMk/>
          <pc:sldMk cId="657897102" sldId="303"/>
        </pc:sldMkLst>
      </pc:sldChg>
      <pc:sldChg chg="modSp add del mod">
        <pc:chgData name="Hartanto Tantriawan" userId="82e33306d5002250" providerId="LiveId" clId="{5753A697-1038-5003-83F6-CC341650460F}" dt="2026-02-17T07:54:35.823" v="3903" actId="2696"/>
        <pc:sldMkLst>
          <pc:docMk/>
          <pc:sldMk cId="983748440" sldId="304"/>
        </pc:sldMkLst>
      </pc:sldChg>
      <pc:sldChg chg="addSp modSp add del mod modNotesTx">
        <pc:chgData name="Hartanto Tantriawan" userId="82e33306d5002250" providerId="LiveId" clId="{5753A697-1038-5003-83F6-CC341650460F}" dt="2026-02-17T07:54:35.837" v="3904" actId="2696"/>
        <pc:sldMkLst>
          <pc:docMk/>
          <pc:sldMk cId="2620833038" sldId="305"/>
        </pc:sldMkLst>
      </pc:sldChg>
      <pc:sldChg chg="addSp modSp add del mod">
        <pc:chgData name="Hartanto Tantriawan" userId="82e33306d5002250" providerId="LiveId" clId="{5753A697-1038-5003-83F6-CC341650460F}" dt="2026-02-17T07:54:35.860" v="3905" actId="2696"/>
        <pc:sldMkLst>
          <pc:docMk/>
          <pc:sldMk cId="775461368" sldId="306"/>
        </pc:sldMkLst>
      </pc:sldChg>
      <pc:sldChg chg="addSp delSp modSp add del mod">
        <pc:chgData name="Hartanto Tantriawan" userId="82e33306d5002250" providerId="LiveId" clId="{5753A697-1038-5003-83F6-CC341650460F}" dt="2026-02-17T07:54:35.866" v="3906" actId="2696"/>
        <pc:sldMkLst>
          <pc:docMk/>
          <pc:sldMk cId="2324009704" sldId="307"/>
        </pc:sldMkLst>
      </pc:sldChg>
      <pc:sldChg chg="addSp delSp modSp add del mod">
        <pc:chgData name="Hartanto Tantriawan" userId="82e33306d5002250" providerId="LiveId" clId="{5753A697-1038-5003-83F6-CC341650460F}" dt="2026-02-17T07:54:35.872" v="3907" actId="2696"/>
        <pc:sldMkLst>
          <pc:docMk/>
          <pc:sldMk cId="60497181" sldId="308"/>
        </pc:sldMkLst>
      </pc:sldChg>
      <pc:sldChg chg="addSp delSp modSp add del mod">
        <pc:chgData name="Hartanto Tantriawan" userId="82e33306d5002250" providerId="LiveId" clId="{5753A697-1038-5003-83F6-CC341650460F}" dt="2026-02-17T07:54:35.886" v="3908" actId="2696"/>
        <pc:sldMkLst>
          <pc:docMk/>
          <pc:sldMk cId="162654075" sldId="309"/>
        </pc:sldMkLst>
      </pc:sldChg>
      <pc:sldChg chg="addSp delSp modSp add del mod modShow">
        <pc:chgData name="Hartanto Tantriawan" userId="82e33306d5002250" providerId="LiveId" clId="{5753A697-1038-5003-83F6-CC341650460F}" dt="2026-02-17T07:54:35.891" v="3909" actId="2696"/>
        <pc:sldMkLst>
          <pc:docMk/>
          <pc:sldMk cId="3450385404" sldId="310"/>
        </pc:sldMkLst>
      </pc:sldChg>
      <pc:sldChg chg="addSp delSp modSp add del mod">
        <pc:chgData name="Hartanto Tantriawan" userId="82e33306d5002250" providerId="LiveId" clId="{5753A697-1038-5003-83F6-CC341650460F}" dt="2026-02-17T07:54:35.906" v="3910" actId="2696"/>
        <pc:sldMkLst>
          <pc:docMk/>
          <pc:sldMk cId="160041690" sldId="311"/>
        </pc:sldMkLst>
      </pc:sldChg>
      <pc:sldChg chg="addSp delSp modSp add del mod">
        <pc:chgData name="Hartanto Tantriawan" userId="82e33306d5002250" providerId="LiveId" clId="{5753A697-1038-5003-83F6-CC341650460F}" dt="2026-02-17T07:54:35.913" v="3911" actId="2696"/>
        <pc:sldMkLst>
          <pc:docMk/>
          <pc:sldMk cId="1868630981" sldId="312"/>
        </pc:sldMkLst>
      </pc:sldChg>
      <pc:sldChg chg="addSp delSp modSp add del mod">
        <pc:chgData name="Hartanto Tantriawan" userId="82e33306d5002250" providerId="LiveId" clId="{5753A697-1038-5003-83F6-CC341650460F}" dt="2026-02-17T07:54:35.926" v="3912" actId="2696"/>
        <pc:sldMkLst>
          <pc:docMk/>
          <pc:sldMk cId="2007159797" sldId="313"/>
        </pc:sldMkLst>
      </pc:sldChg>
      <pc:sldChg chg="addSp delSp modSp add del mod">
        <pc:chgData name="Hartanto Tantriawan" userId="82e33306d5002250" providerId="LiveId" clId="{5753A697-1038-5003-83F6-CC341650460F}" dt="2026-02-17T07:54:35.939" v="3913" actId="2696"/>
        <pc:sldMkLst>
          <pc:docMk/>
          <pc:sldMk cId="3237046139" sldId="314"/>
        </pc:sldMkLst>
      </pc:sldChg>
      <pc:sldChg chg="modSp add del mod">
        <pc:chgData name="Hartanto Tantriawan" userId="82e33306d5002250" providerId="LiveId" clId="{5753A697-1038-5003-83F6-CC341650460F}" dt="2026-02-17T07:54:35.946" v="3914" actId="2696"/>
        <pc:sldMkLst>
          <pc:docMk/>
          <pc:sldMk cId="45570619" sldId="315"/>
        </pc:sldMkLst>
      </pc:sldChg>
      <pc:sldChg chg="addSp modSp add del mod">
        <pc:chgData name="Hartanto Tantriawan" userId="82e33306d5002250" providerId="LiveId" clId="{5753A697-1038-5003-83F6-CC341650460F}" dt="2026-02-17T07:54:35.960" v="3915" actId="2696"/>
        <pc:sldMkLst>
          <pc:docMk/>
          <pc:sldMk cId="1799584060" sldId="316"/>
        </pc:sldMkLst>
      </pc:sldChg>
      <pc:sldChg chg="modSp add del mod">
        <pc:chgData name="Hartanto Tantriawan" userId="82e33306d5002250" providerId="LiveId" clId="{5753A697-1038-5003-83F6-CC341650460F}" dt="2026-02-17T07:54:35.971" v="3916" actId="2696"/>
        <pc:sldMkLst>
          <pc:docMk/>
          <pc:sldMk cId="2130174700" sldId="317"/>
        </pc:sldMkLst>
      </pc:sldChg>
      <pc:sldChg chg="modSp add del mod">
        <pc:chgData name="Hartanto Tantriawan" userId="82e33306d5002250" providerId="LiveId" clId="{5753A697-1038-5003-83F6-CC341650460F}" dt="2026-02-17T07:54:35.986" v="3917" actId="2696"/>
        <pc:sldMkLst>
          <pc:docMk/>
          <pc:sldMk cId="4032353384" sldId="318"/>
        </pc:sldMkLst>
      </pc:sldChg>
      <pc:sldChg chg="modSp add del mod">
        <pc:chgData name="Hartanto Tantriawan" userId="82e33306d5002250" providerId="LiveId" clId="{5753A697-1038-5003-83F6-CC341650460F}" dt="2026-02-17T07:54:36.002" v="3918" actId="2696"/>
        <pc:sldMkLst>
          <pc:docMk/>
          <pc:sldMk cId="1193973888" sldId="319"/>
        </pc:sldMkLst>
      </pc:sldChg>
      <pc:sldChg chg="modSp add del mod">
        <pc:chgData name="Hartanto Tantriawan" userId="82e33306d5002250" providerId="LiveId" clId="{5753A697-1038-5003-83F6-CC341650460F}" dt="2026-02-17T07:54:36.007" v="3919" actId="2696"/>
        <pc:sldMkLst>
          <pc:docMk/>
          <pc:sldMk cId="2854627090" sldId="320"/>
        </pc:sldMkLst>
      </pc:sldChg>
      <pc:sldChg chg="modSp add del mod">
        <pc:chgData name="Hartanto Tantriawan" userId="82e33306d5002250" providerId="LiveId" clId="{5753A697-1038-5003-83F6-CC341650460F}" dt="2026-02-17T07:54:36.017" v="3920" actId="2696"/>
        <pc:sldMkLst>
          <pc:docMk/>
          <pc:sldMk cId="2490443652" sldId="321"/>
        </pc:sldMkLst>
      </pc:sldChg>
      <pc:sldChg chg="modSp add del mod">
        <pc:chgData name="Hartanto Tantriawan" userId="82e33306d5002250" providerId="LiveId" clId="{5753A697-1038-5003-83F6-CC341650460F}" dt="2026-02-17T07:54:36.031" v="3921" actId="2696"/>
        <pc:sldMkLst>
          <pc:docMk/>
          <pc:sldMk cId="1377808641" sldId="322"/>
        </pc:sldMkLst>
      </pc:sldChg>
      <pc:sldChg chg="modSp add del mod">
        <pc:chgData name="Hartanto Tantriawan" userId="82e33306d5002250" providerId="LiveId" clId="{5753A697-1038-5003-83F6-CC341650460F}" dt="2026-02-17T07:54:36.039" v="3922" actId="2696"/>
        <pc:sldMkLst>
          <pc:docMk/>
          <pc:sldMk cId="2015162233" sldId="323"/>
        </pc:sldMkLst>
      </pc:sldChg>
      <pc:sldChg chg="addSp delSp modSp add del mod">
        <pc:chgData name="Hartanto Tantriawan" userId="82e33306d5002250" providerId="LiveId" clId="{5753A697-1038-5003-83F6-CC341650460F}" dt="2026-02-17T07:54:36.051" v="3923" actId="2696"/>
        <pc:sldMkLst>
          <pc:docMk/>
          <pc:sldMk cId="3963389541" sldId="324"/>
        </pc:sldMkLst>
      </pc:sldChg>
      <pc:sldChg chg="addSp delSp modSp add del mod">
        <pc:chgData name="Hartanto Tantriawan" userId="82e33306d5002250" providerId="LiveId" clId="{5753A697-1038-5003-83F6-CC341650460F}" dt="2026-02-17T07:54:36.056" v="3924" actId="2696"/>
        <pc:sldMkLst>
          <pc:docMk/>
          <pc:sldMk cId="2750093481" sldId="325"/>
        </pc:sldMkLst>
      </pc:sldChg>
      <pc:sldChg chg="addSp delSp modSp add del mod">
        <pc:chgData name="Hartanto Tantriawan" userId="82e33306d5002250" providerId="LiveId" clId="{5753A697-1038-5003-83F6-CC341650460F}" dt="2026-02-17T07:54:36.066" v="3925" actId="2696"/>
        <pc:sldMkLst>
          <pc:docMk/>
          <pc:sldMk cId="4110148619" sldId="326"/>
        </pc:sldMkLst>
      </pc:sldChg>
      <pc:sldChg chg="addSp delSp modSp add del mod">
        <pc:chgData name="Hartanto Tantriawan" userId="82e33306d5002250" providerId="LiveId" clId="{5753A697-1038-5003-83F6-CC341650460F}" dt="2026-02-17T07:54:36.082" v="3926" actId="2696"/>
        <pc:sldMkLst>
          <pc:docMk/>
          <pc:sldMk cId="1242224655" sldId="327"/>
        </pc:sldMkLst>
      </pc:sldChg>
      <pc:sldChg chg="delSp modSp add del mod">
        <pc:chgData name="Hartanto Tantriawan" userId="82e33306d5002250" providerId="LiveId" clId="{5753A697-1038-5003-83F6-CC341650460F}" dt="2026-02-17T07:54:36.095" v="3927" actId="2696"/>
        <pc:sldMkLst>
          <pc:docMk/>
          <pc:sldMk cId="1177238454" sldId="328"/>
        </pc:sldMkLst>
      </pc:sldChg>
      <pc:sldChg chg="addSp modSp add del mod">
        <pc:chgData name="Hartanto Tantriawan" userId="82e33306d5002250" providerId="LiveId" clId="{5753A697-1038-5003-83F6-CC341650460F}" dt="2026-02-17T07:54:36.106" v="3928" actId="2696"/>
        <pc:sldMkLst>
          <pc:docMk/>
          <pc:sldMk cId="1864211959" sldId="329"/>
        </pc:sldMkLst>
      </pc:sldChg>
      <pc:sldChg chg="delSp modSp add del mod">
        <pc:chgData name="Hartanto Tantriawan" userId="82e33306d5002250" providerId="LiveId" clId="{5753A697-1038-5003-83F6-CC341650460F}" dt="2026-02-17T07:54:36.119" v="3929" actId="2696"/>
        <pc:sldMkLst>
          <pc:docMk/>
          <pc:sldMk cId="4065166351" sldId="330"/>
        </pc:sldMkLst>
      </pc:sldChg>
      <pc:sldChg chg="modSp add del mod">
        <pc:chgData name="Hartanto Tantriawan" userId="82e33306d5002250" providerId="LiveId" clId="{5753A697-1038-5003-83F6-CC341650460F}" dt="2026-02-17T07:54:36.125" v="3930" actId="2696"/>
        <pc:sldMkLst>
          <pc:docMk/>
          <pc:sldMk cId="1162541894" sldId="331"/>
        </pc:sldMkLst>
      </pc:sldChg>
      <pc:sldChg chg="addSp modSp add del mod">
        <pc:chgData name="Hartanto Tantriawan" userId="82e33306d5002250" providerId="LiveId" clId="{5753A697-1038-5003-83F6-CC341650460F}" dt="2026-02-17T07:54:36.130" v="3931" actId="2696"/>
        <pc:sldMkLst>
          <pc:docMk/>
          <pc:sldMk cId="1498645252" sldId="332"/>
        </pc:sldMkLst>
      </pc:sldChg>
      <pc:sldChg chg="addSp delSp modSp add del mod">
        <pc:chgData name="Hartanto Tantriawan" userId="82e33306d5002250" providerId="LiveId" clId="{5753A697-1038-5003-83F6-CC341650460F}" dt="2026-02-17T07:54:36.139" v="3932" actId="2696"/>
        <pc:sldMkLst>
          <pc:docMk/>
          <pc:sldMk cId="1480712950" sldId="333"/>
        </pc:sldMkLst>
      </pc:sldChg>
      <pc:sldChg chg="addSp delSp modSp add del mod">
        <pc:chgData name="Hartanto Tantriawan" userId="82e33306d5002250" providerId="LiveId" clId="{5753A697-1038-5003-83F6-CC341650460F}" dt="2026-02-17T07:54:36.148" v="3933" actId="2696"/>
        <pc:sldMkLst>
          <pc:docMk/>
          <pc:sldMk cId="2438812983" sldId="334"/>
        </pc:sldMkLst>
      </pc:sldChg>
      <pc:sldChg chg="addSp delSp modSp add del mod">
        <pc:chgData name="Hartanto Tantriawan" userId="82e33306d5002250" providerId="LiveId" clId="{5753A697-1038-5003-83F6-CC341650460F}" dt="2026-02-17T07:54:36.154" v="3934" actId="2696"/>
        <pc:sldMkLst>
          <pc:docMk/>
          <pc:sldMk cId="3768104711" sldId="335"/>
        </pc:sldMkLst>
      </pc:sldChg>
      <pc:sldChg chg="addSp delSp modSp add del mod">
        <pc:chgData name="Hartanto Tantriawan" userId="82e33306d5002250" providerId="LiveId" clId="{5753A697-1038-5003-83F6-CC341650460F}" dt="2026-02-17T07:54:36.165" v="3935" actId="2696"/>
        <pc:sldMkLst>
          <pc:docMk/>
          <pc:sldMk cId="2756548368" sldId="336"/>
        </pc:sldMkLst>
      </pc:sldChg>
      <pc:sldChg chg="modSp add del mod">
        <pc:chgData name="Hartanto Tantriawan" userId="82e33306d5002250" providerId="LiveId" clId="{5753A697-1038-5003-83F6-CC341650460F}" dt="2026-02-17T07:54:36.177" v="3936" actId="2696"/>
        <pc:sldMkLst>
          <pc:docMk/>
          <pc:sldMk cId="1286578999" sldId="337"/>
        </pc:sldMkLst>
      </pc:sldChg>
      <pc:sldChg chg="modSp add del mod">
        <pc:chgData name="Hartanto Tantriawan" userId="82e33306d5002250" providerId="LiveId" clId="{5753A697-1038-5003-83F6-CC341650460F}" dt="2026-02-17T07:54:36.181" v="3937" actId="2696"/>
        <pc:sldMkLst>
          <pc:docMk/>
          <pc:sldMk cId="2075153333" sldId="338"/>
        </pc:sldMkLst>
      </pc:sldChg>
      <pc:sldChg chg="addSp delSp modSp add del mod">
        <pc:chgData name="Hartanto Tantriawan" userId="82e33306d5002250" providerId="LiveId" clId="{5753A697-1038-5003-83F6-CC341650460F}" dt="2026-02-17T07:54:36.193" v="3938" actId="2696"/>
        <pc:sldMkLst>
          <pc:docMk/>
          <pc:sldMk cId="2500871242" sldId="339"/>
        </pc:sldMkLst>
      </pc:sldChg>
      <pc:sldChg chg="delSp modSp add del mod">
        <pc:chgData name="Hartanto Tantriawan" userId="82e33306d5002250" providerId="LiveId" clId="{5753A697-1038-5003-83F6-CC341650460F}" dt="2026-02-17T07:54:36.207" v="3939" actId="2696"/>
        <pc:sldMkLst>
          <pc:docMk/>
          <pc:sldMk cId="1274190297" sldId="340"/>
        </pc:sldMkLst>
      </pc:sldChg>
      <pc:sldChg chg="addSp modSp add del mod modShow">
        <pc:chgData name="Hartanto Tantriawan" userId="82e33306d5002250" providerId="LiveId" clId="{5753A697-1038-5003-83F6-CC341650460F}" dt="2026-02-17T07:54:36.220" v="3940" actId="2696"/>
        <pc:sldMkLst>
          <pc:docMk/>
          <pc:sldMk cId="571954735" sldId="341"/>
        </pc:sldMkLst>
      </pc:sldChg>
      <pc:sldChg chg="modSp add del mod">
        <pc:chgData name="Hartanto Tantriawan" userId="82e33306d5002250" providerId="LiveId" clId="{5753A697-1038-5003-83F6-CC341650460F}" dt="2026-02-17T07:54:36.224" v="3941" actId="2696"/>
        <pc:sldMkLst>
          <pc:docMk/>
          <pc:sldMk cId="3637559529" sldId="342"/>
        </pc:sldMkLst>
      </pc:sldChg>
      <pc:sldChg chg="modSp add mod">
        <pc:chgData name="Hartanto Tantriawan" userId="82e33306d5002250" providerId="LiveId" clId="{5753A697-1038-5003-83F6-CC341650460F}" dt="2026-02-10T16:26:40.993" v="3360" actId="20577"/>
        <pc:sldMkLst>
          <pc:docMk/>
          <pc:sldMk cId="4075045857" sldId="344"/>
        </pc:sldMkLst>
        <pc:spChg chg="mod">
          <ac:chgData name="Hartanto Tantriawan" userId="82e33306d5002250" providerId="LiveId" clId="{5753A697-1038-5003-83F6-CC341650460F}" dt="2026-02-10T16:26:40.993" v="3360" actId="20577"/>
          <ac:spMkLst>
            <pc:docMk/>
            <pc:sldMk cId="4075045857" sldId="344"/>
            <ac:spMk id="761" creationId="{8DD28701-B18F-9242-916C-DE67CBB6F88E}"/>
          </ac:spMkLst>
        </pc:spChg>
      </pc:sldChg>
      <pc:sldChg chg="addSp delSp modSp add mod">
        <pc:chgData name="Hartanto Tantriawan" userId="82e33306d5002250" providerId="LiveId" clId="{5753A697-1038-5003-83F6-CC341650460F}" dt="2026-02-17T07:07:20.121" v="3676" actId="14100"/>
        <pc:sldMkLst>
          <pc:docMk/>
          <pc:sldMk cId="100320814" sldId="345"/>
        </pc:sldMkLst>
        <pc:spChg chg="mod">
          <ac:chgData name="Hartanto Tantriawan" userId="82e33306d5002250" providerId="LiveId" clId="{5753A697-1038-5003-83F6-CC341650460F}" dt="2026-02-17T07:07:04.624" v="3673" actId="20577"/>
          <ac:spMkLst>
            <pc:docMk/>
            <pc:sldMk cId="100320814" sldId="345"/>
            <ac:spMk id="761" creationId="{DF9D9D21-8ED6-5F81-B271-8CB3D68226C6}"/>
          </ac:spMkLst>
        </pc:spChg>
        <pc:picChg chg="add mod">
          <ac:chgData name="Hartanto Tantriawan" userId="82e33306d5002250" providerId="LiveId" clId="{5753A697-1038-5003-83F6-CC341650460F}" dt="2026-02-17T07:07:20.121" v="3676" actId="14100"/>
          <ac:picMkLst>
            <pc:docMk/>
            <pc:sldMk cId="100320814" sldId="345"/>
            <ac:picMk id="2" creationId="{8D6AD980-618A-02DD-8419-D3DA7B2F9FBA}"/>
          </ac:picMkLst>
        </pc:picChg>
        <pc:picChg chg="del">
          <ac:chgData name="Hartanto Tantriawan" userId="82e33306d5002250" providerId="LiveId" clId="{5753A697-1038-5003-83F6-CC341650460F}" dt="2026-02-17T07:06:54.521" v="3665" actId="478"/>
          <ac:picMkLst>
            <pc:docMk/>
            <pc:sldMk cId="100320814" sldId="345"/>
            <ac:picMk id="3" creationId="{A4959434-BF58-383B-F13D-5C7A9A43B215}"/>
          </ac:picMkLst>
        </pc:picChg>
      </pc:sldChg>
      <pc:sldChg chg="new del">
        <pc:chgData name="Hartanto Tantriawan" userId="82e33306d5002250" providerId="LiveId" clId="{5753A697-1038-5003-83F6-CC341650460F}" dt="2026-02-17T07:55:20.715" v="3943" actId="680"/>
        <pc:sldMkLst>
          <pc:docMk/>
          <pc:sldMk cId="508341946" sldId="346"/>
        </pc:sldMkLst>
      </pc:sldChg>
      <pc:sldChg chg="addSp modSp add mod">
        <pc:chgData name="Hartanto Tantriawan" userId="82e33306d5002250" providerId="LiveId" clId="{5753A697-1038-5003-83F6-CC341650460F}" dt="2026-02-17T11:55:43.879" v="4326" actId="14100"/>
        <pc:sldMkLst>
          <pc:docMk/>
          <pc:sldMk cId="3559173707" sldId="346"/>
        </pc:sldMkLst>
        <pc:spChg chg="mod">
          <ac:chgData name="Hartanto Tantriawan" userId="82e33306d5002250" providerId="LiveId" clId="{5753A697-1038-5003-83F6-CC341650460F}" dt="2026-02-17T07:55:51.778" v="4011" actId="1076"/>
          <ac:spMkLst>
            <pc:docMk/>
            <pc:sldMk cId="3559173707" sldId="346"/>
            <ac:spMk id="2" creationId="{5981A16B-B760-4EC1-2162-D36D511FD67B}"/>
          </ac:spMkLst>
        </pc:spChg>
        <pc:spChg chg="mod">
          <ac:chgData name="Hartanto Tantriawan" userId="82e33306d5002250" providerId="LiveId" clId="{5753A697-1038-5003-83F6-CC341650460F}" dt="2026-02-17T07:55:28.920" v="3960" actId="20577"/>
          <ac:spMkLst>
            <pc:docMk/>
            <pc:sldMk cId="3559173707" sldId="346"/>
            <ac:spMk id="761" creationId="{B8C1B3B7-F654-6C74-01F2-DB31C8B26BCF}"/>
          </ac:spMkLst>
        </pc:spChg>
        <pc:graphicFrameChg chg="add mod modGraphic">
          <ac:chgData name="Hartanto Tantriawan" userId="82e33306d5002250" providerId="LiveId" clId="{5753A697-1038-5003-83F6-CC341650460F}" dt="2026-02-17T11:55:43.879" v="4326" actId="14100"/>
          <ac:graphicFrameMkLst>
            <pc:docMk/>
            <pc:sldMk cId="3559173707" sldId="346"/>
            <ac:graphicFrameMk id="3" creationId="{8DEDF967-AA0A-9B1F-6993-4A3C23B72661}"/>
          </ac:graphicFrameMkLst>
        </pc:graphicFrameChg>
      </pc:sldChg>
      <pc:sldChg chg="new del">
        <pc:chgData name="Hartanto Tantriawan" userId="82e33306d5002250" providerId="LiveId" clId="{5753A697-1038-5003-83F6-CC341650460F}" dt="2026-02-17T07:53:55.568" v="3867" actId="680"/>
        <pc:sldMkLst>
          <pc:docMk/>
          <pc:sldMk cId="3843158177" sldId="346"/>
        </pc:sldMkLst>
      </pc:sldChg>
      <pc:sldChg chg="new del">
        <pc:chgData name="Hartanto Tantriawan" userId="82e33306d5002250" providerId="LiveId" clId="{5753A697-1038-5003-83F6-CC341650460F}" dt="2026-02-17T07:53:54.976" v="3866" actId="680"/>
        <pc:sldMkLst>
          <pc:docMk/>
          <pc:sldMk cId="3251772675" sldId="347"/>
        </pc:sldMkLst>
      </pc:sldChg>
      <pc:sldChg chg="addSp delSp modSp add mod">
        <pc:chgData name="Hartanto Tantriawan" userId="82e33306d5002250" providerId="LiveId" clId="{5753A697-1038-5003-83F6-CC341650460F}" dt="2026-02-17T11:58:58.122" v="4388" actId="14100"/>
        <pc:sldMkLst>
          <pc:docMk/>
          <pc:sldMk cId="3912525022" sldId="347"/>
        </pc:sldMkLst>
        <pc:spChg chg="del mod">
          <ac:chgData name="Hartanto Tantriawan" userId="82e33306d5002250" providerId="LiveId" clId="{5753A697-1038-5003-83F6-CC341650460F}" dt="2026-02-17T11:57:32.089" v="4365" actId="478"/>
          <ac:spMkLst>
            <pc:docMk/>
            <pc:sldMk cId="3912525022" sldId="347"/>
            <ac:spMk id="2" creationId="{F4EDD664-4E40-8462-7359-4E86F294389E}"/>
          </ac:spMkLst>
        </pc:spChg>
        <pc:spChg chg="mod">
          <ac:chgData name="Hartanto Tantriawan" userId="82e33306d5002250" providerId="LiveId" clId="{5753A697-1038-5003-83F6-CC341650460F}" dt="2026-02-17T11:57:14.479" v="4361" actId="20577"/>
          <ac:spMkLst>
            <pc:docMk/>
            <pc:sldMk cId="3912525022" sldId="347"/>
            <ac:spMk id="761" creationId="{0A7161A1-AC53-5233-A2A3-5741CB59C896}"/>
          </ac:spMkLst>
        </pc:spChg>
        <pc:graphicFrameChg chg="del">
          <ac:chgData name="Hartanto Tantriawan" userId="82e33306d5002250" providerId="LiveId" clId="{5753A697-1038-5003-83F6-CC341650460F}" dt="2026-02-17T11:57:21.881" v="4363" actId="478"/>
          <ac:graphicFrameMkLst>
            <pc:docMk/>
            <pc:sldMk cId="3912525022" sldId="347"/>
            <ac:graphicFrameMk id="3" creationId="{F990979F-9C03-D616-6EF7-0AB48C295B25}"/>
          </ac:graphicFrameMkLst>
        </pc:graphicFrameChg>
        <pc:picChg chg="add mod">
          <ac:chgData name="Hartanto Tantriawan" userId="82e33306d5002250" providerId="LiveId" clId="{5753A697-1038-5003-83F6-CC341650460F}" dt="2026-02-17T11:58:58.122" v="4388" actId="14100"/>
          <ac:picMkLst>
            <pc:docMk/>
            <pc:sldMk cId="3912525022" sldId="347"/>
            <ac:picMk id="4" creationId="{0F6B7DCB-8A26-A1F0-5F56-81099DEEC571}"/>
          </ac:picMkLst>
        </pc:picChg>
        <pc:picChg chg="add mod">
          <ac:chgData name="Hartanto Tantriawan" userId="82e33306d5002250" providerId="LiveId" clId="{5753A697-1038-5003-83F6-CC341650460F}" dt="2026-02-17T11:58:43.060" v="4382" actId="1076"/>
          <ac:picMkLst>
            <pc:docMk/>
            <pc:sldMk cId="3912525022" sldId="347"/>
            <ac:picMk id="5" creationId="{3A1D6BD7-FA6B-DAA9-6EB7-82D8E30D6B1D}"/>
          </ac:picMkLst>
        </pc:picChg>
        <pc:picChg chg="add mod">
          <ac:chgData name="Hartanto Tantriawan" userId="82e33306d5002250" providerId="LiveId" clId="{5753A697-1038-5003-83F6-CC341650460F}" dt="2026-02-17T11:58:44.715" v="4384" actId="1038"/>
          <ac:picMkLst>
            <pc:docMk/>
            <pc:sldMk cId="3912525022" sldId="347"/>
            <ac:picMk id="6" creationId="{5C0B3BFE-2ABC-DA27-E0AE-BFE59DAC8AEB}"/>
          </ac:picMkLst>
        </pc:picChg>
      </pc:sldChg>
      <pc:sldChg chg="addSp delSp modSp add mod">
        <pc:chgData name="Hartanto Tantriawan" userId="82e33306d5002250" providerId="LiveId" clId="{5753A697-1038-5003-83F6-CC341650460F}" dt="2026-02-17T12:00:13.524" v="4407" actId="1076"/>
        <pc:sldMkLst>
          <pc:docMk/>
          <pc:sldMk cId="3728483035" sldId="348"/>
        </pc:sldMkLst>
        <pc:spChg chg="add del">
          <ac:chgData name="Hartanto Tantriawan" userId="82e33306d5002250" providerId="LiveId" clId="{5753A697-1038-5003-83F6-CC341650460F}" dt="2026-02-17T11:59:57.727" v="4405" actId="22"/>
          <ac:spMkLst>
            <pc:docMk/>
            <pc:sldMk cId="3728483035" sldId="348"/>
            <ac:spMk id="3" creationId="{E32F6AA2-BA8A-42AA-D12C-BB5628BAEF7A}"/>
          </ac:spMkLst>
        </pc:spChg>
        <pc:spChg chg="mod">
          <ac:chgData name="Hartanto Tantriawan" userId="82e33306d5002250" providerId="LiveId" clId="{5753A697-1038-5003-83F6-CC341650460F}" dt="2026-02-17T11:59:54.002" v="4403" actId="20577"/>
          <ac:spMkLst>
            <pc:docMk/>
            <pc:sldMk cId="3728483035" sldId="348"/>
            <ac:spMk id="761" creationId="{9A8288A5-E462-A0FB-01E8-76A83F694416}"/>
          </ac:spMkLst>
        </pc:spChg>
        <pc:picChg chg="del">
          <ac:chgData name="Hartanto Tantriawan" userId="82e33306d5002250" providerId="LiveId" clId="{5753A697-1038-5003-83F6-CC341650460F}" dt="2026-02-17T11:59:44.727" v="4397" actId="478"/>
          <ac:picMkLst>
            <pc:docMk/>
            <pc:sldMk cId="3728483035" sldId="348"/>
            <ac:picMk id="4" creationId="{E684CECA-3BF4-271D-8F0D-AD395ABC8F71}"/>
          </ac:picMkLst>
        </pc:picChg>
        <pc:picChg chg="del">
          <ac:chgData name="Hartanto Tantriawan" userId="82e33306d5002250" providerId="LiveId" clId="{5753A697-1038-5003-83F6-CC341650460F}" dt="2026-02-17T11:59:46.894" v="4399" actId="478"/>
          <ac:picMkLst>
            <pc:docMk/>
            <pc:sldMk cId="3728483035" sldId="348"/>
            <ac:picMk id="5" creationId="{AD79688C-6E42-731A-FDBF-487D95117B44}"/>
          </ac:picMkLst>
        </pc:picChg>
        <pc:picChg chg="del">
          <ac:chgData name="Hartanto Tantriawan" userId="82e33306d5002250" providerId="LiveId" clId="{5753A697-1038-5003-83F6-CC341650460F}" dt="2026-02-17T11:59:45.944" v="4398" actId="478"/>
          <ac:picMkLst>
            <pc:docMk/>
            <pc:sldMk cId="3728483035" sldId="348"/>
            <ac:picMk id="6" creationId="{BBA1EC62-947F-C27D-9ED5-779468C34523}"/>
          </ac:picMkLst>
        </pc:picChg>
        <pc:picChg chg="add mod">
          <ac:chgData name="Hartanto Tantriawan" userId="82e33306d5002250" providerId="LiveId" clId="{5753A697-1038-5003-83F6-CC341650460F}" dt="2026-02-17T12:00:13.524" v="4407" actId="1076"/>
          <ac:picMkLst>
            <pc:docMk/>
            <pc:sldMk cId="3728483035" sldId="348"/>
            <ac:picMk id="7" creationId="{A6BB97F9-FB23-8B17-B71A-7FDC9F2EAF1D}"/>
          </ac:picMkLst>
        </pc:picChg>
      </pc:sldChg>
      <pc:sldChg chg="addSp delSp modSp new mod ord">
        <pc:chgData name="Hartanto Tantriawan" userId="82e33306d5002250" providerId="LiveId" clId="{5753A697-1038-5003-83F6-CC341650460F}" dt="2026-02-17T12:13:12.170" v="4595" actId="20578"/>
        <pc:sldMkLst>
          <pc:docMk/>
          <pc:sldMk cId="88211854" sldId="349"/>
        </pc:sldMkLst>
        <pc:spChg chg="mod">
          <ac:chgData name="Hartanto Tantriawan" userId="82e33306d5002250" providerId="LiveId" clId="{5753A697-1038-5003-83F6-CC341650460F}" dt="2026-02-17T12:04:56.085" v="4520" actId="20577"/>
          <ac:spMkLst>
            <pc:docMk/>
            <pc:sldMk cId="88211854" sldId="349"/>
            <ac:spMk id="2" creationId="{B9C7B155-A2F7-5F2D-29DD-A5556040FA91}"/>
          </ac:spMkLst>
        </pc:spChg>
        <pc:spChg chg="del">
          <ac:chgData name="Hartanto Tantriawan" userId="82e33306d5002250" providerId="LiveId" clId="{5753A697-1038-5003-83F6-CC341650460F}" dt="2026-02-17T12:05:07.408" v="4524" actId="478"/>
          <ac:spMkLst>
            <pc:docMk/>
            <pc:sldMk cId="88211854" sldId="349"/>
            <ac:spMk id="3" creationId="{6B4FAA81-9AAD-514E-F5BD-1C6F7DC3060D}"/>
          </ac:spMkLst>
        </pc:spChg>
        <pc:spChg chg="del">
          <ac:chgData name="Hartanto Tantriawan" userId="82e33306d5002250" providerId="LiveId" clId="{5753A697-1038-5003-83F6-CC341650460F}" dt="2026-02-17T12:05:02.557" v="4522" actId="478"/>
          <ac:spMkLst>
            <pc:docMk/>
            <pc:sldMk cId="88211854" sldId="349"/>
            <ac:spMk id="4" creationId="{D6C9E3FF-D00C-4C55-8F55-4F9B9851E046}"/>
          </ac:spMkLst>
        </pc:spChg>
        <pc:spChg chg="del">
          <ac:chgData name="Hartanto Tantriawan" userId="82e33306d5002250" providerId="LiveId" clId="{5753A697-1038-5003-83F6-CC341650460F}" dt="2026-02-17T12:05:00.938" v="4521" actId="478"/>
          <ac:spMkLst>
            <pc:docMk/>
            <pc:sldMk cId="88211854" sldId="349"/>
            <ac:spMk id="5" creationId="{44A18B25-2D25-0611-D976-F2041B39EB43}"/>
          </ac:spMkLst>
        </pc:spChg>
        <pc:spChg chg="del">
          <ac:chgData name="Hartanto Tantriawan" userId="82e33306d5002250" providerId="LiveId" clId="{5753A697-1038-5003-83F6-CC341650460F}" dt="2026-02-17T12:05:05.077" v="4523" actId="478"/>
          <ac:spMkLst>
            <pc:docMk/>
            <pc:sldMk cId="88211854" sldId="349"/>
            <ac:spMk id="6" creationId="{D63162F4-4C17-FBBD-2E51-73BDA26A3E79}"/>
          </ac:spMkLst>
        </pc:spChg>
        <pc:picChg chg="add mod">
          <ac:chgData name="Hartanto Tantriawan" userId="82e33306d5002250" providerId="LiveId" clId="{5753A697-1038-5003-83F6-CC341650460F}" dt="2026-02-17T12:05:14.239" v="4526" actId="1076"/>
          <ac:picMkLst>
            <pc:docMk/>
            <pc:sldMk cId="88211854" sldId="349"/>
            <ac:picMk id="7" creationId="{6A9ADC19-7DEA-A651-71B9-AC62C1559A79}"/>
          </ac:picMkLst>
        </pc:picChg>
      </pc:sldChg>
      <pc:sldChg chg="modSp add mod ord">
        <pc:chgData name="Hartanto Tantriawan" userId="82e33306d5002250" providerId="LiveId" clId="{5753A697-1038-5003-83F6-CC341650460F}" dt="2026-02-17T12:04:10.428" v="4480" actId="207"/>
        <pc:sldMkLst>
          <pc:docMk/>
          <pc:sldMk cId="488400987" sldId="350"/>
        </pc:sldMkLst>
        <pc:spChg chg="mod">
          <ac:chgData name="Hartanto Tantriawan" userId="82e33306d5002250" providerId="LiveId" clId="{5753A697-1038-5003-83F6-CC341650460F}" dt="2026-02-17T12:04:10.428" v="4480" actId="207"/>
          <ac:spMkLst>
            <pc:docMk/>
            <pc:sldMk cId="488400987" sldId="350"/>
            <ac:spMk id="2" creationId="{7326DD79-794A-E8E9-6800-AD223F71E772}"/>
          </ac:spMkLst>
        </pc:spChg>
        <pc:spChg chg="mod">
          <ac:chgData name="Hartanto Tantriawan" userId="82e33306d5002250" providerId="LiveId" clId="{5753A697-1038-5003-83F6-CC341650460F}" dt="2026-02-17T12:02:42.295" v="4464" actId="20577"/>
          <ac:spMkLst>
            <pc:docMk/>
            <pc:sldMk cId="488400987" sldId="350"/>
            <ac:spMk id="761" creationId="{6479CA59-E600-8EB4-2D75-0DF41188B9D1}"/>
          </ac:spMkLst>
        </pc:spChg>
      </pc:sldChg>
      <pc:sldChg chg="modSp add mod ord">
        <pc:chgData name="Hartanto Tantriawan" userId="82e33306d5002250" providerId="LiveId" clId="{5753A697-1038-5003-83F6-CC341650460F}" dt="2026-02-17T12:06:39.580" v="4581" actId="20577"/>
        <pc:sldMkLst>
          <pc:docMk/>
          <pc:sldMk cId="4067906400" sldId="351"/>
        </pc:sldMkLst>
        <pc:spChg chg="mod">
          <ac:chgData name="Hartanto Tantriawan" userId="82e33306d5002250" providerId="LiveId" clId="{5753A697-1038-5003-83F6-CC341650460F}" dt="2026-02-17T12:06:39.580" v="4581" actId="20577"/>
          <ac:spMkLst>
            <pc:docMk/>
            <pc:sldMk cId="4067906400" sldId="351"/>
            <ac:spMk id="761" creationId="{E03BC873-4D74-83A6-9686-28E48F1EF61E}"/>
          </ac:spMkLst>
        </pc:spChg>
      </pc:sldChg>
      <pc:sldChg chg="modSp add mod ord">
        <pc:chgData name="Hartanto Tantriawan" userId="82e33306d5002250" providerId="LiveId" clId="{5753A697-1038-5003-83F6-CC341650460F}" dt="2026-02-17T12:06:57.866" v="4593" actId="20577"/>
        <pc:sldMkLst>
          <pc:docMk/>
          <pc:sldMk cId="3104700160" sldId="352"/>
        </pc:sldMkLst>
        <pc:spChg chg="mod">
          <ac:chgData name="Hartanto Tantriawan" userId="82e33306d5002250" providerId="LiveId" clId="{5753A697-1038-5003-83F6-CC341650460F}" dt="2026-02-17T12:06:57.866" v="4593" actId="20577"/>
          <ac:spMkLst>
            <pc:docMk/>
            <pc:sldMk cId="3104700160" sldId="352"/>
            <ac:spMk id="761" creationId="{6B49A041-E60F-E836-0A94-A1D37D8F72A1}"/>
          </ac:spMkLst>
        </pc:spChg>
      </pc:sldChg>
      <pc:sldChg chg="modSp add mod">
        <pc:chgData name="Hartanto Tantriawan" userId="82e33306d5002250" providerId="LiveId" clId="{5753A697-1038-5003-83F6-CC341650460F}" dt="2026-02-17T12:16:14.893" v="4644" actId="207"/>
        <pc:sldMkLst>
          <pc:docMk/>
          <pc:sldMk cId="2191423959" sldId="353"/>
        </pc:sldMkLst>
        <pc:spChg chg="mod">
          <ac:chgData name="Hartanto Tantriawan" userId="82e33306d5002250" providerId="LiveId" clId="{5753A697-1038-5003-83F6-CC341650460F}" dt="2026-02-17T12:16:14.893" v="4644" actId="207"/>
          <ac:spMkLst>
            <pc:docMk/>
            <pc:sldMk cId="2191423959" sldId="353"/>
            <ac:spMk id="2" creationId="{74DE3956-DB24-4732-D583-B517B41735F5}"/>
          </ac:spMkLst>
        </pc:spChg>
        <pc:spChg chg="mod">
          <ac:chgData name="Hartanto Tantriawan" userId="82e33306d5002250" providerId="LiveId" clId="{5753A697-1038-5003-83F6-CC341650460F}" dt="2026-02-17T12:13:28.934" v="4606" actId="20577"/>
          <ac:spMkLst>
            <pc:docMk/>
            <pc:sldMk cId="2191423959" sldId="353"/>
            <ac:spMk id="761" creationId="{C7B28356-0840-47D4-856A-4E3914B6398D}"/>
          </ac:spMkLst>
        </pc:spChg>
      </pc:sldChg>
      <pc:sldChg chg="addSp delSp modSp new del mod">
        <pc:chgData name="Hartanto Tantriawan" userId="82e33306d5002250" providerId="LiveId" clId="{5753A697-1038-5003-83F6-CC341650460F}" dt="2026-02-17T12:18:29.590" v="4699" actId="2696"/>
        <pc:sldMkLst>
          <pc:docMk/>
          <pc:sldMk cId="4091853303" sldId="354"/>
        </pc:sldMkLst>
        <pc:spChg chg="mod">
          <ac:chgData name="Hartanto Tantriawan" userId="82e33306d5002250" providerId="LiveId" clId="{5753A697-1038-5003-83F6-CC341650460F}" dt="2026-02-17T12:17:13.658" v="4689" actId="20577"/>
          <ac:spMkLst>
            <pc:docMk/>
            <pc:sldMk cId="4091853303" sldId="354"/>
            <ac:spMk id="2" creationId="{95EEB02C-14DA-E0E6-1D42-E7AF8DFBE096}"/>
          </ac:spMkLst>
        </pc:spChg>
        <pc:spChg chg="mod">
          <ac:chgData name="Hartanto Tantriawan" userId="82e33306d5002250" providerId="LiveId" clId="{5753A697-1038-5003-83F6-CC341650460F}" dt="2026-02-17T12:18:08.156" v="4694" actId="1076"/>
          <ac:spMkLst>
            <pc:docMk/>
            <pc:sldMk cId="4091853303" sldId="354"/>
            <ac:spMk id="3" creationId="{C3351479-CD54-30E6-EA35-87EA460CB315}"/>
          </ac:spMkLst>
        </pc:spChg>
        <pc:picChg chg="add del mod">
          <ac:chgData name="Hartanto Tantriawan" userId="82e33306d5002250" providerId="LiveId" clId="{5753A697-1038-5003-83F6-CC341650460F}" dt="2026-02-17T12:18:26.084" v="4698" actId="21"/>
          <ac:picMkLst>
            <pc:docMk/>
            <pc:sldMk cId="4091853303" sldId="354"/>
            <ac:picMk id="7" creationId="{065BF0D7-34AB-519C-3694-18FBB02DF857}"/>
          </ac:picMkLst>
        </pc:picChg>
      </pc:sldChg>
      <pc:sldChg chg="addSp modSp add mod">
        <pc:chgData name="Hartanto Tantriawan" userId="82e33306d5002250" providerId="LiveId" clId="{5753A697-1038-5003-83F6-CC341650460F}" dt="2026-02-17T12:20:17.735" v="4810" actId="14100"/>
        <pc:sldMkLst>
          <pc:docMk/>
          <pc:sldMk cId="2174774835" sldId="355"/>
        </pc:sldMkLst>
        <pc:spChg chg="mod">
          <ac:chgData name="Hartanto Tantriawan" userId="82e33306d5002250" providerId="LiveId" clId="{5753A697-1038-5003-83F6-CC341650460F}" dt="2026-02-17T12:20:17.735" v="4810" actId="14100"/>
          <ac:spMkLst>
            <pc:docMk/>
            <pc:sldMk cId="2174774835" sldId="355"/>
            <ac:spMk id="2" creationId="{F44411CC-BBA2-C54D-B80F-FAC7A71A5E3B}"/>
          </ac:spMkLst>
        </pc:spChg>
        <pc:spChg chg="mod">
          <ac:chgData name="Hartanto Tantriawan" userId="82e33306d5002250" providerId="LiveId" clId="{5753A697-1038-5003-83F6-CC341650460F}" dt="2026-02-17T12:18:22.268" v="4697"/>
          <ac:spMkLst>
            <pc:docMk/>
            <pc:sldMk cId="2174774835" sldId="355"/>
            <ac:spMk id="761" creationId="{44997152-87A0-F7D1-554B-6FA6FE603904}"/>
          </ac:spMkLst>
        </pc:spChg>
        <pc:picChg chg="add mod">
          <ac:chgData name="Hartanto Tantriawan" userId="82e33306d5002250" providerId="LiveId" clId="{5753A697-1038-5003-83F6-CC341650460F}" dt="2026-02-17T12:20:08.149" v="4809" actId="1076"/>
          <ac:picMkLst>
            <pc:docMk/>
            <pc:sldMk cId="2174774835" sldId="355"/>
            <ac:picMk id="3" creationId="{4243FA4A-58BC-2A13-6540-912B5D017687}"/>
          </ac:picMkLst>
        </pc:picChg>
      </pc:sldChg>
      <pc:sldChg chg="addSp modSp new mod">
        <pc:chgData name="Hartanto Tantriawan" userId="82e33306d5002250" providerId="LiveId" clId="{5753A697-1038-5003-83F6-CC341650460F}" dt="2026-02-17T12:26:35.381" v="4896" actId="1076"/>
        <pc:sldMkLst>
          <pc:docMk/>
          <pc:sldMk cId="925520760" sldId="356"/>
        </pc:sldMkLst>
        <pc:spChg chg="mod">
          <ac:chgData name="Hartanto Tantriawan" userId="82e33306d5002250" providerId="LiveId" clId="{5753A697-1038-5003-83F6-CC341650460F}" dt="2026-02-17T12:26:12.124" v="4891" actId="20577"/>
          <ac:spMkLst>
            <pc:docMk/>
            <pc:sldMk cId="925520760" sldId="356"/>
            <ac:spMk id="2" creationId="{D532C8FB-3D1D-6D1C-0C93-B9F3A6E1050E}"/>
          </ac:spMkLst>
        </pc:spChg>
        <pc:picChg chg="add mod">
          <ac:chgData name="Hartanto Tantriawan" userId="82e33306d5002250" providerId="LiveId" clId="{5753A697-1038-5003-83F6-CC341650460F}" dt="2026-02-17T12:26:27.819" v="4894" actId="1076"/>
          <ac:picMkLst>
            <pc:docMk/>
            <pc:sldMk cId="925520760" sldId="356"/>
            <ac:picMk id="7" creationId="{2BB92CA7-5792-CB1D-B156-F956DFF98316}"/>
          </ac:picMkLst>
        </pc:picChg>
        <pc:picChg chg="add mod">
          <ac:chgData name="Hartanto Tantriawan" userId="82e33306d5002250" providerId="LiveId" clId="{5753A697-1038-5003-83F6-CC341650460F}" dt="2026-02-17T12:26:35.381" v="4896" actId="1076"/>
          <ac:picMkLst>
            <pc:docMk/>
            <pc:sldMk cId="925520760" sldId="356"/>
            <ac:picMk id="8" creationId="{7284AABE-5D77-4575-E66A-B5D915BC8771}"/>
          </ac:picMkLst>
        </pc:picChg>
      </pc:sldChg>
      <pc:sldChg chg="modSp add mod ord">
        <pc:chgData name="Hartanto Tantriawan" userId="82e33306d5002250" providerId="LiveId" clId="{5753A697-1038-5003-83F6-CC341650460F}" dt="2026-02-17T12:24:36.778" v="4871" actId="207"/>
        <pc:sldMkLst>
          <pc:docMk/>
          <pc:sldMk cId="3019652051" sldId="357"/>
        </pc:sldMkLst>
        <pc:spChg chg="mod">
          <ac:chgData name="Hartanto Tantriawan" userId="82e33306d5002250" providerId="LiveId" clId="{5753A697-1038-5003-83F6-CC341650460F}" dt="2026-02-17T12:24:36.778" v="4871" actId="207"/>
          <ac:spMkLst>
            <pc:docMk/>
            <pc:sldMk cId="3019652051" sldId="357"/>
            <ac:spMk id="2" creationId="{A6559A17-E535-262A-6DC2-C813857D42A6}"/>
          </ac:spMkLst>
        </pc:spChg>
        <pc:spChg chg="mod">
          <ac:chgData name="Hartanto Tantriawan" userId="82e33306d5002250" providerId="LiveId" clId="{5753A697-1038-5003-83F6-CC341650460F}" dt="2026-02-17T12:21:46.716" v="4847" actId="20577"/>
          <ac:spMkLst>
            <pc:docMk/>
            <pc:sldMk cId="3019652051" sldId="357"/>
            <ac:spMk id="761" creationId="{CA87E915-E278-69CA-122F-B396A1B48772}"/>
          </ac:spMkLst>
        </pc:spChg>
      </pc:sldChg>
      <pc:sldChg chg="modSp new del mod">
        <pc:chgData name="Hartanto Tantriawan" userId="82e33306d5002250" providerId="LiveId" clId="{5753A697-1038-5003-83F6-CC341650460F}" dt="2026-02-17T12:33:55.485" v="5019" actId="2696"/>
        <pc:sldMkLst>
          <pc:docMk/>
          <pc:sldMk cId="957872698" sldId="358"/>
        </pc:sldMkLst>
        <pc:spChg chg="mod">
          <ac:chgData name="Hartanto Tantriawan" userId="82e33306d5002250" providerId="LiveId" clId="{5753A697-1038-5003-83F6-CC341650460F}" dt="2026-02-17T12:29:34.056" v="4955" actId="20577"/>
          <ac:spMkLst>
            <pc:docMk/>
            <pc:sldMk cId="957872698" sldId="358"/>
            <ac:spMk id="2" creationId="{9A754FBD-498E-3DFC-1F65-414FE8A9EBD9}"/>
          </ac:spMkLst>
        </pc:spChg>
      </pc:sldChg>
      <pc:sldChg chg="modSp add mod ord">
        <pc:chgData name="Hartanto Tantriawan" userId="82e33306d5002250" providerId="LiveId" clId="{5753A697-1038-5003-83F6-CC341650460F}" dt="2026-02-17T12:28:54.084" v="4953" actId="207"/>
        <pc:sldMkLst>
          <pc:docMk/>
          <pc:sldMk cId="690508576" sldId="359"/>
        </pc:sldMkLst>
        <pc:spChg chg="mod">
          <ac:chgData name="Hartanto Tantriawan" userId="82e33306d5002250" providerId="LiveId" clId="{5753A697-1038-5003-83F6-CC341650460F}" dt="2026-02-17T12:28:54.084" v="4953" actId="207"/>
          <ac:spMkLst>
            <pc:docMk/>
            <pc:sldMk cId="690508576" sldId="359"/>
            <ac:spMk id="2" creationId="{A0972388-B27D-8266-46EE-70B50908453C}"/>
          </ac:spMkLst>
        </pc:spChg>
        <pc:spChg chg="mod">
          <ac:chgData name="Hartanto Tantriawan" userId="82e33306d5002250" providerId="LiveId" clId="{5753A697-1038-5003-83F6-CC341650460F}" dt="2026-02-17T12:27:45.180" v="4937" actId="20577"/>
          <ac:spMkLst>
            <pc:docMk/>
            <pc:sldMk cId="690508576" sldId="359"/>
            <ac:spMk id="761" creationId="{39522757-1EDF-D2D0-C1CB-7A341F6A53A2}"/>
          </ac:spMkLst>
        </pc:spChg>
      </pc:sldChg>
      <pc:sldChg chg="addSp delSp modSp add mod">
        <pc:chgData name="Hartanto Tantriawan" userId="82e33306d5002250" providerId="LiveId" clId="{5753A697-1038-5003-83F6-CC341650460F}" dt="2026-02-17T12:33:25.608" v="5018" actId="207"/>
        <pc:sldMkLst>
          <pc:docMk/>
          <pc:sldMk cId="1250512766" sldId="360"/>
        </pc:sldMkLst>
        <pc:spChg chg="del mod">
          <ac:chgData name="Hartanto Tantriawan" userId="82e33306d5002250" providerId="LiveId" clId="{5753A697-1038-5003-83F6-CC341650460F}" dt="2026-02-17T12:30:08.714" v="4971"/>
          <ac:spMkLst>
            <pc:docMk/>
            <pc:sldMk cId="1250512766" sldId="360"/>
            <ac:spMk id="2" creationId="{3351C0F3-3735-8004-D561-5A333755C0AA}"/>
          </ac:spMkLst>
        </pc:spChg>
        <pc:spChg chg="add">
          <ac:chgData name="Hartanto Tantriawan" userId="82e33306d5002250" providerId="LiveId" clId="{5753A697-1038-5003-83F6-CC341650460F}" dt="2026-02-17T12:30:05.072" v="4969"/>
          <ac:spMkLst>
            <pc:docMk/>
            <pc:sldMk cId="1250512766" sldId="360"/>
            <ac:spMk id="3" creationId="{DC905236-C29A-73AA-1AC1-E1DB75E5D287}"/>
          </ac:spMkLst>
        </pc:spChg>
        <pc:spChg chg="add del mod">
          <ac:chgData name="Hartanto Tantriawan" userId="82e33306d5002250" providerId="LiveId" clId="{5753A697-1038-5003-83F6-CC341650460F}" dt="2026-02-17T12:32:09.333" v="4998" actId="478"/>
          <ac:spMkLst>
            <pc:docMk/>
            <pc:sldMk cId="1250512766" sldId="360"/>
            <ac:spMk id="4" creationId="{21867E6C-FF01-1DDE-C517-483B5B1D0E51}"/>
          </ac:spMkLst>
        </pc:spChg>
        <pc:spChg chg="add mod">
          <ac:chgData name="Hartanto Tantriawan" userId="82e33306d5002250" providerId="LiveId" clId="{5753A697-1038-5003-83F6-CC341650460F}" dt="2026-02-17T12:31:07.772" v="4977"/>
          <ac:spMkLst>
            <pc:docMk/>
            <pc:sldMk cId="1250512766" sldId="360"/>
            <ac:spMk id="5" creationId="{BD5A73B0-9FA7-17E2-627F-91CFF4DD46BB}"/>
          </ac:spMkLst>
        </pc:spChg>
        <pc:spChg chg="add mod">
          <ac:chgData name="Hartanto Tantriawan" userId="82e33306d5002250" providerId="LiveId" clId="{5753A697-1038-5003-83F6-CC341650460F}" dt="2026-02-17T12:33:25.608" v="5018" actId="207"/>
          <ac:spMkLst>
            <pc:docMk/>
            <pc:sldMk cId="1250512766" sldId="360"/>
            <ac:spMk id="6" creationId="{96C6E029-167F-3CC2-CD62-E12AD563A12D}"/>
          </ac:spMkLst>
        </pc:spChg>
        <pc:spChg chg="mod">
          <ac:chgData name="Hartanto Tantriawan" userId="82e33306d5002250" providerId="LiveId" clId="{5753A697-1038-5003-83F6-CC341650460F}" dt="2026-02-17T12:29:53.880" v="4968" actId="207"/>
          <ac:spMkLst>
            <pc:docMk/>
            <pc:sldMk cId="1250512766" sldId="360"/>
            <ac:spMk id="761" creationId="{CD880EDD-D301-4BD9-5FA0-3339EFB333B6}"/>
          </ac:spMkLst>
        </pc:spChg>
      </pc:sldChg>
      <pc:sldChg chg="addSp delSp modSp add mod ord">
        <pc:chgData name="Hartanto Tantriawan" userId="82e33306d5002250" providerId="LiveId" clId="{5753A697-1038-5003-83F6-CC341650460F}" dt="2026-02-17T12:35:55.389" v="5047" actId="20578"/>
        <pc:sldMkLst>
          <pc:docMk/>
          <pc:sldMk cId="1386305465" sldId="361"/>
        </pc:sldMkLst>
        <pc:spChg chg="add mod">
          <ac:chgData name="Hartanto Tantriawan" userId="82e33306d5002250" providerId="LiveId" clId="{5753A697-1038-5003-83F6-CC341650460F}" dt="2026-02-17T12:34:59.908" v="5044"/>
          <ac:spMkLst>
            <pc:docMk/>
            <pc:sldMk cId="1386305465" sldId="361"/>
            <ac:spMk id="3" creationId="{0EAFC1B4-2E99-4CB2-BE18-B4ED355F9B6A}"/>
          </ac:spMkLst>
        </pc:spChg>
        <pc:spChg chg="add mod">
          <ac:chgData name="Hartanto Tantriawan" userId="82e33306d5002250" providerId="LiveId" clId="{5753A697-1038-5003-83F6-CC341650460F}" dt="2026-02-17T12:35:06.104" v="5045"/>
          <ac:spMkLst>
            <pc:docMk/>
            <pc:sldMk cId="1386305465" sldId="361"/>
            <ac:spMk id="4" creationId="{3D095441-E20D-DBF0-266B-9516628EC7B9}"/>
          </ac:spMkLst>
        </pc:spChg>
        <pc:spChg chg="del">
          <ac:chgData name="Hartanto Tantriawan" userId="82e33306d5002250" providerId="LiveId" clId="{5753A697-1038-5003-83F6-CC341650460F}" dt="2026-02-17T12:34:44.824" v="5042" actId="478"/>
          <ac:spMkLst>
            <pc:docMk/>
            <pc:sldMk cId="1386305465" sldId="361"/>
            <ac:spMk id="6" creationId="{BFA7348A-070D-45E1-8898-0C2DCFC2A51F}"/>
          </ac:spMkLst>
        </pc:spChg>
        <pc:spChg chg="mod">
          <ac:chgData name="Hartanto Tantriawan" userId="82e33306d5002250" providerId="LiveId" clId="{5753A697-1038-5003-83F6-CC341650460F}" dt="2026-02-17T12:34:21.611" v="5041" actId="20577"/>
          <ac:spMkLst>
            <pc:docMk/>
            <pc:sldMk cId="1386305465" sldId="361"/>
            <ac:spMk id="761" creationId="{F193C496-C090-9423-8606-1F534D2291C6}"/>
          </ac:spMkLst>
        </pc:spChg>
        <pc:picChg chg="add mod">
          <ac:chgData name="Hartanto Tantriawan" userId="82e33306d5002250" providerId="LiveId" clId="{5753A697-1038-5003-83F6-CC341650460F}" dt="2026-02-17T12:34:53.300" v="5043"/>
          <ac:picMkLst>
            <pc:docMk/>
            <pc:sldMk cId="1386305465" sldId="361"/>
            <ac:picMk id="2" creationId="{657D4AAF-1490-8B09-35F9-0234F483CC33}"/>
          </ac:picMkLst>
        </pc:picChg>
      </pc:sldChg>
      <pc:sldChg chg="addSp delSp modSp add mod">
        <pc:chgData name="Hartanto Tantriawan" userId="82e33306d5002250" providerId="LiveId" clId="{5753A697-1038-5003-83F6-CC341650460F}" dt="2026-02-17T12:39:19.591" v="5106" actId="207"/>
        <pc:sldMkLst>
          <pc:docMk/>
          <pc:sldMk cId="473865082" sldId="362"/>
        </pc:sldMkLst>
        <pc:spChg chg="add">
          <ac:chgData name="Hartanto Tantriawan" userId="82e33306d5002250" providerId="LiveId" clId="{5753A697-1038-5003-83F6-CC341650460F}" dt="2026-02-17T12:37:19.432" v="5077"/>
          <ac:spMkLst>
            <pc:docMk/>
            <pc:sldMk cId="473865082" sldId="362"/>
            <ac:spMk id="2" creationId="{26231D0C-B406-6894-B6D0-BAE856A8F329}"/>
          </ac:spMkLst>
        </pc:spChg>
        <pc:spChg chg="add">
          <ac:chgData name="Hartanto Tantriawan" userId="82e33306d5002250" providerId="LiveId" clId="{5753A697-1038-5003-83F6-CC341650460F}" dt="2026-02-17T12:37:29.449" v="5080"/>
          <ac:spMkLst>
            <pc:docMk/>
            <pc:sldMk cId="473865082" sldId="362"/>
            <ac:spMk id="3" creationId="{651CBFD9-CA93-B365-E181-A8B90D82C13F}"/>
          </ac:spMkLst>
        </pc:spChg>
        <pc:spChg chg="add del mod">
          <ac:chgData name="Hartanto Tantriawan" userId="82e33306d5002250" providerId="LiveId" clId="{5753A697-1038-5003-83F6-CC341650460F}" dt="2026-02-17T12:37:49.661" v="5089" actId="1036"/>
          <ac:spMkLst>
            <pc:docMk/>
            <pc:sldMk cId="473865082" sldId="362"/>
            <ac:spMk id="4" creationId="{60CAB01B-958E-5198-22A6-E27C68D7C206}"/>
          </ac:spMkLst>
        </pc:spChg>
        <pc:spChg chg="add del mod">
          <ac:chgData name="Hartanto Tantriawan" userId="82e33306d5002250" providerId="LiveId" clId="{5753A697-1038-5003-83F6-CC341650460F}" dt="2026-02-17T12:39:19.591" v="5106" actId="207"/>
          <ac:spMkLst>
            <pc:docMk/>
            <pc:sldMk cId="473865082" sldId="362"/>
            <ac:spMk id="6" creationId="{CDB2A67D-2A1F-BC65-C55B-59EAE881A48A}"/>
          </ac:spMkLst>
        </pc:spChg>
        <pc:spChg chg="mod">
          <ac:chgData name="Hartanto Tantriawan" userId="82e33306d5002250" providerId="LiveId" clId="{5753A697-1038-5003-83F6-CC341650460F}" dt="2026-02-17T12:36:13.734" v="5076" actId="20577"/>
          <ac:spMkLst>
            <pc:docMk/>
            <pc:sldMk cId="473865082" sldId="362"/>
            <ac:spMk id="761" creationId="{46490391-9317-C393-D7BD-D95FA121E8A4}"/>
          </ac:spMkLst>
        </pc:spChg>
      </pc:sldChg>
      <pc:sldChg chg="addSp modSp add mod">
        <pc:chgData name="Hartanto Tantriawan" userId="82e33306d5002250" providerId="LiveId" clId="{5753A697-1038-5003-83F6-CC341650460F}" dt="2026-02-17T12:43:13.613" v="5287" actId="20577"/>
        <pc:sldMkLst>
          <pc:docMk/>
          <pc:sldMk cId="554734225" sldId="363"/>
        </pc:sldMkLst>
        <pc:spChg chg="add mod">
          <ac:chgData name="Hartanto Tantriawan" userId="82e33306d5002250" providerId="LiveId" clId="{5753A697-1038-5003-83F6-CC341650460F}" dt="2026-02-17T12:43:13.613" v="5287" actId="20577"/>
          <ac:spMkLst>
            <pc:docMk/>
            <pc:sldMk cId="554734225" sldId="363"/>
            <ac:spMk id="2" creationId="{055D8453-E5EC-501A-5FC4-6E4274D71B5E}"/>
          </ac:spMkLst>
        </pc:spChg>
        <pc:spChg chg="mod">
          <ac:chgData name="Hartanto Tantriawan" userId="82e33306d5002250" providerId="LiveId" clId="{5753A697-1038-5003-83F6-CC341650460F}" dt="2026-02-17T12:40:43.566" v="5151" actId="1076"/>
          <ac:spMkLst>
            <pc:docMk/>
            <pc:sldMk cId="554734225" sldId="363"/>
            <ac:spMk id="6" creationId="{A2E803EC-578C-B52B-FE3F-B6892475570B}"/>
          </ac:spMkLst>
        </pc:spChg>
        <pc:spChg chg="mod">
          <ac:chgData name="Hartanto Tantriawan" userId="82e33306d5002250" providerId="LiveId" clId="{5753A697-1038-5003-83F6-CC341650460F}" dt="2026-02-17T12:39:54.430" v="5141" actId="20577"/>
          <ac:spMkLst>
            <pc:docMk/>
            <pc:sldMk cId="554734225" sldId="363"/>
            <ac:spMk id="761" creationId="{70F29737-6710-904F-C58B-66FBB3EADF93}"/>
          </ac:spMkLst>
        </pc:spChg>
      </pc:sldChg>
      <pc:sldChg chg="addSp delSp modSp new mod">
        <pc:chgData name="Hartanto Tantriawan" userId="82e33306d5002250" providerId="LiveId" clId="{5753A697-1038-5003-83F6-CC341650460F}" dt="2026-02-17T13:08:31.104" v="5371" actId="20577"/>
        <pc:sldMkLst>
          <pc:docMk/>
          <pc:sldMk cId="649285572" sldId="364"/>
        </pc:sldMkLst>
        <pc:spChg chg="mod">
          <ac:chgData name="Hartanto Tantriawan" userId="82e33306d5002250" providerId="LiveId" clId="{5753A697-1038-5003-83F6-CC341650460F}" dt="2026-02-17T13:07:48.492" v="5356"/>
          <ac:spMkLst>
            <pc:docMk/>
            <pc:sldMk cId="649285572" sldId="364"/>
            <ac:spMk id="2" creationId="{CDF6E782-FD65-598D-F187-5F59AF425394}"/>
          </ac:spMkLst>
        </pc:spChg>
        <pc:spChg chg="del">
          <ac:chgData name="Hartanto Tantriawan" userId="82e33306d5002250" providerId="LiveId" clId="{5753A697-1038-5003-83F6-CC341650460F}" dt="2026-02-17T13:02:05.982" v="5308" actId="478"/>
          <ac:spMkLst>
            <pc:docMk/>
            <pc:sldMk cId="649285572" sldId="364"/>
            <ac:spMk id="3" creationId="{41250895-0C63-DE53-F6AC-0B6AA7F1708E}"/>
          </ac:spMkLst>
        </pc:spChg>
        <pc:spChg chg="del">
          <ac:chgData name="Hartanto Tantriawan" userId="82e33306d5002250" providerId="LiveId" clId="{5753A697-1038-5003-83F6-CC341650460F}" dt="2026-02-17T13:02:01.252" v="5306" actId="478"/>
          <ac:spMkLst>
            <pc:docMk/>
            <pc:sldMk cId="649285572" sldId="364"/>
            <ac:spMk id="4" creationId="{38F6F191-AEFC-48DB-2EBA-5962A0A0158A}"/>
          </ac:spMkLst>
        </pc:spChg>
        <pc:spChg chg="del">
          <ac:chgData name="Hartanto Tantriawan" userId="82e33306d5002250" providerId="LiveId" clId="{5753A697-1038-5003-83F6-CC341650460F}" dt="2026-02-17T13:01:59.133" v="5305" actId="478"/>
          <ac:spMkLst>
            <pc:docMk/>
            <pc:sldMk cId="649285572" sldId="364"/>
            <ac:spMk id="5" creationId="{BE63D042-6D53-B934-DCAA-5C1F56B8B92C}"/>
          </ac:spMkLst>
        </pc:spChg>
        <pc:spChg chg="del">
          <ac:chgData name="Hartanto Tantriawan" userId="82e33306d5002250" providerId="LiveId" clId="{5753A697-1038-5003-83F6-CC341650460F}" dt="2026-02-17T13:02:03.667" v="5307" actId="478"/>
          <ac:spMkLst>
            <pc:docMk/>
            <pc:sldMk cId="649285572" sldId="364"/>
            <ac:spMk id="6" creationId="{DD0D94EC-FF98-4EBB-35B1-B1D6CADADD3D}"/>
          </ac:spMkLst>
        </pc:spChg>
        <pc:spChg chg="add mod">
          <ac:chgData name="Hartanto Tantriawan" userId="82e33306d5002250" providerId="LiveId" clId="{5753A697-1038-5003-83F6-CC341650460F}" dt="2026-02-17T13:01:55.270" v="5304"/>
          <ac:spMkLst>
            <pc:docMk/>
            <pc:sldMk cId="649285572" sldId="364"/>
            <ac:spMk id="7" creationId="{4BDE07A1-754F-50DF-A878-C66550B5A0A4}"/>
          </ac:spMkLst>
        </pc:spChg>
        <pc:spChg chg="add mod">
          <ac:chgData name="Hartanto Tantriawan" userId="82e33306d5002250" providerId="LiveId" clId="{5753A697-1038-5003-83F6-CC341650460F}" dt="2026-02-17T13:08:31.104" v="5371" actId="20577"/>
          <ac:spMkLst>
            <pc:docMk/>
            <pc:sldMk cId="649285572" sldId="364"/>
            <ac:spMk id="8" creationId="{710EE79C-CF89-107F-29CF-234B209BB5CA}"/>
          </ac:spMkLst>
        </pc:spChg>
      </pc:sldChg>
      <pc:sldChg chg="addSp modSp new mod">
        <pc:chgData name="Hartanto Tantriawan" userId="82e33306d5002250" providerId="LiveId" clId="{5753A697-1038-5003-83F6-CC341650460F}" dt="2026-02-17T13:12:24.690" v="5454" actId="14100"/>
        <pc:sldMkLst>
          <pc:docMk/>
          <pc:sldMk cId="194971873" sldId="365"/>
        </pc:sldMkLst>
        <pc:spChg chg="mod">
          <ac:chgData name="Hartanto Tantriawan" userId="82e33306d5002250" providerId="LiveId" clId="{5753A697-1038-5003-83F6-CC341650460F}" dt="2026-02-17T13:12:03.459" v="5449" actId="20577"/>
          <ac:spMkLst>
            <pc:docMk/>
            <pc:sldMk cId="194971873" sldId="365"/>
            <ac:spMk id="2" creationId="{217C4DB1-5A34-33EA-C048-85CBA9EFF9F0}"/>
          </ac:spMkLst>
        </pc:spChg>
        <pc:picChg chg="add mod">
          <ac:chgData name="Hartanto Tantriawan" userId="82e33306d5002250" providerId="LiveId" clId="{5753A697-1038-5003-83F6-CC341650460F}" dt="2026-02-17T13:12:15.941" v="5452" actId="1076"/>
          <ac:picMkLst>
            <pc:docMk/>
            <pc:sldMk cId="194971873" sldId="365"/>
            <ac:picMk id="7" creationId="{95E8BD74-A7D5-C8DB-792B-66BCBCFC2C43}"/>
          </ac:picMkLst>
        </pc:picChg>
        <pc:picChg chg="add mod">
          <ac:chgData name="Hartanto Tantriawan" userId="82e33306d5002250" providerId="LiveId" clId="{5753A697-1038-5003-83F6-CC341650460F}" dt="2026-02-17T13:12:24.690" v="5454" actId="14100"/>
          <ac:picMkLst>
            <pc:docMk/>
            <pc:sldMk cId="194971873" sldId="365"/>
            <ac:picMk id="8" creationId="{E767E1C3-ACE9-9C63-321B-9A9690C72213}"/>
          </ac:picMkLst>
        </pc:picChg>
      </pc:sldChg>
      <pc:sldChg chg="modSp add mod">
        <pc:chgData name="Hartanto Tantriawan" userId="82e33306d5002250" providerId="LiveId" clId="{5753A697-1038-5003-83F6-CC341650460F}" dt="2026-02-17T13:11:39.182" v="5437" actId="207"/>
        <pc:sldMkLst>
          <pc:docMk/>
          <pc:sldMk cId="672887255" sldId="366"/>
        </pc:sldMkLst>
        <pc:spChg chg="mod">
          <ac:chgData name="Hartanto Tantriawan" userId="82e33306d5002250" providerId="LiveId" clId="{5753A697-1038-5003-83F6-CC341650460F}" dt="2026-02-17T13:10:00.512" v="5415" actId="20577"/>
          <ac:spMkLst>
            <pc:docMk/>
            <pc:sldMk cId="672887255" sldId="366"/>
            <ac:spMk id="2" creationId="{D9DBBA7C-A83C-5AEF-3B9D-76C8C5C90AC1}"/>
          </ac:spMkLst>
        </pc:spChg>
        <pc:spChg chg="mod">
          <ac:chgData name="Hartanto Tantriawan" userId="82e33306d5002250" providerId="LiveId" clId="{5753A697-1038-5003-83F6-CC341650460F}" dt="2026-02-17T13:11:39.182" v="5437" actId="207"/>
          <ac:spMkLst>
            <pc:docMk/>
            <pc:sldMk cId="672887255" sldId="366"/>
            <ac:spMk id="8" creationId="{3B905DF7-DB5D-5019-6F4F-0156B61C0756}"/>
          </ac:spMkLst>
        </pc:spChg>
      </pc:sldChg>
      <pc:sldChg chg="modSp add mod">
        <pc:chgData name="Hartanto Tantriawan" userId="82e33306d5002250" providerId="LiveId" clId="{5753A697-1038-5003-83F6-CC341650460F}" dt="2026-02-17T13:19:26.282" v="5558" actId="207"/>
        <pc:sldMkLst>
          <pc:docMk/>
          <pc:sldMk cId="524410446" sldId="367"/>
        </pc:sldMkLst>
        <pc:spChg chg="mod">
          <ac:chgData name="Hartanto Tantriawan" userId="82e33306d5002250" providerId="LiveId" clId="{5753A697-1038-5003-83F6-CC341650460F}" dt="2026-02-17T13:19:26.282" v="5558" actId="207"/>
          <ac:spMkLst>
            <pc:docMk/>
            <pc:sldMk cId="524410446" sldId="367"/>
            <ac:spMk id="2" creationId="{4634A2F3-54A1-99F4-0738-48AA266D3D8D}"/>
          </ac:spMkLst>
        </pc:spChg>
        <pc:spChg chg="mod">
          <ac:chgData name="Hartanto Tantriawan" userId="82e33306d5002250" providerId="LiveId" clId="{5753A697-1038-5003-83F6-CC341650460F}" dt="2026-02-17T13:19:15.708" v="5557" actId="207"/>
          <ac:spMkLst>
            <pc:docMk/>
            <pc:sldMk cId="524410446" sldId="367"/>
            <ac:spMk id="8" creationId="{5402803E-BD19-1BE9-B7D4-99CD4AD993B1}"/>
          </ac:spMkLst>
        </pc:spChg>
      </pc:sldChg>
      <pc:sldChg chg="add del">
        <pc:chgData name="Hartanto Tantriawan" userId="82e33306d5002250" providerId="LiveId" clId="{5753A697-1038-5003-83F6-CC341650460F}" dt="2026-02-17T13:12:49.417" v="5456" actId="2696"/>
        <pc:sldMkLst>
          <pc:docMk/>
          <pc:sldMk cId="2028724711" sldId="367"/>
        </pc:sldMkLst>
      </pc:sldChg>
      <pc:sldChg chg="addSp modSp new mod">
        <pc:chgData name="Hartanto Tantriawan" userId="82e33306d5002250" providerId="LiveId" clId="{5753A697-1038-5003-83F6-CC341650460F}" dt="2026-02-17T13:22:04.658" v="5595" actId="207"/>
        <pc:sldMkLst>
          <pc:docMk/>
          <pc:sldMk cId="836406529" sldId="368"/>
        </pc:sldMkLst>
        <pc:spChg chg="mod">
          <ac:chgData name="Hartanto Tantriawan" userId="82e33306d5002250" providerId="LiveId" clId="{5753A697-1038-5003-83F6-CC341650460F}" dt="2026-02-17T13:19:51.259" v="5565" actId="207"/>
          <ac:spMkLst>
            <pc:docMk/>
            <pc:sldMk cId="836406529" sldId="368"/>
            <ac:spMk id="2" creationId="{9E964C58-8C5B-C916-5EED-6AFD552DEFC2}"/>
          </ac:spMkLst>
        </pc:spChg>
        <pc:spChg chg="add mod">
          <ac:chgData name="Hartanto Tantriawan" userId="82e33306d5002250" providerId="LiveId" clId="{5753A697-1038-5003-83F6-CC341650460F}" dt="2026-02-17T13:22:04.658" v="5595" actId="207"/>
          <ac:spMkLst>
            <pc:docMk/>
            <pc:sldMk cId="836406529" sldId="368"/>
            <ac:spMk id="8" creationId="{699D0E8B-5091-F15C-12A5-45F3369F5B8E}"/>
          </ac:spMkLst>
        </pc:spChg>
        <pc:picChg chg="add mod">
          <ac:chgData name="Hartanto Tantriawan" userId="82e33306d5002250" providerId="LiveId" clId="{5753A697-1038-5003-83F6-CC341650460F}" dt="2026-02-17T13:20:11.205" v="5568" actId="1076"/>
          <ac:picMkLst>
            <pc:docMk/>
            <pc:sldMk cId="836406529" sldId="368"/>
            <ac:picMk id="7" creationId="{4EBBBF94-7A57-E904-5EB0-1D52215D6F3B}"/>
          </ac:picMkLst>
        </pc:picChg>
      </pc:sldChg>
      <pc:sldChg chg="addSp modSp new mod">
        <pc:chgData name="Hartanto Tantriawan" userId="82e33306d5002250" providerId="LiveId" clId="{5753A697-1038-5003-83F6-CC341650460F}" dt="2026-02-17T13:22:57.090" v="5631" actId="1076"/>
        <pc:sldMkLst>
          <pc:docMk/>
          <pc:sldMk cId="575084913" sldId="369"/>
        </pc:sldMkLst>
        <pc:spChg chg="mod">
          <ac:chgData name="Hartanto Tantriawan" userId="82e33306d5002250" providerId="LiveId" clId="{5753A697-1038-5003-83F6-CC341650460F}" dt="2026-02-17T13:22:45.757" v="5629" actId="207"/>
          <ac:spMkLst>
            <pc:docMk/>
            <pc:sldMk cId="575084913" sldId="369"/>
            <ac:spMk id="2" creationId="{3B755443-464C-AFB7-B3BA-BB89C0A23096}"/>
          </ac:spMkLst>
        </pc:spChg>
        <pc:picChg chg="add mod">
          <ac:chgData name="Hartanto Tantriawan" userId="82e33306d5002250" providerId="LiveId" clId="{5753A697-1038-5003-83F6-CC341650460F}" dt="2026-02-17T13:22:57.090" v="5631" actId="1076"/>
          <ac:picMkLst>
            <pc:docMk/>
            <pc:sldMk cId="575084913" sldId="369"/>
            <ac:picMk id="7" creationId="{FA649EB3-31A5-B162-A14D-3E4AACF8553E}"/>
          </ac:picMkLst>
        </pc:picChg>
      </pc:sldChg>
      <pc:sldChg chg="addSp modSp new mod">
        <pc:chgData name="Hartanto Tantriawan" userId="82e33306d5002250" providerId="LiveId" clId="{5753A697-1038-5003-83F6-CC341650460F}" dt="2026-02-17T13:28:28.180" v="5729" actId="20577"/>
        <pc:sldMkLst>
          <pc:docMk/>
          <pc:sldMk cId="961766416" sldId="370"/>
        </pc:sldMkLst>
        <pc:spChg chg="mod">
          <ac:chgData name="Hartanto Tantriawan" userId="82e33306d5002250" providerId="LiveId" clId="{5753A697-1038-5003-83F6-CC341650460F}" dt="2026-02-17T13:28:28.180" v="5729" actId="20577"/>
          <ac:spMkLst>
            <pc:docMk/>
            <pc:sldMk cId="961766416" sldId="370"/>
            <ac:spMk id="2" creationId="{932E0D9F-C467-D92B-B0C0-7DA2DDC34C14}"/>
          </ac:spMkLst>
        </pc:spChg>
        <pc:picChg chg="add mod">
          <ac:chgData name="Hartanto Tantriawan" userId="82e33306d5002250" providerId="LiveId" clId="{5753A697-1038-5003-83F6-CC341650460F}" dt="2026-02-17T13:28:18.617" v="5721" actId="14100"/>
          <ac:picMkLst>
            <pc:docMk/>
            <pc:sldMk cId="961766416" sldId="370"/>
            <ac:picMk id="7" creationId="{63E4B1DF-D657-CE37-E8D1-7BF40C9B3965}"/>
          </ac:picMkLst>
        </pc:picChg>
      </pc:sldChg>
      <pc:sldChg chg="modSp add mod ord">
        <pc:chgData name="Hartanto Tantriawan" userId="82e33306d5002250" providerId="LiveId" clId="{5753A697-1038-5003-83F6-CC341650460F}" dt="2026-02-17T13:27:37.651" v="5704" actId="207"/>
        <pc:sldMkLst>
          <pc:docMk/>
          <pc:sldMk cId="1434458871" sldId="371"/>
        </pc:sldMkLst>
        <pc:spChg chg="mod">
          <ac:chgData name="Hartanto Tantriawan" userId="82e33306d5002250" providerId="LiveId" clId="{5753A697-1038-5003-83F6-CC341650460F}" dt="2026-02-17T13:23:23.598" v="5651" actId="20577"/>
          <ac:spMkLst>
            <pc:docMk/>
            <pc:sldMk cId="1434458871" sldId="371"/>
            <ac:spMk id="2" creationId="{C5B423D4-B9B0-29AD-CE28-81F2553151BD}"/>
          </ac:spMkLst>
        </pc:spChg>
        <pc:spChg chg="mod">
          <ac:chgData name="Hartanto Tantriawan" userId="82e33306d5002250" providerId="LiveId" clId="{5753A697-1038-5003-83F6-CC341650460F}" dt="2026-02-17T13:27:37.651" v="5704" actId="207"/>
          <ac:spMkLst>
            <pc:docMk/>
            <pc:sldMk cId="1434458871" sldId="371"/>
            <ac:spMk id="8" creationId="{880367D6-13C9-11FF-C4B3-198827F317AC}"/>
          </ac:spMkLst>
        </pc:spChg>
      </pc:sldChg>
      <pc:sldChg chg="addSp modSp new mod">
        <pc:chgData name="Hartanto Tantriawan" userId="82e33306d5002250" providerId="LiveId" clId="{5753A697-1038-5003-83F6-CC341650460F}" dt="2026-02-17T13:28:55.233" v="5753"/>
        <pc:sldMkLst>
          <pc:docMk/>
          <pc:sldMk cId="3572030942" sldId="372"/>
        </pc:sldMkLst>
        <pc:spChg chg="mod">
          <ac:chgData name="Hartanto Tantriawan" userId="82e33306d5002250" providerId="LiveId" clId="{5753A697-1038-5003-83F6-CC341650460F}" dt="2026-02-17T13:28:45.855" v="5751" actId="20577"/>
          <ac:spMkLst>
            <pc:docMk/>
            <pc:sldMk cId="3572030942" sldId="372"/>
            <ac:spMk id="2" creationId="{463D5F0B-92F7-7E68-4B58-3DE86DBBD099}"/>
          </ac:spMkLst>
        </pc:spChg>
        <pc:picChg chg="add mod">
          <ac:chgData name="Hartanto Tantriawan" userId="82e33306d5002250" providerId="LiveId" clId="{5753A697-1038-5003-83F6-CC341650460F}" dt="2026-02-17T13:28:50.511" v="5752"/>
          <ac:picMkLst>
            <pc:docMk/>
            <pc:sldMk cId="3572030942" sldId="372"/>
            <ac:picMk id="7" creationId="{B3BD3124-036A-C3A5-9149-45A0726474EF}"/>
          </ac:picMkLst>
        </pc:picChg>
        <pc:picChg chg="add mod">
          <ac:chgData name="Hartanto Tantriawan" userId="82e33306d5002250" providerId="LiveId" clId="{5753A697-1038-5003-83F6-CC341650460F}" dt="2026-02-17T13:28:55.233" v="5753"/>
          <ac:picMkLst>
            <pc:docMk/>
            <pc:sldMk cId="3572030942" sldId="372"/>
            <ac:picMk id="8" creationId="{2E5E7B53-BF41-908C-E3C8-AEBB78623DD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576a45fa49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576a45fa49_2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/>
              <a:t>Data </a:t>
            </a:r>
            <a:r>
              <a:rPr lang="en-US" dirty="0" err="1"/>
              <a:t>terstruktur</a:t>
            </a:r>
            <a:r>
              <a:rPr lang="en-US" dirty="0"/>
              <a:t>: </a:t>
            </a:r>
            <a:r>
              <a:rPr lang="en-ID" dirty="0"/>
              <a:t>data yang </a:t>
            </a:r>
            <a:r>
              <a:rPr lang="en-ID" dirty="0" err="1"/>
              <a:t>memiliki</a:t>
            </a:r>
            <a:r>
              <a:rPr lang="en-ID" dirty="0"/>
              <a:t> format dan </a:t>
            </a:r>
            <a:r>
              <a:rPr lang="en-ID" dirty="0" err="1"/>
              <a:t>skema</a:t>
            </a:r>
            <a:r>
              <a:rPr lang="en-ID" dirty="0"/>
              <a:t> yang </a:t>
            </a:r>
            <a:r>
              <a:rPr lang="en-ID" dirty="0" err="1"/>
              <a:t>jelas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mudah</a:t>
            </a:r>
            <a:r>
              <a:rPr lang="en-ID" dirty="0"/>
              <a:t> </a:t>
            </a:r>
            <a:r>
              <a:rPr lang="en-ID" dirty="0" err="1"/>
              <a:t>disimpan</a:t>
            </a:r>
            <a:r>
              <a:rPr lang="en-ID" dirty="0"/>
              <a:t> dan </a:t>
            </a:r>
            <a:r>
              <a:rPr lang="en-ID" dirty="0" err="1"/>
              <a:t>diproses</a:t>
            </a:r>
            <a:r>
              <a:rPr lang="en-ID" dirty="0"/>
              <a:t> oleh </a:t>
            </a:r>
            <a:r>
              <a:rPr lang="en-ID" dirty="0" err="1"/>
              <a:t>sistem</a:t>
            </a:r>
            <a:r>
              <a:rPr lang="en-ID" dirty="0"/>
              <a:t> basis data.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dirty="0"/>
              <a:t>Data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terstruktur</a:t>
            </a:r>
            <a:r>
              <a:rPr lang="en-US" dirty="0"/>
              <a:t>: </a:t>
            </a:r>
            <a:r>
              <a:rPr lang="en-ID" dirty="0"/>
              <a:t>data yang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 format </a:t>
            </a:r>
            <a:r>
              <a:rPr lang="en-ID" dirty="0" err="1"/>
              <a:t>baku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skema</a:t>
            </a:r>
            <a:r>
              <a:rPr lang="en-ID" dirty="0"/>
              <a:t> yang </a:t>
            </a:r>
            <a:r>
              <a:rPr lang="en-ID" dirty="0" err="1"/>
              <a:t>tetap</a:t>
            </a:r>
            <a:r>
              <a:rPr lang="en-ID" dirty="0"/>
              <a:t>, </a:t>
            </a:r>
            <a:r>
              <a:rPr lang="en-ID" dirty="0" err="1"/>
              <a:t>sehingga</a:t>
            </a:r>
            <a:r>
              <a:rPr lang="en-ID" dirty="0"/>
              <a:t> </a:t>
            </a:r>
            <a:r>
              <a:rPr lang="en-ID" dirty="0" err="1"/>
              <a:t>memerlukan</a:t>
            </a:r>
            <a:r>
              <a:rPr lang="en-ID" dirty="0"/>
              <a:t> </a:t>
            </a:r>
            <a:r>
              <a:rPr lang="en-ID" dirty="0" err="1"/>
              <a:t>teknik</a:t>
            </a:r>
            <a:r>
              <a:rPr lang="en-ID" dirty="0"/>
              <a:t> </a:t>
            </a:r>
            <a:r>
              <a:rPr lang="en-ID" dirty="0" err="1"/>
              <a:t>khusus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pengelolaannya</a:t>
            </a:r>
            <a:r>
              <a:rPr lang="en-ID" dirty="0"/>
              <a:t>.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95D6DBD2-548F-F99F-AF65-DB7B053A0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039EFAE6-68E8-2D53-0B98-824D1B3FFE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052D3685-EF26-B7E0-B061-3242ECB880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670463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12CA2E42-3AC8-AFC6-4C19-97A7918A6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48FEE1CC-D3AD-0E86-2A3D-8515A87A60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91CE6D75-77F2-7DF8-0549-AE7F0C02D3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58636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AFB169D9-85C0-AC1B-B419-13EB5C2A7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518A2877-16A5-C06E-41D8-42D0CE00A0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3C2E9005-5930-A15A-6853-93DDE17D63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71814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C447CE67-DE3B-8D08-31E6-9779C2FD3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C8EB93B3-4D80-94C3-F3AB-CC9F7F05A7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C1F2C6FF-6B4A-8217-1866-3FAB7FB204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675221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E39E5B2B-3395-3DB2-DC9F-4D94FBACA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D6545DB9-DC5F-C9BF-DB88-53CEEADE20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3A8C3F6A-BBCF-0650-D16F-AAE5B17FBA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45333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081E79D6-AE67-B2F4-51C5-F7C6AD7F9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0BBC3D77-E871-E625-A0F0-869685BD6A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17BDCA4D-28FD-60AB-4718-7C797BD736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853828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E1C21180-C0EF-5268-1F17-205D205EC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85DACA78-292C-5CE1-DAD5-6C6F40B90F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AAFFAE71-1BD6-89F3-6D16-55A008FAD8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326276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CA4B845D-2003-D7FA-FB1C-34E4BA20B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7F5CD648-A52F-2876-AD69-7620BADBAB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7E8288C6-8140-45E6-1E8D-873AEDC781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775346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BE884317-5A50-0933-1F09-71CBD32A4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A1261DA4-5C17-A1A6-01F5-DF1AB40DCE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E1166F6F-17F8-63A2-5E63-8456F4876B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31562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C8B36B13-B310-C84B-A8FF-F1AE6C0CC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3CD1DAC1-2AA2-D5B2-F5EF-19EA023AEC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9F5C198A-FE0E-0CB5-D715-60A9FDEBAA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27982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5CF187FC-7042-FEDD-74E9-AF59EA8BAF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525848C2-66F3-9506-BC68-B1019046F4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C899EEFA-EC1D-FC54-38DB-517617F022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35982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8983574B-0629-A8A2-12ED-A30765251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9AC94C65-F381-7075-42AC-B9E5040C86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FAFE74C2-DC80-CE9D-D031-29B7E0B461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03754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7203A792-DD7D-248F-AABA-A706DEADC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EF025294-4F9A-581A-303C-656FFD4FD9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C96B8D79-E33B-E667-E141-7128AAC5A3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042442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353D9C8B-DB50-0ACB-3830-9526AC1EE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28320496-657C-2A97-7379-341116D966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BED40D01-33C4-86E9-C31B-39C8A4106D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80489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8799E2B4-CAEF-34B9-986A-A49FD3B8F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A64EE84C-F3D9-09B1-49F6-3D0BF34842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B33CD367-8FEF-E11E-CFE5-34560A0719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6002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2DAF5AEF-2BA2-A6F9-E519-A4FADA897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B4985122-068E-7F7D-117A-613DABE1BF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1236C674-19A4-5F6C-E77C-0E21373963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246840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DA264D15-7B0C-8FE2-2CD5-9DD71B411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E0F082B5-DF76-294E-3EBC-71CC3A1407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A5F9425B-DBE1-76AC-D618-2A17BA8503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32584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543452E8-BA06-1EB6-CB53-00D012DF0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76D82E04-7447-0B28-CA4D-C61F1E9453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B9839311-363A-9419-A35F-32223045AB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96911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1342E922-6341-5536-7776-9195CA117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ADECFB19-2D64-36BF-5410-2C20CC2079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4538E638-8491-93E1-4712-2A3B420207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577325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4BA091DE-F8F8-9F94-8B01-E0EBE1936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7BDE0748-DA8B-D90D-F3F0-1E3A61D0F8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01FA6562-464E-1574-2668-81FF9A16C0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157259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3256E8CA-68CA-2EDE-9564-C9FC91A03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F2A97874-B32F-6A1F-6748-E5950E89B6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6D6062D3-74F1-5942-BD9A-C6E30530B5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b="1" dirty="0" err="1"/>
              <a:t>yntax</a:t>
            </a:r>
            <a:r>
              <a:rPr lang="en-ID" b="1" dirty="0"/>
              <a:t> for Semi Structured Data (</a:t>
            </a:r>
            <a:r>
              <a:rPr lang="en-ID" b="1" dirty="0" err="1"/>
              <a:t>Sintaks</a:t>
            </a:r>
            <a:r>
              <a:rPr lang="en-ID" b="1" dirty="0"/>
              <a:t> </a:t>
            </a:r>
            <a:r>
              <a:rPr lang="en-ID" b="1" dirty="0" err="1"/>
              <a:t>untuk</a:t>
            </a:r>
            <a:r>
              <a:rPr lang="en-ID" b="1" dirty="0"/>
              <a:t> Data Semi-</a:t>
            </a:r>
            <a:r>
              <a:rPr lang="en-ID" b="1" dirty="0" err="1"/>
              <a:t>Terstruktur</a:t>
            </a:r>
            <a:r>
              <a:rPr lang="en-ID" b="1" dirty="0"/>
              <a:t>)</a:t>
            </a:r>
            <a:endParaRPr lang="en-ID" dirty="0"/>
          </a:p>
          <a:p>
            <a:r>
              <a:rPr lang="en-ID" b="1" dirty="0" err="1"/>
              <a:t>Contoh</a:t>
            </a:r>
            <a:r>
              <a:rPr lang="en-ID" b="1" dirty="0"/>
              <a:t> </a:t>
            </a:r>
            <a:r>
              <a:rPr lang="en-ID" b="1" dirty="0" err="1"/>
              <a:t>struktur</a:t>
            </a:r>
            <a:r>
              <a:rPr lang="en-ID" b="1" dirty="0"/>
              <a:t> data Bib:</a:t>
            </a:r>
            <a:endParaRPr lang="en-ID" dirty="0"/>
          </a:p>
          <a:p>
            <a:pPr lvl="1"/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entitas</a:t>
            </a:r>
            <a:r>
              <a:rPr lang="en-ID" dirty="0"/>
              <a:t> </a:t>
            </a:r>
            <a:r>
              <a:rPr lang="en-ID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paper</a:t>
            </a:r>
            <a:r>
              <a:rPr lang="en-ID" dirty="0"/>
              <a:t> dan </a:t>
            </a:r>
            <a:r>
              <a:rPr lang="en-ID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book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berbagai</a:t>
            </a:r>
            <a:r>
              <a:rPr lang="en-ID" dirty="0"/>
              <a:t> </a:t>
            </a:r>
            <a:r>
              <a:rPr lang="en-ID" dirty="0" err="1"/>
              <a:t>atribut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author</a:t>
            </a:r>
            <a:r>
              <a:rPr lang="en-ID" dirty="0"/>
              <a:t>, </a:t>
            </a:r>
            <a:r>
              <a:rPr lang="en-ID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r>
              <a:rPr lang="en-ID" dirty="0"/>
              <a:t>, </a:t>
            </a:r>
            <a:r>
              <a:rPr lang="en-ID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r>
              <a:rPr lang="en-ID" dirty="0"/>
              <a:t>, dan </a:t>
            </a:r>
            <a:r>
              <a:rPr lang="en-ID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pages</a:t>
            </a:r>
            <a:r>
              <a:rPr lang="en-ID" dirty="0"/>
              <a:t>.</a:t>
            </a:r>
          </a:p>
          <a:p>
            <a:pPr lvl="1"/>
            <a:r>
              <a:rPr lang="en-ID" dirty="0" err="1"/>
              <a:t>Atribut</a:t>
            </a:r>
            <a:r>
              <a:rPr lang="en-ID" dirty="0"/>
              <a:t> </a:t>
            </a:r>
            <a:r>
              <a:rPr lang="en-ID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author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berupa</a:t>
            </a:r>
            <a:r>
              <a:rPr lang="en-ID" dirty="0"/>
              <a:t> </a:t>
            </a:r>
            <a:r>
              <a:rPr lang="en-ID" dirty="0" err="1"/>
              <a:t>teks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objek</a:t>
            </a:r>
            <a:r>
              <a:rPr lang="en-ID" dirty="0"/>
              <a:t> </a:t>
            </a:r>
            <a:r>
              <a:rPr lang="en-ID" dirty="0" err="1"/>
              <a:t>bersarang</a:t>
            </a:r>
            <a:r>
              <a:rPr lang="en-ID" dirty="0"/>
              <a:t> yang </a:t>
            </a:r>
            <a:r>
              <a:rPr lang="en-ID" dirty="0" err="1"/>
              <a:t>berisi</a:t>
            </a:r>
            <a:r>
              <a:rPr lang="en-ID" dirty="0"/>
              <a:t>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firstname</a:t>
            </a:r>
            <a:r>
              <a:rPr lang="en-ID" dirty="0"/>
              <a:t> dan </a:t>
            </a:r>
            <a:r>
              <a:rPr lang="en-ID" sz="11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lastname</a:t>
            </a:r>
            <a:r>
              <a:rPr lang="en-ID" dirty="0"/>
              <a:t>.</a:t>
            </a:r>
          </a:p>
          <a:p>
            <a:pPr lvl="1"/>
            <a:r>
              <a:rPr lang="en-ID" dirty="0" err="1"/>
              <a:t>Atribut</a:t>
            </a:r>
            <a:r>
              <a:rPr lang="en-ID" dirty="0"/>
              <a:t> </a:t>
            </a:r>
            <a:r>
              <a:rPr lang="en-ID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pages</a:t>
            </a:r>
            <a:r>
              <a:rPr lang="en-ID" dirty="0"/>
              <a:t> </a:t>
            </a:r>
            <a:r>
              <a:rPr lang="en-ID" dirty="0" err="1"/>
              <a:t>berisi</a:t>
            </a:r>
            <a:r>
              <a:rPr lang="en-ID" dirty="0"/>
              <a:t> </a:t>
            </a:r>
            <a:r>
              <a:rPr lang="en-ID" dirty="0" err="1"/>
              <a:t>struktur</a:t>
            </a:r>
            <a:r>
              <a:rPr lang="en-ID" dirty="0"/>
              <a:t> </a:t>
            </a:r>
            <a:r>
              <a:rPr lang="en-ID" dirty="0" err="1"/>
              <a:t>bersarang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halaman</a:t>
            </a:r>
            <a:r>
              <a:rPr lang="en-ID" dirty="0"/>
              <a:t> </a:t>
            </a:r>
            <a:r>
              <a:rPr lang="en-ID" dirty="0" err="1"/>
              <a:t>awal</a:t>
            </a:r>
            <a:r>
              <a:rPr lang="en-ID" dirty="0"/>
              <a:t> (</a:t>
            </a:r>
            <a:r>
              <a:rPr lang="en-ID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</a:t>
            </a:r>
            <a:r>
              <a:rPr lang="en-ID" dirty="0"/>
              <a:t>) dan </a:t>
            </a:r>
            <a:r>
              <a:rPr lang="en-ID" dirty="0" err="1"/>
              <a:t>halaman</a:t>
            </a:r>
            <a:r>
              <a:rPr lang="en-ID" dirty="0"/>
              <a:t> </a:t>
            </a:r>
            <a:r>
              <a:rPr lang="en-ID" dirty="0" err="1"/>
              <a:t>akhir</a:t>
            </a:r>
            <a:r>
              <a:rPr lang="en-ID" dirty="0"/>
              <a:t> (</a:t>
            </a:r>
            <a:r>
              <a:rPr lang="en-ID" sz="11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last</a:t>
            </a:r>
            <a:r>
              <a:rPr lang="en-ID" dirty="0"/>
              <a:t>).</a:t>
            </a:r>
          </a:p>
          <a:p>
            <a:r>
              <a:rPr lang="en-ID" b="1" dirty="0" err="1"/>
              <a:t>Perhatikan</a:t>
            </a:r>
            <a:r>
              <a:rPr lang="en-ID" b="1" dirty="0"/>
              <a:t> (</a:t>
            </a:r>
            <a:r>
              <a:rPr lang="en-ID" b="1" i="1" dirty="0"/>
              <a:t>Observe</a:t>
            </a:r>
            <a:r>
              <a:rPr lang="en-ID" b="1" dirty="0"/>
              <a:t>):</a:t>
            </a:r>
            <a:endParaRPr lang="en-ID" dirty="0"/>
          </a:p>
          <a:p>
            <a:pPr lvl="1"/>
            <a:r>
              <a:rPr lang="en-ID" dirty="0" err="1"/>
              <a:t>Terdapat</a:t>
            </a:r>
            <a:r>
              <a:rPr lang="en-ID" dirty="0"/>
              <a:t> </a:t>
            </a:r>
            <a:r>
              <a:rPr lang="en-ID" i="1" dirty="0" err="1"/>
              <a:t>tupel</a:t>
            </a:r>
            <a:r>
              <a:rPr lang="en-ID" dirty="0"/>
              <a:t> </a:t>
            </a:r>
            <a:r>
              <a:rPr lang="en-ID" dirty="0" err="1"/>
              <a:t>bersarang</a:t>
            </a:r>
            <a:r>
              <a:rPr lang="en-ID" dirty="0"/>
              <a:t> (</a:t>
            </a:r>
            <a:r>
              <a:rPr lang="en-ID" i="1" dirty="0"/>
              <a:t>nested tuples</a:t>
            </a:r>
            <a:r>
              <a:rPr lang="en-ID" dirty="0"/>
              <a:t>), </a:t>
            </a:r>
            <a:r>
              <a:rPr lang="en-ID" dirty="0" err="1"/>
              <a:t>nilai-nilai</a:t>
            </a:r>
            <a:r>
              <a:rPr lang="en-ID" dirty="0"/>
              <a:t> </a:t>
            </a:r>
            <a:r>
              <a:rPr lang="en-ID" dirty="0" err="1"/>
              <a:t>himpunan</a:t>
            </a:r>
            <a:r>
              <a:rPr lang="en-ID" dirty="0"/>
              <a:t> (</a:t>
            </a:r>
            <a:r>
              <a:rPr lang="en-ID" i="1" dirty="0"/>
              <a:t>set-values</a:t>
            </a:r>
            <a:r>
              <a:rPr lang="en-ID" dirty="0"/>
              <a:t>), dan </a:t>
            </a:r>
            <a:r>
              <a:rPr lang="en-ID" dirty="0" err="1"/>
              <a:t>oids</a:t>
            </a:r>
            <a:r>
              <a:rPr lang="en-ID" dirty="0"/>
              <a:t> (</a:t>
            </a:r>
            <a:r>
              <a:rPr lang="en-ID" dirty="0" err="1"/>
              <a:t>oids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diabaikan</a:t>
            </a:r>
            <a:r>
              <a:rPr lang="en-ID" dirty="0"/>
              <a:t>).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679849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9EF7E5D3-9B58-1C6A-D121-577385BFA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292A34DA-9CF1-4A05-66C2-12AC8C6A98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88D52336-3E6B-9510-D5E3-50254A585E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17036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avLst/>
              <a:gdLst/>
              <a:ahLst/>
              <a:cxnLst/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avLst/>
              <a:gdLst/>
              <a:ahLst/>
              <a:cxnLst/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avLst/>
              <a:gdLst/>
              <a:ahLst/>
              <a:cxnLst/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52" name="Google Shape;52;p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" name="Google Shape;54;p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55" name="Google Shape;55;p4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56" name="Google Shape;56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" name="Google Shape;61;p4"/>
            <p:cNvSpPr/>
            <p:nvPr/>
          </p:nvSpPr>
          <p:spPr>
            <a:xfrm>
              <a:off x="8095400" y="-33160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2" name="Google Shape;62;p4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63" name="Google Shape;63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66" name="Google Shape;66;p4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67" name="Google Shape;67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70" name="Google Shape;70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5" name="Google Shape;75;p4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76" name="Google Shape;76;p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Google Shape;78;p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86" name="Google Shape;86;p5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8" name="Google Shape;88;p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89" name="Google Shape;89;p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" name="Google Shape;91;p5"/>
          <p:cNvGrpSpPr/>
          <p:nvPr/>
        </p:nvGrpSpPr>
        <p:grpSpPr>
          <a:xfrm>
            <a:off x="-2835749" y="5"/>
            <a:ext cx="12294866" cy="7634520"/>
            <a:chOff x="-2835749" y="5"/>
            <a:chExt cx="12294866" cy="7634520"/>
          </a:xfrm>
        </p:grpSpPr>
        <p:sp>
          <p:nvSpPr>
            <p:cNvPr id="92" name="Google Shape;92;p5"/>
            <p:cNvSpPr/>
            <p:nvPr/>
          </p:nvSpPr>
          <p:spPr>
            <a:xfrm flipH="1">
              <a:off x="-2835749" y="5"/>
              <a:ext cx="3174344" cy="5036488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93" name="Google Shape;93;p5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4" cy="1266614"/>
            </a:xfrm>
          </p:grpSpPr>
          <p:sp>
            <p:nvSpPr>
              <p:cNvPr id="94" name="Google Shape;94;p5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5"/>
            <p:cNvSpPr/>
            <p:nvPr/>
          </p:nvSpPr>
          <p:spPr>
            <a:xfrm>
              <a:off x="8212964" y="3553070"/>
              <a:ext cx="1246152" cy="408145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97" name="Google Shape;97;p5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98" name="Google Shape;98;p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3" name="Google Shape;103;p5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04" name="Google Shape;104;p5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" name="Google Shape;106;p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avLst/>
              <a:gdLst/>
              <a:ahLst/>
              <a:cxnLst/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4" r:id="rId4"/>
    <p:sldLayoutId id="2147483655" r:id="rId5"/>
    <p:sldLayoutId id="2147483658" r:id="rId6"/>
    <p:sldLayoutId id="2147483669" r:id="rId7"/>
    <p:sldLayoutId id="2147483670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8"/>
          <p:cNvSpPr txBox="1">
            <a:spLocks noGrp="1"/>
          </p:cNvSpPr>
          <p:nvPr>
            <p:ph type="ctrTitle"/>
          </p:nvPr>
        </p:nvSpPr>
        <p:spPr>
          <a:xfrm>
            <a:off x="1090944" y="1187914"/>
            <a:ext cx="4384800" cy="73866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Modeling</a:t>
            </a:r>
            <a:endParaRPr dirty="0"/>
          </a:p>
        </p:txBody>
      </p:sp>
      <p:sp>
        <p:nvSpPr>
          <p:cNvPr id="663" name="Google Shape;663;p28"/>
          <p:cNvSpPr txBox="1">
            <a:spLocks noGrp="1"/>
          </p:cNvSpPr>
          <p:nvPr>
            <p:ph type="subTitle" idx="1"/>
          </p:nvPr>
        </p:nvSpPr>
        <p:spPr>
          <a:xfrm>
            <a:off x="1136900" y="2621351"/>
            <a:ext cx="4384800" cy="12836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Oleh:</a:t>
            </a:r>
          </a:p>
          <a:p>
            <a:pPr marL="0" lvl="0" indent="0"/>
            <a:r>
              <a:rPr lang="es-ES" b="1" dirty="0"/>
              <a:t>Ir. </a:t>
            </a:r>
            <a:r>
              <a:rPr lang="es-ES" b="1" dirty="0" err="1"/>
              <a:t>Hira</a:t>
            </a:r>
            <a:r>
              <a:rPr lang="es-ES" b="1" dirty="0"/>
              <a:t> </a:t>
            </a:r>
            <a:r>
              <a:rPr lang="es-ES" b="1" dirty="0" err="1"/>
              <a:t>Laksmiwati</a:t>
            </a:r>
            <a:r>
              <a:rPr lang="es-ES" b="1" dirty="0"/>
              <a:t> </a:t>
            </a:r>
            <a:r>
              <a:rPr lang="es-ES" b="1" dirty="0" err="1"/>
              <a:t>Soemitro</a:t>
            </a:r>
            <a:r>
              <a:rPr lang="es-ES" b="1" dirty="0"/>
              <a:t>, </a:t>
            </a:r>
            <a:r>
              <a:rPr lang="es-ES" b="1" dirty="0" err="1"/>
              <a:t>M.Sc</a:t>
            </a: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Hartanto Tantriawan, S.Kom., M.Kom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Arief Ichwani, S.Kom., M.Cs</a:t>
            </a:r>
            <a:endParaRPr b="1" dirty="0"/>
          </a:p>
        </p:txBody>
      </p:sp>
      <p:sp>
        <p:nvSpPr>
          <p:cNvPr id="664" name="Google Shape;664;p28"/>
          <p:cNvSpPr/>
          <p:nvPr/>
        </p:nvSpPr>
        <p:spPr>
          <a:xfrm rot="-5400000">
            <a:off x="609335" y="143296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5" name="Google Shape;665;p28"/>
          <p:cNvGrpSpPr/>
          <p:nvPr/>
        </p:nvGrpSpPr>
        <p:grpSpPr>
          <a:xfrm>
            <a:off x="6777434" y="2296620"/>
            <a:ext cx="1033834" cy="3360485"/>
            <a:chOff x="6777434" y="2296620"/>
            <a:chExt cx="1033834" cy="3360485"/>
          </a:xfrm>
        </p:grpSpPr>
        <p:grpSp>
          <p:nvGrpSpPr>
            <p:cNvPr id="666" name="Google Shape;666;p28"/>
            <p:cNvGrpSpPr/>
            <p:nvPr/>
          </p:nvGrpSpPr>
          <p:grpSpPr>
            <a:xfrm rot="10800000">
              <a:off x="6777434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667" name="Google Shape;667;p2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8" name="Google Shape;668;p2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69" name="Google Shape;669;p2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70" name="Google Shape;670;p28"/>
            <p:cNvSpPr/>
            <p:nvPr/>
          </p:nvSpPr>
          <p:spPr>
            <a:xfrm>
              <a:off x="7771212" y="2972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8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8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3" name="Google Shape;673;p28"/>
          <p:cNvGrpSpPr/>
          <p:nvPr/>
        </p:nvGrpSpPr>
        <p:grpSpPr>
          <a:xfrm>
            <a:off x="6262859" y="-2197955"/>
            <a:ext cx="681217" cy="3360485"/>
            <a:chOff x="1337800" y="-2525590"/>
            <a:chExt cx="1498167" cy="7390555"/>
          </a:xfrm>
        </p:grpSpPr>
        <p:cxnSp>
          <p:nvCxnSpPr>
            <p:cNvPr id="674" name="Google Shape;674;p28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5" name="Google Shape;675;p28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76" name="Google Shape;676;p28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7" name="Google Shape;677;p28"/>
          <p:cNvSpPr/>
          <p:nvPr/>
        </p:nvSpPr>
        <p:spPr>
          <a:xfrm rot="-5400000">
            <a:off x="8215875" y="805548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8" name="Google Shape;678;p28"/>
          <p:cNvGrpSpPr/>
          <p:nvPr/>
        </p:nvGrpSpPr>
        <p:grpSpPr>
          <a:xfrm rot="10800000" flipH="1">
            <a:off x="-2068288" y="305430"/>
            <a:ext cx="4791669" cy="923822"/>
            <a:chOff x="-78438" y="3775205"/>
            <a:chExt cx="4791669" cy="923822"/>
          </a:xfrm>
        </p:grpSpPr>
        <p:cxnSp>
          <p:nvCxnSpPr>
            <p:cNvPr id="679" name="Google Shape;679;p2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0" name="Google Shape;680;p2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81" name="Google Shape;681;p2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2" name="Google Shape;682;p28"/>
          <p:cNvGrpSpPr/>
          <p:nvPr/>
        </p:nvGrpSpPr>
        <p:grpSpPr>
          <a:xfrm>
            <a:off x="3329300" y="-3035953"/>
            <a:ext cx="6471825" cy="4623428"/>
            <a:chOff x="3329300" y="-3035953"/>
            <a:chExt cx="6471825" cy="4623428"/>
          </a:xfrm>
        </p:grpSpPr>
        <p:grpSp>
          <p:nvGrpSpPr>
            <p:cNvPr id="683" name="Google Shape;683;p28"/>
            <p:cNvGrpSpPr/>
            <p:nvPr/>
          </p:nvGrpSpPr>
          <p:grpSpPr>
            <a:xfrm rot="5400000">
              <a:off x="2802525" y="-1414050"/>
              <a:ext cx="3859204" cy="615399"/>
              <a:chOff x="-6675" y="307100"/>
              <a:chExt cx="9140700" cy="4634025"/>
            </a:xfrm>
          </p:grpSpPr>
          <p:cxnSp>
            <p:nvCxnSpPr>
              <p:cNvPr id="684" name="Google Shape;684;p2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5" name="Google Shape;685;p2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6" name="Google Shape;686;p2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7" name="Google Shape;687;p2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8" name="Google Shape;688;p2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9" name="Google Shape;689;p2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0" name="Google Shape;690;p2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1" name="Google Shape;691;p2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2" name="Google Shape;692;p2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3" name="Google Shape;693;p2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94" name="Google Shape;694;p28"/>
            <p:cNvSpPr/>
            <p:nvPr/>
          </p:nvSpPr>
          <p:spPr>
            <a:xfrm>
              <a:off x="3329300" y="82325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8BDBD1D-B19A-2CFF-AF17-E22C0572092A}"/>
              </a:ext>
            </a:extLst>
          </p:cNvPr>
          <p:cNvSpPr txBox="1"/>
          <p:nvPr/>
        </p:nvSpPr>
        <p:spPr>
          <a:xfrm>
            <a:off x="1136900" y="4049092"/>
            <a:ext cx="514134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" b="1" dirty="0">
                <a:solidFill>
                  <a:schemeClr val="tx1"/>
                </a:solidFill>
                <a:latin typeface="Hanken Grotesk" charset="0"/>
              </a:rPr>
              <a:t>Program Studi Teknik Informatika</a:t>
            </a:r>
          </a:p>
          <a:p>
            <a:r>
              <a:rPr lang="id" b="1" dirty="0">
                <a:solidFill>
                  <a:schemeClr val="tx1"/>
                </a:solidFill>
                <a:latin typeface="Hanken Grotesk" charset="0"/>
              </a:rPr>
              <a:t>Institut Teknologi Sumatera</a:t>
            </a:r>
            <a:endParaRPr lang="en-US" b="1" dirty="0">
              <a:solidFill>
                <a:schemeClr val="tx1"/>
              </a:solidFill>
              <a:latin typeface="Hanken Grotesk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Hanken Grotesk" charset="0"/>
              </a:rPr>
              <a:t>2026</a:t>
            </a:r>
            <a:endParaRPr lang="en-ID" b="1" dirty="0">
              <a:solidFill>
                <a:schemeClr val="tx1"/>
              </a:solidFill>
              <a:latin typeface="Hanken Grotesk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err="1"/>
              <a:t>Pokok</a:t>
            </a:r>
            <a:r>
              <a:rPr lang="en-US" dirty="0"/>
              <a:t> Bahasan</a:t>
            </a:r>
            <a:endParaRPr dirty="0"/>
          </a:p>
        </p:txBody>
      </p:sp>
      <p:sp>
        <p:nvSpPr>
          <p:cNvPr id="700" name="Google Shape;700;p29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34807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85763" indent="-385763">
              <a:buFont typeface="+mj-lt"/>
              <a:buAutoNum type="arabicPeriod"/>
            </a:pPr>
            <a:r>
              <a:rPr lang="id-ID" sz="2800" dirty="0" err="1"/>
              <a:t>Conceptual</a:t>
            </a:r>
            <a:r>
              <a:rPr lang="id-ID" sz="2800" dirty="0"/>
              <a:t> Data Model</a:t>
            </a:r>
          </a:p>
          <a:p>
            <a:pPr marL="385763" indent="-385763">
              <a:buFont typeface="+mj-lt"/>
              <a:buAutoNum type="arabicPeriod"/>
            </a:pPr>
            <a:r>
              <a:rPr lang="id-ID" sz="2800" dirty="0" err="1"/>
              <a:t>Logical</a:t>
            </a:r>
            <a:r>
              <a:rPr lang="id-ID" sz="2800" dirty="0"/>
              <a:t> Data Model</a:t>
            </a:r>
          </a:p>
          <a:p>
            <a:pPr marL="385763" indent="-385763">
              <a:buFont typeface="+mj-lt"/>
              <a:buAutoNum type="arabicPeriod"/>
            </a:pPr>
            <a:r>
              <a:rPr lang="id-ID" sz="2800" dirty="0" err="1"/>
              <a:t>Physical</a:t>
            </a:r>
            <a:r>
              <a:rPr lang="id-ID" sz="2800" dirty="0"/>
              <a:t> Data Model</a:t>
            </a:r>
          </a:p>
          <a:p>
            <a:pPr marL="385763" indent="-385763">
              <a:buFont typeface="+mj-lt"/>
              <a:buAutoNum type="arabicPeriod"/>
            </a:pPr>
            <a:endParaRPr lang="id-ID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Modeling</a:t>
            </a:r>
            <a:endParaRPr dirty="0"/>
          </a:p>
        </p:txBody>
      </p:sp>
      <p:sp>
        <p:nvSpPr>
          <p:cNvPr id="763" name="Google Shape;763;p33"/>
          <p:cNvSpPr txBox="1">
            <a:spLocks noGrp="1"/>
          </p:cNvSpPr>
          <p:nvPr>
            <p:ph type="subTitle" idx="2"/>
          </p:nvPr>
        </p:nvSpPr>
        <p:spPr>
          <a:xfrm>
            <a:off x="719999" y="1017725"/>
            <a:ext cx="7703999" cy="36921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D" sz="1600" b="1" dirty="0">
                <a:solidFill>
                  <a:srgbClr val="FFC000"/>
                </a:solidFill>
              </a:rPr>
              <a:t>Data modelling</a:t>
            </a:r>
            <a:r>
              <a:rPr lang="en-ID" sz="1600" b="1" dirty="0"/>
              <a:t> </a:t>
            </a:r>
            <a:r>
              <a:rPr lang="en-ID" sz="1600" b="1" dirty="0" err="1"/>
              <a:t>adalah</a:t>
            </a:r>
            <a:r>
              <a:rPr lang="en-ID" sz="1600" b="1" dirty="0"/>
              <a:t> </a:t>
            </a:r>
            <a:r>
              <a:rPr lang="en-ID" sz="1600" b="1" dirty="0" err="1"/>
              <a:t>sebuah</a:t>
            </a:r>
            <a:r>
              <a:rPr lang="en-ID" sz="1600" b="1" dirty="0"/>
              <a:t> </a:t>
            </a:r>
            <a:r>
              <a:rPr lang="en-ID" sz="1600" b="1" dirty="0">
                <a:solidFill>
                  <a:srgbClr val="FFC000"/>
                </a:solidFill>
              </a:rPr>
              <a:t>proses</a:t>
            </a:r>
            <a:r>
              <a:rPr lang="en-ID" sz="1600" dirty="0"/>
              <a:t> yang </a:t>
            </a:r>
            <a:r>
              <a:rPr lang="en-ID" sz="1600" dirty="0" err="1"/>
              <a:t>digunakan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mendefinisikan</a:t>
            </a:r>
            <a:r>
              <a:rPr lang="en-ID" sz="1600" dirty="0"/>
              <a:t> dan </a:t>
            </a:r>
            <a:r>
              <a:rPr lang="en-ID" sz="1600" dirty="0" err="1"/>
              <a:t>menganalisis</a:t>
            </a:r>
            <a:r>
              <a:rPr lang="en-ID" sz="1600" dirty="0"/>
              <a:t> </a:t>
            </a:r>
            <a:r>
              <a:rPr lang="en-ID" sz="1600" b="1" dirty="0" err="1">
                <a:solidFill>
                  <a:srgbClr val="FFC000"/>
                </a:solidFill>
              </a:rPr>
              <a:t>kebutuhan</a:t>
            </a:r>
            <a:r>
              <a:rPr lang="en-ID" sz="1600" dirty="0"/>
              <a:t> data yang </a:t>
            </a:r>
            <a:r>
              <a:rPr lang="en-ID" sz="1600" dirty="0" err="1"/>
              <a:t>diperlukan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mendukung</a:t>
            </a:r>
            <a:r>
              <a:rPr lang="en-ID" sz="1600" dirty="0"/>
              <a:t> </a:t>
            </a:r>
            <a:r>
              <a:rPr lang="en-ID" sz="1600" b="1" dirty="0">
                <a:solidFill>
                  <a:srgbClr val="FFC000"/>
                </a:solidFill>
              </a:rPr>
              <a:t>proses </a:t>
            </a:r>
            <a:r>
              <a:rPr lang="en-ID" sz="1600" b="1" dirty="0" err="1">
                <a:solidFill>
                  <a:srgbClr val="FFC000"/>
                </a:solidFill>
              </a:rPr>
              <a:t>bisnis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lingkup</a:t>
            </a:r>
            <a:r>
              <a:rPr lang="en-ID" sz="1600" dirty="0"/>
              <a:t> </a:t>
            </a:r>
            <a:r>
              <a:rPr lang="en-ID" sz="1600" dirty="0" err="1"/>
              <a:t>sistem</a:t>
            </a:r>
            <a:r>
              <a:rPr lang="en-ID" sz="1600" dirty="0"/>
              <a:t> </a:t>
            </a:r>
            <a:r>
              <a:rPr lang="en-ID" sz="1600" dirty="0" err="1"/>
              <a:t>informasi</a:t>
            </a:r>
            <a:r>
              <a:rPr lang="en-ID" sz="1600" dirty="0"/>
              <a:t> </a:t>
            </a:r>
            <a:r>
              <a:rPr lang="en-ID" sz="1600" dirty="0" err="1"/>
              <a:t>terkait</a:t>
            </a:r>
            <a:r>
              <a:rPr lang="en-ID" sz="1600" dirty="0"/>
              <a:t> di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organisasi</a:t>
            </a:r>
            <a:r>
              <a:rPr lang="en-ID" sz="1600" dirty="0"/>
              <a:t>.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ID" sz="1600" dirty="0" err="1"/>
              <a:t>Melibatkan</a:t>
            </a:r>
            <a:r>
              <a:rPr lang="en-ID" sz="1600" dirty="0"/>
              <a:t> </a:t>
            </a:r>
            <a:r>
              <a:rPr lang="en-ID" sz="1600" dirty="0" err="1"/>
              <a:t>pemodel</a:t>
            </a:r>
            <a:r>
              <a:rPr lang="en-ID" sz="1600" dirty="0"/>
              <a:t> data </a:t>
            </a:r>
            <a:r>
              <a:rPr lang="en-ID" sz="1600" dirty="0" err="1"/>
              <a:t>profesional</a:t>
            </a:r>
            <a:r>
              <a:rPr lang="en-ID" sz="1600" dirty="0"/>
              <a:t> yang </a:t>
            </a:r>
            <a:r>
              <a:rPr lang="en-ID" sz="1600" dirty="0" err="1"/>
              <a:t>bekerja</a:t>
            </a:r>
            <a:r>
              <a:rPr lang="en-ID" sz="1600" dirty="0"/>
              <a:t> </a:t>
            </a:r>
            <a:r>
              <a:rPr lang="en-ID" sz="1600" dirty="0" err="1"/>
              <a:t>sama</a:t>
            </a:r>
            <a:r>
              <a:rPr lang="en-ID" sz="1600" dirty="0"/>
              <a:t> </a:t>
            </a:r>
            <a:r>
              <a:rPr lang="en-ID" sz="1600" dirty="0" err="1"/>
              <a:t>erat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pemangku</a:t>
            </a:r>
            <a:r>
              <a:rPr lang="en-ID" sz="1600" dirty="0"/>
              <a:t> </a:t>
            </a:r>
            <a:r>
              <a:rPr lang="en-ID" sz="1600" dirty="0" err="1"/>
              <a:t>kepentingan</a:t>
            </a:r>
            <a:r>
              <a:rPr lang="en-ID" sz="1600" dirty="0"/>
              <a:t> </a:t>
            </a:r>
            <a:r>
              <a:rPr lang="en-ID" sz="1600" dirty="0" err="1"/>
              <a:t>bisnis</a:t>
            </a:r>
            <a:r>
              <a:rPr lang="en-ID" sz="1600" dirty="0"/>
              <a:t> (</a:t>
            </a:r>
            <a:r>
              <a:rPr lang="en-ID" sz="1600" i="1" dirty="0"/>
              <a:t>business stakeholders</a:t>
            </a:r>
            <a:r>
              <a:rPr lang="en-ID" sz="1600" dirty="0"/>
              <a:t>), </a:t>
            </a:r>
            <a:r>
              <a:rPr lang="en-ID" sz="1600" dirty="0" err="1"/>
              <a:t>serta</a:t>
            </a:r>
            <a:r>
              <a:rPr lang="en-ID" sz="1600" dirty="0"/>
              <a:t> </a:t>
            </a:r>
            <a:r>
              <a:rPr lang="en-ID" sz="1600" dirty="0" err="1"/>
              <a:t>calon</a:t>
            </a:r>
            <a:r>
              <a:rPr lang="en-ID" sz="1600" dirty="0"/>
              <a:t> </a:t>
            </a:r>
            <a:r>
              <a:rPr lang="en-ID" sz="1600" dirty="0" err="1"/>
              <a:t>pengguna</a:t>
            </a:r>
            <a:r>
              <a:rPr lang="en-ID" sz="1600" dirty="0"/>
              <a:t> </a:t>
            </a:r>
            <a:r>
              <a:rPr lang="en-ID" sz="1600" dirty="0" err="1"/>
              <a:t>sistem</a:t>
            </a:r>
            <a:r>
              <a:rPr lang="en-ID" sz="1600" dirty="0"/>
              <a:t> </a:t>
            </a:r>
            <a:r>
              <a:rPr lang="en-ID" sz="1600" dirty="0" err="1"/>
              <a:t>informasi</a:t>
            </a:r>
            <a:r>
              <a:rPr lang="en-ID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1600" b="1" dirty="0"/>
              <a:t>Ada </a:t>
            </a:r>
            <a:r>
              <a:rPr lang="en-ID" sz="1600" b="1" dirty="0" err="1"/>
              <a:t>tiga</a:t>
            </a:r>
            <a:r>
              <a:rPr lang="en-ID" sz="1600" b="1" dirty="0"/>
              <a:t> </a:t>
            </a:r>
            <a:r>
              <a:rPr lang="en-ID" sz="1600" b="1" dirty="0" err="1"/>
              <a:t>jenis</a:t>
            </a:r>
            <a:r>
              <a:rPr lang="en-ID" sz="1600" b="1" dirty="0"/>
              <a:t> model data </a:t>
            </a:r>
            <a:r>
              <a:rPr lang="en-ID" sz="1600" b="1" dirty="0" err="1"/>
              <a:t>berbeda</a:t>
            </a:r>
            <a:r>
              <a:rPr lang="en-ID" sz="1600" dirty="0"/>
              <a:t> yang </a:t>
            </a:r>
            <a:r>
              <a:rPr lang="en-ID" sz="1600" dirty="0" err="1"/>
              <a:t>dihasilkan</a:t>
            </a:r>
            <a:r>
              <a:rPr lang="en-ID" sz="1600" dirty="0"/>
              <a:t> </a:t>
            </a:r>
            <a:r>
              <a:rPr lang="en-ID" sz="1600" dirty="0" err="1"/>
              <a:t>saat</a:t>
            </a:r>
            <a:r>
              <a:rPr lang="en-ID" sz="1600" dirty="0"/>
              <a:t> </a:t>
            </a:r>
            <a:r>
              <a:rPr lang="en-ID" sz="1600" b="1" dirty="0" err="1">
                <a:solidFill>
                  <a:srgbClr val="FF0000"/>
                </a:solidFill>
              </a:rPr>
              <a:t>berproses</a:t>
            </a:r>
            <a:r>
              <a:rPr lang="en-ID" sz="1600" b="1" dirty="0">
                <a:solidFill>
                  <a:srgbClr val="FF0000"/>
                </a:solidFill>
              </a:rPr>
              <a:t> </a:t>
            </a:r>
            <a:r>
              <a:rPr lang="en-ID" sz="1600" b="1" dirty="0" err="1">
                <a:solidFill>
                  <a:srgbClr val="FF0000"/>
                </a:solidFill>
              </a:rPr>
              <a:t>dari</a:t>
            </a:r>
            <a:r>
              <a:rPr lang="en-ID" sz="1600" b="1" dirty="0">
                <a:solidFill>
                  <a:srgbClr val="FF0000"/>
                </a:solidFill>
              </a:rPr>
              <a:t> </a:t>
            </a:r>
            <a:r>
              <a:rPr lang="en-ID" sz="1600" b="1" dirty="0" err="1">
                <a:solidFill>
                  <a:srgbClr val="FF0000"/>
                </a:solidFill>
              </a:rPr>
              <a:t>tahap</a:t>
            </a:r>
            <a:r>
              <a:rPr lang="en-ID" sz="1600" b="1" dirty="0">
                <a:solidFill>
                  <a:srgbClr val="FF0000"/>
                </a:solidFill>
              </a:rPr>
              <a:t> </a:t>
            </a:r>
            <a:r>
              <a:rPr lang="en-ID" sz="1600" b="1" dirty="0" err="1">
                <a:solidFill>
                  <a:srgbClr val="FF0000"/>
                </a:solidFill>
              </a:rPr>
              <a:t>kebutuhan</a:t>
            </a:r>
            <a:r>
              <a:rPr lang="en-ID" sz="1600" b="1" dirty="0">
                <a:solidFill>
                  <a:srgbClr val="FF0000"/>
                </a:solidFill>
              </a:rPr>
              <a:t> </a:t>
            </a:r>
            <a:r>
              <a:rPr lang="en-ID" sz="1600" b="1" dirty="0" err="1">
                <a:solidFill>
                  <a:srgbClr val="FF0000"/>
                </a:solidFill>
              </a:rPr>
              <a:t>menuju</a:t>
            </a:r>
            <a:r>
              <a:rPr lang="en-ID" sz="1600" b="1" dirty="0">
                <a:solidFill>
                  <a:srgbClr val="FF0000"/>
                </a:solidFill>
              </a:rPr>
              <a:t> database yang </a:t>
            </a:r>
            <a:r>
              <a:rPr lang="en-ID" sz="1600" b="1" dirty="0" err="1">
                <a:solidFill>
                  <a:srgbClr val="FF0000"/>
                </a:solidFill>
              </a:rPr>
              <a:t>sebenarnya</a:t>
            </a:r>
            <a:r>
              <a:rPr lang="en-ID" sz="1600" dirty="0"/>
              <a:t>: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ID" sz="1600" b="1" dirty="0">
                <a:solidFill>
                  <a:srgbClr val="FFC000"/>
                </a:solidFill>
              </a:rPr>
              <a:t>Model data </a:t>
            </a:r>
            <a:r>
              <a:rPr lang="en-ID" sz="1600" b="1" dirty="0" err="1">
                <a:solidFill>
                  <a:srgbClr val="FFC000"/>
                </a:solidFill>
              </a:rPr>
              <a:t>konseptual</a:t>
            </a:r>
            <a:r>
              <a:rPr lang="en-ID" sz="1600" dirty="0">
                <a:solidFill>
                  <a:srgbClr val="FFC000"/>
                </a:solidFill>
              </a:rPr>
              <a:t>:</a:t>
            </a:r>
            <a:r>
              <a:rPr lang="en-ID" sz="1600" dirty="0"/>
              <a:t> </a:t>
            </a:r>
            <a:r>
              <a:rPr lang="en-ID" sz="1600" dirty="0" err="1"/>
              <a:t>sekumpulan</a:t>
            </a:r>
            <a:r>
              <a:rPr lang="en-ID" sz="1600" dirty="0"/>
              <a:t> </a:t>
            </a:r>
            <a:r>
              <a:rPr lang="en-ID" sz="1600" dirty="0" err="1"/>
              <a:t>spesifikasi</a:t>
            </a:r>
            <a:r>
              <a:rPr lang="en-ID" sz="1600" dirty="0"/>
              <a:t> </a:t>
            </a:r>
            <a:r>
              <a:rPr lang="en-ID" sz="1600" dirty="0" err="1"/>
              <a:t>tentang</a:t>
            </a:r>
            <a:r>
              <a:rPr lang="en-ID" sz="1600" dirty="0"/>
              <a:t> data yang </a:t>
            </a:r>
            <a:r>
              <a:rPr lang="en-ID" sz="1600" dirty="0" err="1"/>
              <a:t>tidak</a:t>
            </a:r>
            <a:r>
              <a:rPr lang="en-ID" sz="1600" dirty="0"/>
              <a:t> </a:t>
            </a:r>
            <a:r>
              <a:rPr lang="en-ID" sz="1600" dirty="0" err="1"/>
              <a:t>bergantung</a:t>
            </a:r>
            <a:r>
              <a:rPr lang="en-ID" sz="1600" dirty="0"/>
              <a:t> pada </a:t>
            </a:r>
            <a:r>
              <a:rPr lang="en-ID" sz="1600" dirty="0" err="1"/>
              <a:t>teknologi</a:t>
            </a:r>
            <a:r>
              <a:rPr lang="en-ID" sz="1600" dirty="0"/>
              <a:t> dan </a:t>
            </a:r>
            <a:r>
              <a:rPr lang="en-ID" sz="1600" dirty="0" err="1"/>
              <a:t>digunakan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mendiskusikan</a:t>
            </a:r>
            <a:r>
              <a:rPr lang="en-ID" sz="1600" dirty="0"/>
              <a:t> </a:t>
            </a:r>
            <a:r>
              <a:rPr lang="en-ID" sz="1600" dirty="0" err="1"/>
              <a:t>kebutuhan</a:t>
            </a:r>
            <a:r>
              <a:rPr lang="en-ID" sz="1600" dirty="0"/>
              <a:t> </a:t>
            </a:r>
            <a:r>
              <a:rPr lang="en-ID" sz="1600" dirty="0" err="1"/>
              <a:t>awal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pemangku</a:t>
            </a:r>
            <a:r>
              <a:rPr lang="en-ID" sz="1600" dirty="0"/>
              <a:t> </a:t>
            </a:r>
            <a:r>
              <a:rPr lang="en-ID" sz="1600" dirty="0" err="1"/>
              <a:t>kepentingan</a:t>
            </a:r>
            <a:r>
              <a:rPr lang="en-ID" sz="1600" dirty="0"/>
              <a:t> </a:t>
            </a:r>
            <a:r>
              <a:rPr lang="en-ID" sz="1600" dirty="0" err="1"/>
              <a:t>bisnis</a:t>
            </a:r>
            <a:r>
              <a:rPr lang="en-ID" sz="1600" dirty="0"/>
              <a:t>.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ID" sz="1600" b="1" dirty="0">
                <a:solidFill>
                  <a:srgbClr val="FFC000"/>
                </a:solidFill>
              </a:rPr>
              <a:t>Model data </a:t>
            </a:r>
            <a:r>
              <a:rPr lang="en-ID" sz="1600" b="1" dirty="0" err="1">
                <a:solidFill>
                  <a:srgbClr val="FFC000"/>
                </a:solidFill>
              </a:rPr>
              <a:t>logis</a:t>
            </a:r>
            <a:r>
              <a:rPr lang="en-ID" sz="1600" dirty="0">
                <a:solidFill>
                  <a:srgbClr val="FFC000"/>
                </a:solidFill>
              </a:rPr>
              <a:t>:</a:t>
            </a:r>
            <a:r>
              <a:rPr lang="en-ID" sz="1600" dirty="0"/>
              <a:t> </a:t>
            </a:r>
            <a:r>
              <a:rPr lang="en-ID" sz="1600" dirty="0" err="1"/>
              <a:t>struktur</a:t>
            </a:r>
            <a:r>
              <a:rPr lang="en-ID" sz="1600" dirty="0"/>
              <a:t> data yang </a:t>
            </a:r>
            <a:r>
              <a:rPr lang="en-ID" sz="1600" dirty="0" err="1"/>
              <a:t>dapat</a:t>
            </a:r>
            <a:r>
              <a:rPr lang="en-ID" sz="1600" dirty="0"/>
              <a:t> </a:t>
            </a:r>
            <a:r>
              <a:rPr lang="en-ID" sz="1600" dirty="0" err="1"/>
              <a:t>diimplementasikan</a:t>
            </a:r>
            <a:r>
              <a:rPr lang="en-ID" sz="1600" dirty="0"/>
              <a:t> di </a:t>
            </a:r>
            <a:r>
              <a:rPr lang="en-ID" sz="1600" dirty="0" err="1"/>
              <a:t>dalam</a:t>
            </a:r>
            <a:r>
              <a:rPr lang="en-ID" sz="1600" dirty="0"/>
              <a:t> database.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ID" sz="1600" b="1" dirty="0">
                <a:solidFill>
                  <a:srgbClr val="FFC000"/>
                </a:solidFill>
              </a:rPr>
              <a:t>Model data </a:t>
            </a:r>
            <a:r>
              <a:rPr lang="en-ID" sz="1600" b="1" dirty="0" err="1">
                <a:solidFill>
                  <a:srgbClr val="FFC000"/>
                </a:solidFill>
              </a:rPr>
              <a:t>fisik</a:t>
            </a:r>
            <a:r>
              <a:rPr lang="en-ID" sz="1600" dirty="0">
                <a:solidFill>
                  <a:srgbClr val="FFC000"/>
                </a:solidFill>
              </a:rPr>
              <a:t>:</a:t>
            </a:r>
            <a:r>
              <a:rPr lang="en-ID" sz="1600" dirty="0"/>
              <a:t> yang </a:t>
            </a:r>
            <a:r>
              <a:rPr lang="en-ID" sz="1600" dirty="0" err="1"/>
              <a:t>mengatur</a:t>
            </a:r>
            <a:r>
              <a:rPr lang="en-ID" sz="1600" dirty="0"/>
              <a:t> data </a:t>
            </a:r>
            <a:r>
              <a:rPr lang="en-ID" sz="1600" dirty="0" err="1"/>
              <a:t>ke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tabel</a:t>
            </a:r>
            <a:r>
              <a:rPr lang="en-ID" sz="1600" dirty="0"/>
              <a:t>, </a:t>
            </a:r>
            <a:r>
              <a:rPr lang="en-ID" sz="1600" dirty="0" err="1"/>
              <a:t>serta</a:t>
            </a:r>
            <a:r>
              <a:rPr lang="en-ID" sz="1600" dirty="0"/>
              <a:t> </a:t>
            </a:r>
            <a:r>
              <a:rPr lang="en-ID" sz="1600" dirty="0" err="1"/>
              <a:t>memperhitungkan</a:t>
            </a:r>
            <a:r>
              <a:rPr lang="en-ID" sz="1600" dirty="0"/>
              <a:t> detail </a:t>
            </a:r>
            <a:r>
              <a:rPr lang="en-ID" sz="1600" dirty="0" err="1"/>
              <a:t>akses</a:t>
            </a:r>
            <a:r>
              <a:rPr lang="en-ID" sz="1600" dirty="0"/>
              <a:t>, </a:t>
            </a:r>
            <a:r>
              <a:rPr lang="en-ID" sz="1600" dirty="0" err="1"/>
              <a:t>kinerja</a:t>
            </a:r>
            <a:r>
              <a:rPr lang="en-ID" sz="1600" dirty="0"/>
              <a:t>, dan </a:t>
            </a:r>
            <a:r>
              <a:rPr lang="en-ID" sz="1600" dirty="0" err="1"/>
              <a:t>penyimpanan</a:t>
            </a:r>
            <a:r>
              <a:rPr lang="en-ID" sz="16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DD13DC71-6A6F-A472-0DF6-4AAEFD16C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6873E2DF-65A7-E6B2-98E1-CAEE627DC5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sz="4700" dirty="0"/>
              <a:t>Conceptual Data Model</a:t>
            </a:r>
            <a:endParaRPr lang="en-ID" sz="4700" dirty="0"/>
          </a:p>
        </p:txBody>
      </p:sp>
    </p:spTree>
    <p:extLst>
      <p:ext uri="{BB962C8B-B14F-4D97-AF65-F5344CB8AC3E}">
        <p14:creationId xmlns:p14="http://schemas.microsoft.com/office/powerpoint/2010/main" val="3976769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006EACF4-9145-7AD7-FC35-E55E4481D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9F1BD391-3D35-3A1A-8DCE-61EFCD31F0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Contoh</a:t>
            </a:r>
            <a:r>
              <a:rPr lang="en" dirty="0"/>
              <a:t> Conceptual Data Model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81503879-83D6-EE83-31F9-F68B28ABBB6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017725"/>
            <a:ext cx="7630370" cy="36921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id-ID" sz="2400" dirty="0"/>
          </a:p>
        </p:txBody>
      </p:sp>
      <p:pic>
        <p:nvPicPr>
          <p:cNvPr id="2" name="Google Shape;125;p4">
            <a:extLst>
              <a:ext uri="{FF2B5EF4-FFF2-40B4-BE49-F238E27FC236}">
                <a16:creationId xmlns:a16="http://schemas.microsoft.com/office/drawing/2014/main" id="{63F90A5E-50AF-F97B-81C4-5CF2015DBB5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70038"/>
            <a:ext cx="8839199" cy="301940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85714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6D79FEFF-BE1A-D60C-9991-03CC54153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E03BC873-4D74-83A6-9686-28E48F1EF6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sz="4700" dirty="0"/>
              <a:t>Logical Data Model</a:t>
            </a:r>
            <a:endParaRPr lang="en-ID" sz="4700" dirty="0"/>
          </a:p>
        </p:txBody>
      </p:sp>
    </p:spTree>
    <p:extLst>
      <p:ext uri="{BB962C8B-B14F-4D97-AF65-F5344CB8AC3E}">
        <p14:creationId xmlns:p14="http://schemas.microsoft.com/office/powerpoint/2010/main" val="4067906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770B83E0-882A-C15A-C65B-F1BBDA1B6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2D5E17C8-73F8-FFD0-CDA3-CB273FFC7F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Contoh</a:t>
            </a:r>
            <a:r>
              <a:rPr lang="en" dirty="0"/>
              <a:t> Logical Data Model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AAFAA5A8-896C-3014-1F8B-9CE2DFF71B5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017725"/>
            <a:ext cx="7630370" cy="36921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endParaRPr lang="id-ID" sz="2400" dirty="0"/>
          </a:p>
        </p:txBody>
      </p:sp>
      <p:pic>
        <p:nvPicPr>
          <p:cNvPr id="3" name="Google Shape;134;p5">
            <a:extLst>
              <a:ext uri="{FF2B5EF4-FFF2-40B4-BE49-F238E27FC236}">
                <a16:creationId xmlns:a16="http://schemas.microsoft.com/office/drawing/2014/main" id="{E5A55801-FF52-5106-AC16-343E2601F54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2789" y="1017725"/>
            <a:ext cx="6918422" cy="387135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0659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1A8CA959-A043-2153-CE94-D09AE442E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6B49A041-E60F-E836-0A94-A1D37D8F72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sz="4700" dirty="0"/>
              <a:t>Physical Data Model</a:t>
            </a:r>
            <a:endParaRPr lang="en-ID" sz="4700" dirty="0"/>
          </a:p>
        </p:txBody>
      </p:sp>
    </p:spTree>
    <p:extLst>
      <p:ext uri="{BB962C8B-B14F-4D97-AF65-F5344CB8AC3E}">
        <p14:creationId xmlns:p14="http://schemas.microsoft.com/office/powerpoint/2010/main" val="31047001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BD542A2B-DC47-21AF-DC54-8E4E91C43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DF9D9D21-8ED6-5F81-B271-8CB3D68226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Contoh</a:t>
            </a:r>
            <a:r>
              <a:rPr lang="en" dirty="0"/>
              <a:t> Physical Data Model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D428664A-EEFB-FC43-C007-B8A576A80A60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017725"/>
            <a:ext cx="7630370" cy="36921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endParaRPr lang="id-ID" sz="2400" dirty="0"/>
          </a:p>
        </p:txBody>
      </p:sp>
      <p:pic>
        <p:nvPicPr>
          <p:cNvPr id="2" name="Google Shape;143;p6">
            <a:extLst>
              <a:ext uri="{FF2B5EF4-FFF2-40B4-BE49-F238E27FC236}">
                <a16:creationId xmlns:a16="http://schemas.microsoft.com/office/drawing/2014/main" id="{8D6AD980-618A-02DD-8419-D3DA7B2F9FB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2801" y="1017725"/>
            <a:ext cx="6486784" cy="39224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0320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5E611DFA-D0D0-5FCF-9B89-C3A12E2B9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0541A818-2384-5DBE-8938-21160DE137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Model</a:t>
            </a:r>
            <a:endParaRPr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AC33F1B-04FE-5CA2-122B-D718733FEED6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720725" y="1381909"/>
            <a:ext cx="592341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Sekumpulan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alat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 (tools)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untuk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mendeskripsikan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</a:t>
            </a: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semantik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</a:t>
            </a: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batasan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Model </a:t>
            </a: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Entity-Relationship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Model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Relasional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C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lainnya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berorientasi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objek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data semi-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terstruktur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yang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lebih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lama: model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jaringan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hierarki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9009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2B240123-581D-69B8-D7C8-6D2C5BF49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B8E494D7-8F96-144B-4F0B-2A187E484F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Entity-Relationship Model</a:t>
            </a:r>
            <a:endParaRPr dirty="0"/>
          </a:p>
        </p:txBody>
      </p:sp>
      <p:sp>
        <p:nvSpPr>
          <p:cNvPr id="763" name="Google Shape;763;p33">
            <a:extLst>
              <a:ext uri="{FF2B5EF4-FFF2-40B4-BE49-F238E27FC236}">
                <a16:creationId xmlns:a16="http://schemas.microsoft.com/office/drawing/2014/main" id="{FC68AFE9-ACD9-5E3B-4258-52080FDDD65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20000" y="1223159"/>
            <a:ext cx="5443294" cy="34866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id-ID" sz="1800" dirty="0"/>
              <a:t>Contoh skema dalam </a:t>
            </a:r>
            <a:r>
              <a:rPr lang="id-ID" sz="1800" dirty="0" err="1"/>
              <a:t>Entitiy-relationship</a:t>
            </a:r>
            <a:r>
              <a:rPr lang="id-ID" sz="1800" dirty="0"/>
              <a:t> model</a:t>
            </a:r>
          </a:p>
        </p:txBody>
      </p:sp>
      <p:pic>
        <p:nvPicPr>
          <p:cNvPr id="3" name="Google Shape;161;p8">
            <a:extLst>
              <a:ext uri="{FF2B5EF4-FFF2-40B4-BE49-F238E27FC236}">
                <a16:creationId xmlns:a16="http://schemas.microsoft.com/office/drawing/2014/main" id="{6C53C803-721A-80BD-E4AD-7AABEE339E6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144" t="30066" r="1307" b="30500"/>
          <a:stretch/>
        </p:blipFill>
        <p:spPr>
          <a:xfrm>
            <a:off x="817562" y="1969429"/>
            <a:ext cx="7508875" cy="2276475"/>
          </a:xfrm>
          <a:prstGeom prst="rect">
            <a:avLst/>
          </a:prstGeom>
          <a:noFill/>
          <a:ln w="76200" cap="flat" cmpd="tri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484795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251DA33B-8DF7-B3E8-8BB5-CEB64D32E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501861B8-40AF-D40C-7401-656766455A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Entity Relationship Model </a:t>
            </a:r>
            <a:r>
              <a:rPr lang="en" dirty="0">
                <a:solidFill>
                  <a:srgbClr val="FFC000"/>
                </a:solidFill>
              </a:rPr>
              <a:t>(Continue)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4E690CC6-41E6-6436-6D30-B6B8FC5C04C6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720726" y="1258084"/>
            <a:ext cx="810409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E-R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dari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dunia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nyata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Entitas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objek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200150" lvl="2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Contoh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pelanggan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akun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cabang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bank</a:t>
            </a: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Hubungan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Relationships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antar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entitas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200150" lvl="2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Contoh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Akun A-101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dimiliki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oleh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pelanggan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Johnson</a:t>
            </a:r>
          </a:p>
          <a:p>
            <a:pPr marL="1200150" lvl="2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Ø"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Himpunan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hubungan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depositor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menghubungkan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pelanggan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dengan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akun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Digunakan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secara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luas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untuk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desain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database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742950" lvl="1" indent="-28575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Desain database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dalam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E-R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biasanya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dikonversi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desain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dalam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relasional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dibahas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berikutnya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yang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digunakan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untuk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penyimpanan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pemrosesan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546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2E734910-8D44-4346-2BB5-A532D6B8D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B8C1B3B7-F654-6C74-01F2-DB31C8B26B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Relational Model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5981A16B-B760-4EC1-2162-D36D511FD67B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519951" y="1166786"/>
            <a:ext cx="8104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Contoh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 data tabular di </a:t>
            </a:r>
            <a:r>
              <a:rPr lang="en-US" altLang="en-US" sz="1800" b="1" dirty="0" err="1">
                <a:solidFill>
                  <a:schemeClr val="tx1"/>
                </a:solidFill>
                <a:latin typeface="Arial" panose="020B0604020202020204" pitchFamily="34" charset="0"/>
              </a:rPr>
              <a:t>dalam</a:t>
            </a:r>
            <a:r>
              <a:rPr lang="en-US" altLang="en-US" sz="1800" b="1" dirty="0">
                <a:solidFill>
                  <a:schemeClr val="tx1"/>
                </a:solidFill>
                <a:latin typeface="Arial" panose="020B0604020202020204" pitchFamily="34" charset="0"/>
              </a:rPr>
              <a:t> Relational Model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DEDF967-AA0A-9B1F-6993-4A3C23B726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020624"/>
              </p:ext>
            </p:extLst>
          </p:nvPr>
        </p:nvGraphicFramePr>
        <p:xfrm>
          <a:off x="720000" y="1753183"/>
          <a:ext cx="7904050" cy="2225040"/>
        </p:xfrm>
        <a:graphic>
          <a:graphicData uri="http://schemas.openxmlformats.org/drawingml/2006/table">
            <a:tbl>
              <a:tblPr firstRow="1" bandRow="1">
                <a:tableStyleId>{41DC9C12-13C3-427B-B50E-1C3D4F8C5AD2}</a:tableStyleId>
              </a:tblPr>
              <a:tblGrid>
                <a:gridCol w="1580810">
                  <a:extLst>
                    <a:ext uri="{9D8B030D-6E8A-4147-A177-3AD203B41FA5}">
                      <a16:colId xmlns:a16="http://schemas.microsoft.com/office/drawing/2014/main" val="1255852245"/>
                    </a:ext>
                  </a:extLst>
                </a:gridCol>
                <a:gridCol w="1580810">
                  <a:extLst>
                    <a:ext uri="{9D8B030D-6E8A-4147-A177-3AD203B41FA5}">
                      <a16:colId xmlns:a16="http://schemas.microsoft.com/office/drawing/2014/main" val="1081538210"/>
                    </a:ext>
                  </a:extLst>
                </a:gridCol>
                <a:gridCol w="1580810">
                  <a:extLst>
                    <a:ext uri="{9D8B030D-6E8A-4147-A177-3AD203B41FA5}">
                      <a16:colId xmlns:a16="http://schemas.microsoft.com/office/drawing/2014/main" val="2252204338"/>
                    </a:ext>
                  </a:extLst>
                </a:gridCol>
                <a:gridCol w="1580810">
                  <a:extLst>
                    <a:ext uri="{9D8B030D-6E8A-4147-A177-3AD203B41FA5}">
                      <a16:colId xmlns:a16="http://schemas.microsoft.com/office/drawing/2014/main" val="3420022654"/>
                    </a:ext>
                  </a:extLst>
                </a:gridCol>
                <a:gridCol w="1580810">
                  <a:extLst>
                    <a:ext uri="{9D8B030D-6E8A-4147-A177-3AD203B41FA5}">
                      <a16:colId xmlns:a16="http://schemas.microsoft.com/office/drawing/2014/main" val="5424117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Customer-id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Customer-name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Customer-street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Customer-city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Account-number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590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192-83-7465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400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Johnson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Alma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D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Palo Alto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D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A-101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832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sz="1400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019-28-3746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D" sz="1400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Smith</a:t>
                      </a:r>
                      <a:endParaRPr lang="en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D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North Alabama</a:t>
                      </a:r>
                      <a:endParaRPr kumimoji="0" lang="en-ID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D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Rye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D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A-215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980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sz="1400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192-83-7465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D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Johnson</a:t>
                      </a:r>
                      <a:endParaRPr kumimoji="0" lang="en-ID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D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Alma</a:t>
                      </a:r>
                      <a:endParaRPr kumimoji="0" lang="en-ID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D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Palo Alto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D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A-201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028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sz="1400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321-12-3123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D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Jones</a:t>
                      </a:r>
                      <a:endParaRPr kumimoji="0" lang="en-ID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D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Main</a:t>
                      </a:r>
                      <a:endParaRPr kumimoji="0" lang="en-ID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D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Harison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D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A-217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008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sz="1400" dirty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019-28-3746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D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Smith</a:t>
                      </a:r>
                      <a:endParaRPr kumimoji="0" lang="en-ID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D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North Alabama</a:t>
                      </a:r>
                      <a:endParaRPr kumimoji="0" lang="en-ID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/>
                        <a:cs typeface="Arial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D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Rye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ID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A-201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9285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9173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1538C9BC-1279-D918-D79B-A3AF75A9C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0A7161A1-AC53-5233-A2A3-5741CB59C8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Contoh</a:t>
            </a:r>
            <a:r>
              <a:rPr lang="en" dirty="0"/>
              <a:t> Basis data Relational </a:t>
            </a:r>
            <a:endParaRPr dirty="0">
              <a:solidFill>
                <a:srgbClr val="FFC000"/>
              </a:solidFill>
            </a:endParaRPr>
          </a:p>
        </p:txBody>
      </p:sp>
      <p:pic>
        <p:nvPicPr>
          <p:cNvPr id="4" name="Google Shape;214;p11">
            <a:extLst>
              <a:ext uri="{FF2B5EF4-FFF2-40B4-BE49-F238E27FC236}">
                <a16:creationId xmlns:a16="http://schemas.microsoft.com/office/drawing/2014/main" id="{0F6B7DCB-8A26-A1F0-5F56-81099DEEC5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1957" t="1437" r="21823" b="69559"/>
          <a:stretch/>
        </p:blipFill>
        <p:spPr>
          <a:xfrm>
            <a:off x="1281113" y="1017725"/>
            <a:ext cx="4691423" cy="1737050"/>
          </a:xfrm>
          <a:prstGeom prst="rect">
            <a:avLst/>
          </a:prstGeom>
          <a:noFill/>
          <a:ln w="76200" cap="flat" cmpd="tri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5" name="Google Shape;216;p11">
            <a:extLst>
              <a:ext uri="{FF2B5EF4-FFF2-40B4-BE49-F238E27FC236}">
                <a16:creationId xmlns:a16="http://schemas.microsoft.com/office/drawing/2014/main" id="{3A1D6BD7-FA6B-DAA9-6EB7-82D8E30D6B1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7886" t="30975" r="37030" b="39033"/>
          <a:stretch/>
        </p:blipFill>
        <p:spPr>
          <a:xfrm>
            <a:off x="1281114" y="2845463"/>
            <a:ext cx="2307038" cy="2212674"/>
          </a:xfrm>
          <a:prstGeom prst="rect">
            <a:avLst/>
          </a:prstGeom>
          <a:noFill/>
          <a:ln w="76200" cap="flat" cmpd="tri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pic>
      <p:pic>
        <p:nvPicPr>
          <p:cNvPr id="6" name="Google Shape;215;p11">
            <a:extLst>
              <a:ext uri="{FF2B5EF4-FFF2-40B4-BE49-F238E27FC236}">
                <a16:creationId xmlns:a16="http://schemas.microsoft.com/office/drawing/2014/main" id="{5C0B3BFE-2ABC-DA27-E0AE-BFE59DAC8AE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5521" t="62489" r="35367" b="4848"/>
          <a:stretch/>
        </p:blipFill>
        <p:spPr>
          <a:xfrm>
            <a:off x="3770495" y="2845463"/>
            <a:ext cx="2746052" cy="2223402"/>
          </a:xfrm>
          <a:prstGeom prst="rect">
            <a:avLst/>
          </a:prstGeom>
          <a:noFill/>
          <a:ln w="76200" cap="flat" cmpd="tri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912525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AE0E9002-F946-1648-A2EF-33A4259EF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9A8288A5-E462-A0FB-01E8-76A83F6944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 err="1"/>
              <a:t>Contoh</a:t>
            </a:r>
            <a:r>
              <a:rPr lang="en" dirty="0"/>
              <a:t> Basis data Relational </a:t>
            </a:r>
            <a:r>
              <a:rPr lang="en" dirty="0" err="1"/>
              <a:t>Lainnya</a:t>
            </a:r>
            <a:endParaRPr dirty="0">
              <a:solidFill>
                <a:srgbClr val="FFC000"/>
              </a:solidFill>
            </a:endParaRPr>
          </a:p>
        </p:txBody>
      </p:sp>
      <p:pic>
        <p:nvPicPr>
          <p:cNvPr id="7" name="Google Shape;228;p12">
            <a:extLst>
              <a:ext uri="{FF2B5EF4-FFF2-40B4-BE49-F238E27FC236}">
                <a16:creationId xmlns:a16="http://schemas.microsoft.com/office/drawing/2014/main" id="{A6BB97F9-FB23-8B17-B71A-7FDC9F2EAF1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2947" y="1146846"/>
            <a:ext cx="8229600" cy="38003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8483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5EB9A534-D378-E142-A4BF-03066AA07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6479CA59-E600-8EB4-2D75-0DF41188B9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Object-Oriented Data Model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7326DD79-794A-E8E9-6800-AD223F71E772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720726" y="1227307"/>
            <a:ext cx="8104098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D" sz="2200" b="1" dirty="0"/>
              <a:t>Model Data </a:t>
            </a:r>
            <a:r>
              <a:rPr lang="en-ID" sz="2200" b="1" dirty="0" err="1"/>
              <a:t>Berorientasi</a:t>
            </a:r>
            <a:r>
              <a:rPr lang="en-ID" sz="2200" b="1" dirty="0"/>
              <a:t> </a:t>
            </a:r>
            <a:r>
              <a:rPr lang="en-ID" sz="2200" b="1" dirty="0" err="1"/>
              <a:t>Objek</a:t>
            </a:r>
            <a:r>
              <a:rPr lang="en-ID" sz="2200" b="1" dirty="0"/>
              <a:t>:</a:t>
            </a:r>
            <a:endParaRPr lang="en-ID" sz="22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ID" sz="2200" b="1" dirty="0" err="1">
                <a:solidFill>
                  <a:srgbClr val="FFC000"/>
                </a:solidFill>
              </a:rPr>
              <a:t>Secara</a:t>
            </a:r>
            <a:r>
              <a:rPr lang="en-ID" sz="2200" b="1" dirty="0">
                <a:solidFill>
                  <a:srgbClr val="FFC000"/>
                </a:solidFill>
              </a:rPr>
              <a:t> garis </a:t>
            </a:r>
            <a:r>
              <a:rPr lang="en-ID" sz="2200" b="1" dirty="0" err="1">
                <a:solidFill>
                  <a:srgbClr val="FFC000"/>
                </a:solidFill>
              </a:rPr>
              <a:t>besar</a:t>
            </a:r>
            <a:r>
              <a:rPr lang="en-ID" sz="2200" b="1" dirty="0">
                <a:solidFill>
                  <a:srgbClr val="FFC000"/>
                </a:solidFill>
              </a:rPr>
              <a:t>,</a:t>
            </a:r>
            <a:r>
              <a:rPr lang="en-ID" sz="2200" b="1" dirty="0"/>
              <a:t> </a:t>
            </a:r>
            <a:r>
              <a:rPr lang="en-ID" sz="2200" b="1" dirty="0" err="1">
                <a:solidFill>
                  <a:srgbClr val="FF0000"/>
                </a:solidFill>
              </a:rPr>
              <a:t>sebuah</a:t>
            </a:r>
            <a:r>
              <a:rPr lang="en-ID" sz="2200" b="1" dirty="0">
                <a:solidFill>
                  <a:srgbClr val="FF0000"/>
                </a:solidFill>
              </a:rPr>
              <a:t> </a:t>
            </a:r>
            <a:r>
              <a:rPr lang="en-ID" sz="2200" b="1" dirty="0" err="1">
                <a:solidFill>
                  <a:srgbClr val="FF0000"/>
                </a:solidFill>
              </a:rPr>
              <a:t>objek</a:t>
            </a:r>
            <a:r>
              <a:rPr lang="en-ID" sz="2200" dirty="0"/>
              <a:t> </a:t>
            </a:r>
            <a:r>
              <a:rPr lang="en-ID" sz="2200" dirty="0" err="1"/>
              <a:t>berkorespondensi</a:t>
            </a:r>
            <a:r>
              <a:rPr lang="en-ID" sz="2200" dirty="0"/>
              <a:t> </a:t>
            </a:r>
            <a:r>
              <a:rPr lang="en-ID" sz="2200" dirty="0" err="1"/>
              <a:t>dengan</a:t>
            </a:r>
            <a:r>
              <a:rPr lang="en-ID" sz="2200" dirty="0"/>
              <a:t> </a:t>
            </a:r>
            <a:r>
              <a:rPr lang="en-ID" sz="2200" dirty="0" err="1"/>
              <a:t>sebuah</a:t>
            </a:r>
            <a:r>
              <a:rPr lang="en-ID" sz="2200" dirty="0"/>
              <a:t> </a:t>
            </a:r>
            <a:r>
              <a:rPr lang="en-ID" sz="2200" dirty="0" err="1"/>
              <a:t>entitas</a:t>
            </a:r>
            <a:r>
              <a:rPr lang="en-ID" sz="2200" dirty="0"/>
              <a:t> </a:t>
            </a:r>
            <a:r>
              <a:rPr lang="en-ID" sz="2200" dirty="0" err="1"/>
              <a:t>dalam</a:t>
            </a:r>
            <a:r>
              <a:rPr lang="en-ID" sz="2200" dirty="0"/>
              <a:t> model E-R.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D" sz="2200" b="1" dirty="0" err="1">
                <a:solidFill>
                  <a:srgbClr val="FFC000"/>
                </a:solidFill>
              </a:rPr>
              <a:t>Paradigma</a:t>
            </a:r>
            <a:r>
              <a:rPr lang="en-ID" sz="2200" b="1" dirty="0">
                <a:solidFill>
                  <a:srgbClr val="FFC000"/>
                </a:solidFill>
              </a:rPr>
              <a:t> </a:t>
            </a:r>
            <a:r>
              <a:rPr lang="en-ID" sz="2200" b="1" dirty="0" err="1">
                <a:solidFill>
                  <a:srgbClr val="FFC000"/>
                </a:solidFill>
              </a:rPr>
              <a:t>berorientasi</a:t>
            </a:r>
            <a:r>
              <a:rPr lang="en-ID" sz="2200" b="1" dirty="0">
                <a:solidFill>
                  <a:srgbClr val="FFC000"/>
                </a:solidFill>
              </a:rPr>
              <a:t> </a:t>
            </a:r>
            <a:r>
              <a:rPr lang="en-ID" sz="2200" b="1" dirty="0" err="1">
                <a:solidFill>
                  <a:srgbClr val="FFC000"/>
                </a:solidFill>
              </a:rPr>
              <a:t>objek</a:t>
            </a:r>
            <a:r>
              <a:rPr lang="en-ID" sz="2200" dirty="0"/>
              <a:t> </a:t>
            </a:r>
            <a:r>
              <a:rPr lang="en-ID" sz="2200" dirty="0" err="1"/>
              <a:t>didasarkan</a:t>
            </a:r>
            <a:r>
              <a:rPr lang="en-ID" sz="2200" dirty="0"/>
              <a:t> pada </a:t>
            </a:r>
            <a:r>
              <a:rPr lang="en-ID" sz="2200" b="1" dirty="0" err="1">
                <a:solidFill>
                  <a:srgbClr val="FF0000"/>
                </a:solidFill>
              </a:rPr>
              <a:t>pengkapsulan</a:t>
            </a:r>
            <a:r>
              <a:rPr lang="en-ID" sz="2200" b="1" dirty="0">
                <a:solidFill>
                  <a:srgbClr val="FF0000"/>
                </a:solidFill>
              </a:rPr>
              <a:t> (</a:t>
            </a:r>
            <a:r>
              <a:rPr lang="en-ID" sz="2200" b="1" i="1" dirty="0">
                <a:solidFill>
                  <a:srgbClr val="FF0000"/>
                </a:solidFill>
              </a:rPr>
              <a:t>encapsulating</a:t>
            </a:r>
            <a:r>
              <a:rPr lang="en-ID" sz="2200" b="1" dirty="0">
                <a:solidFill>
                  <a:srgbClr val="FF0000"/>
                </a:solidFill>
              </a:rPr>
              <a:t>)</a:t>
            </a:r>
            <a:r>
              <a:rPr lang="en-ID" sz="2200" dirty="0"/>
              <a:t> </a:t>
            </a:r>
            <a:r>
              <a:rPr lang="en-ID" sz="2200" dirty="0" err="1">
                <a:solidFill>
                  <a:srgbClr val="FF0000"/>
                </a:solidFill>
              </a:rPr>
              <a:t>kode</a:t>
            </a:r>
            <a:r>
              <a:rPr lang="en-ID" sz="2200" dirty="0"/>
              <a:t> dan data yang </a:t>
            </a:r>
            <a:r>
              <a:rPr lang="en-ID" sz="2200" dirty="0" err="1"/>
              <a:t>terkait</a:t>
            </a:r>
            <a:r>
              <a:rPr lang="en-ID" sz="2200" dirty="0"/>
              <a:t> </a:t>
            </a:r>
            <a:r>
              <a:rPr lang="en-ID" sz="2200" dirty="0" err="1"/>
              <a:t>dengan</a:t>
            </a:r>
            <a:r>
              <a:rPr lang="en-ID" sz="2200" dirty="0"/>
              <a:t> </a:t>
            </a:r>
            <a:r>
              <a:rPr lang="en-ID" sz="2200" dirty="0" err="1"/>
              <a:t>suatu</a:t>
            </a:r>
            <a:r>
              <a:rPr lang="en-ID" sz="2200" dirty="0"/>
              <a:t> </a:t>
            </a:r>
            <a:r>
              <a:rPr lang="en-ID" sz="2200" dirty="0" err="1"/>
              <a:t>objek</a:t>
            </a:r>
            <a:r>
              <a:rPr lang="en-ID" sz="2200" dirty="0"/>
              <a:t> </a:t>
            </a:r>
            <a:r>
              <a:rPr lang="en-ID" sz="2200" dirty="0" err="1"/>
              <a:t>ke</a:t>
            </a:r>
            <a:r>
              <a:rPr lang="en-ID" sz="2200" dirty="0"/>
              <a:t> </a:t>
            </a:r>
            <a:r>
              <a:rPr lang="en-ID" sz="2200" dirty="0" err="1"/>
              <a:t>dalam</a:t>
            </a:r>
            <a:r>
              <a:rPr lang="en-ID" sz="2200" dirty="0"/>
              <a:t> </a:t>
            </a:r>
            <a:r>
              <a:rPr lang="en-ID" sz="2200" dirty="0" err="1"/>
              <a:t>satu</a:t>
            </a:r>
            <a:r>
              <a:rPr lang="en-ID" sz="2200" dirty="0"/>
              <a:t> </a:t>
            </a:r>
            <a:r>
              <a:rPr lang="en-ID" sz="2200" dirty="0" err="1"/>
              <a:t>kesatuan</a:t>
            </a:r>
            <a:r>
              <a:rPr lang="en-ID" sz="2200" dirty="0"/>
              <a:t> unit </a:t>
            </a:r>
            <a:r>
              <a:rPr lang="en-ID" sz="2200" dirty="0" err="1"/>
              <a:t>tunggal</a:t>
            </a:r>
            <a:r>
              <a:rPr lang="en-ID" sz="2200" dirty="0"/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D" sz="2200" b="1" dirty="0">
                <a:solidFill>
                  <a:srgbClr val="FFC000"/>
                </a:solidFill>
              </a:rPr>
              <a:t>Model data </a:t>
            </a:r>
            <a:r>
              <a:rPr lang="en-ID" sz="2200" b="1" dirty="0" err="1">
                <a:solidFill>
                  <a:srgbClr val="FFC000"/>
                </a:solidFill>
              </a:rPr>
              <a:t>berorientasi</a:t>
            </a:r>
            <a:r>
              <a:rPr lang="en-ID" sz="2200" b="1" dirty="0">
                <a:solidFill>
                  <a:srgbClr val="FFC000"/>
                </a:solidFill>
              </a:rPr>
              <a:t> </a:t>
            </a:r>
            <a:r>
              <a:rPr lang="en-ID" sz="2200" b="1" dirty="0" err="1">
                <a:solidFill>
                  <a:srgbClr val="FFC000"/>
                </a:solidFill>
              </a:rPr>
              <a:t>objek</a:t>
            </a:r>
            <a:r>
              <a:rPr lang="en-ID" sz="2200" dirty="0"/>
              <a:t> </a:t>
            </a:r>
            <a:r>
              <a:rPr lang="en-ID" sz="2200" dirty="0" err="1"/>
              <a:t>adalah</a:t>
            </a:r>
            <a:r>
              <a:rPr lang="en-ID" sz="2200" dirty="0"/>
              <a:t> </a:t>
            </a:r>
            <a:r>
              <a:rPr lang="en-ID" sz="2200" dirty="0" err="1"/>
              <a:t>sebuah</a:t>
            </a:r>
            <a:r>
              <a:rPr lang="en-ID" sz="2200" dirty="0"/>
              <a:t> model data </a:t>
            </a:r>
            <a:r>
              <a:rPr lang="en-ID" sz="2200" dirty="0" err="1"/>
              <a:t>logis</a:t>
            </a:r>
            <a:r>
              <a:rPr lang="en-ID" sz="2200" dirty="0"/>
              <a:t> (</a:t>
            </a:r>
            <a:r>
              <a:rPr lang="en-ID" sz="2200" dirty="0" err="1"/>
              <a:t>seperti</a:t>
            </a:r>
            <a:r>
              <a:rPr lang="en-ID" sz="2200" dirty="0"/>
              <a:t> model E-R).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D" sz="2200" b="1" dirty="0" err="1">
                <a:solidFill>
                  <a:srgbClr val="FFC000"/>
                </a:solidFill>
              </a:rPr>
              <a:t>Adaptasi</a:t>
            </a:r>
            <a:r>
              <a:rPr lang="en-ID" sz="2200" b="1" dirty="0">
                <a:solidFill>
                  <a:srgbClr val="FFC000"/>
                </a:solidFill>
              </a:rPr>
              <a:t> </a:t>
            </a:r>
            <a:r>
              <a:rPr lang="en-ID" sz="2200" b="1" dirty="0" err="1">
                <a:solidFill>
                  <a:srgbClr val="FFC000"/>
                </a:solidFill>
              </a:rPr>
              <a:t>dari</a:t>
            </a:r>
            <a:r>
              <a:rPr lang="en-ID" sz="2200" b="1" dirty="0">
                <a:solidFill>
                  <a:srgbClr val="FFC000"/>
                </a:solidFill>
              </a:rPr>
              <a:t> </a:t>
            </a:r>
            <a:r>
              <a:rPr lang="en-ID" sz="2200" b="1" dirty="0" err="1">
                <a:solidFill>
                  <a:srgbClr val="FFC000"/>
                </a:solidFill>
              </a:rPr>
              <a:t>paradigma</a:t>
            </a:r>
            <a:r>
              <a:rPr lang="en-ID" sz="2200" b="1" dirty="0">
                <a:solidFill>
                  <a:srgbClr val="FFC000"/>
                </a:solidFill>
              </a:rPr>
              <a:t> </a:t>
            </a:r>
            <a:r>
              <a:rPr lang="en-ID" sz="2200" b="1" dirty="0" err="1">
                <a:solidFill>
                  <a:srgbClr val="FFC000"/>
                </a:solidFill>
              </a:rPr>
              <a:t>pemrograman</a:t>
            </a:r>
            <a:r>
              <a:rPr lang="en-ID" sz="2200" b="1" dirty="0">
                <a:solidFill>
                  <a:srgbClr val="FFC000"/>
                </a:solidFill>
              </a:rPr>
              <a:t> </a:t>
            </a:r>
            <a:r>
              <a:rPr lang="en-ID" sz="2200" b="1" dirty="0" err="1">
                <a:solidFill>
                  <a:srgbClr val="FFC000"/>
                </a:solidFill>
              </a:rPr>
              <a:t>berorientasi</a:t>
            </a:r>
            <a:r>
              <a:rPr lang="en-ID" sz="2200" b="1" dirty="0">
                <a:solidFill>
                  <a:srgbClr val="FFC000"/>
                </a:solidFill>
              </a:rPr>
              <a:t> </a:t>
            </a:r>
            <a:r>
              <a:rPr lang="en-ID" sz="2200" b="1" dirty="0" err="1">
                <a:solidFill>
                  <a:srgbClr val="FFC000"/>
                </a:solidFill>
              </a:rPr>
              <a:t>objek</a:t>
            </a:r>
            <a:r>
              <a:rPr lang="en-ID" sz="2200" dirty="0"/>
              <a:t> (</a:t>
            </a:r>
            <a:r>
              <a:rPr lang="en-ID" sz="2200" dirty="0" err="1"/>
              <a:t>misalnya</a:t>
            </a:r>
            <a:r>
              <a:rPr lang="en-ID" sz="2200" dirty="0"/>
              <a:t>, Smalltalk, C++) </a:t>
            </a:r>
            <a:r>
              <a:rPr lang="en-ID" sz="2200" dirty="0" err="1"/>
              <a:t>ke</a:t>
            </a:r>
            <a:r>
              <a:rPr lang="en-ID" sz="2200" dirty="0"/>
              <a:t> </a:t>
            </a:r>
            <a:r>
              <a:rPr lang="en-ID" sz="2200" dirty="0" err="1"/>
              <a:t>dalam</a:t>
            </a:r>
            <a:r>
              <a:rPr lang="en-ID" sz="2200" dirty="0"/>
              <a:t> </a:t>
            </a:r>
            <a:r>
              <a:rPr lang="en-ID" sz="2200" dirty="0" err="1"/>
              <a:t>sistem</a:t>
            </a:r>
            <a:r>
              <a:rPr lang="en-ID" sz="2200" dirty="0"/>
              <a:t> database.</a:t>
            </a:r>
          </a:p>
        </p:txBody>
      </p:sp>
    </p:spTree>
    <p:extLst>
      <p:ext uri="{BB962C8B-B14F-4D97-AF65-F5344CB8AC3E}">
        <p14:creationId xmlns:p14="http://schemas.microsoft.com/office/powerpoint/2010/main" val="488400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7B155-A2F7-5F2D-29DD-A5556040F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model data </a:t>
            </a:r>
            <a:r>
              <a:rPr lang="en-US" dirty="0" err="1"/>
              <a:t>berorientasi</a:t>
            </a:r>
            <a:r>
              <a:rPr lang="en-US" dirty="0"/>
              <a:t> </a:t>
            </a:r>
            <a:r>
              <a:rPr lang="en-US" dirty="0" err="1"/>
              <a:t>objek</a:t>
            </a:r>
            <a:endParaRPr lang="en-US" dirty="0"/>
          </a:p>
        </p:txBody>
      </p:sp>
      <p:pic>
        <p:nvPicPr>
          <p:cNvPr id="7" name="Google Shape;247;p14">
            <a:extLst>
              <a:ext uri="{FF2B5EF4-FFF2-40B4-BE49-F238E27FC236}">
                <a16:creationId xmlns:a16="http://schemas.microsoft.com/office/drawing/2014/main" id="{6A9ADC19-7DEA-A651-71B9-AC62C1559A79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79414" y="1017725"/>
            <a:ext cx="5185171" cy="38995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211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B5B59C32-034B-2EB1-8BEE-B3E47AFE1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C7B28356-0840-47D4-856A-4E3914B639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Object-Structure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74DE3956-DB24-4732-D583-B517B41735F5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393538" y="1093158"/>
            <a:ext cx="8396561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52400" indent="0"/>
            <a:r>
              <a:rPr lang="en-ID" sz="1800" b="1" dirty="0" err="1"/>
              <a:t>Struktur</a:t>
            </a:r>
            <a:r>
              <a:rPr lang="en-ID" sz="1800" b="1" dirty="0"/>
              <a:t> </a:t>
            </a:r>
            <a:r>
              <a:rPr lang="en-ID" sz="1800" b="1" dirty="0" err="1"/>
              <a:t>Objek</a:t>
            </a:r>
            <a:r>
              <a:rPr lang="en-ID" sz="1800" b="1" dirty="0"/>
              <a:t> :</a:t>
            </a:r>
            <a:endParaRPr lang="en-ID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ID" sz="1800" b="1" dirty="0" err="1"/>
              <a:t>Sebuah</a:t>
            </a:r>
            <a:r>
              <a:rPr lang="en-ID" sz="1800" b="1" dirty="0"/>
              <a:t> </a:t>
            </a:r>
            <a:r>
              <a:rPr lang="en-ID" sz="1800" b="1" dirty="0" err="1"/>
              <a:t>objek</a:t>
            </a:r>
            <a:r>
              <a:rPr lang="en-ID" sz="1800" b="1" dirty="0"/>
              <a:t> </a:t>
            </a:r>
            <a:r>
              <a:rPr lang="en-ID" sz="1800" b="1" dirty="0" err="1"/>
              <a:t>memiliki</a:t>
            </a:r>
            <a:r>
              <a:rPr lang="en-ID" sz="1800" b="1" dirty="0"/>
              <a:t> </a:t>
            </a:r>
            <a:r>
              <a:rPr lang="en-ID" sz="1800" b="1" dirty="0" err="1"/>
              <a:t>hal-hal</a:t>
            </a:r>
            <a:r>
              <a:rPr lang="en-ID" sz="1800" b="1" dirty="0"/>
              <a:t> yang </a:t>
            </a:r>
            <a:r>
              <a:rPr lang="en-ID" sz="1800" b="1" dirty="0" err="1"/>
              <a:t>terkait</a:t>
            </a:r>
            <a:r>
              <a:rPr lang="en-ID" sz="1800" b="1" dirty="0"/>
              <a:t> </a:t>
            </a:r>
            <a:r>
              <a:rPr lang="en-ID" sz="1800" b="1" dirty="0" err="1"/>
              <a:t>dengannya</a:t>
            </a:r>
            <a:r>
              <a:rPr lang="en-ID" sz="1800" b="1" dirty="0"/>
              <a:t>:</a:t>
            </a:r>
            <a:endParaRPr lang="en-ID" sz="1800" dirty="0"/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ID" sz="1400" b="1" dirty="0" err="1">
                <a:solidFill>
                  <a:srgbClr val="FFC000"/>
                </a:solidFill>
              </a:rPr>
              <a:t>Sekumpulan</a:t>
            </a:r>
            <a:r>
              <a:rPr lang="en-ID" sz="1400" b="1" dirty="0">
                <a:solidFill>
                  <a:srgbClr val="FFC000"/>
                </a:solidFill>
              </a:rPr>
              <a:t> </a:t>
            </a:r>
            <a:r>
              <a:rPr lang="en-ID" sz="1400" b="1" dirty="0" err="1">
                <a:solidFill>
                  <a:srgbClr val="FFC000"/>
                </a:solidFill>
              </a:rPr>
              <a:t>variabel</a:t>
            </a:r>
            <a:r>
              <a:rPr lang="en-ID" sz="1400" dirty="0"/>
              <a:t> yang </a:t>
            </a:r>
            <a:r>
              <a:rPr lang="en-ID" sz="1400" dirty="0" err="1"/>
              <a:t>berisi</a:t>
            </a:r>
            <a:r>
              <a:rPr lang="en-ID" sz="1400" dirty="0"/>
              <a:t> data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objek</a:t>
            </a:r>
            <a:r>
              <a:rPr lang="en-ID" sz="1400" dirty="0"/>
              <a:t> </a:t>
            </a:r>
            <a:r>
              <a:rPr lang="en-ID" sz="1400" dirty="0" err="1"/>
              <a:t>tersebut</a:t>
            </a:r>
            <a:r>
              <a:rPr lang="en-ID" sz="1400" dirty="0"/>
              <a:t>. Nilai </a:t>
            </a:r>
            <a:r>
              <a:rPr lang="en-ID" sz="1400" dirty="0" err="1"/>
              <a:t>dari</a:t>
            </a:r>
            <a:r>
              <a:rPr lang="en-ID" sz="1400" dirty="0"/>
              <a:t> </a:t>
            </a:r>
            <a:r>
              <a:rPr lang="en-ID" sz="1400" dirty="0" err="1"/>
              <a:t>setiap</a:t>
            </a:r>
            <a:r>
              <a:rPr lang="en-ID" sz="1400" dirty="0"/>
              <a:t> </a:t>
            </a:r>
            <a:r>
              <a:rPr lang="en-ID" sz="1400" dirty="0" err="1"/>
              <a:t>variabel</a:t>
            </a:r>
            <a:r>
              <a:rPr lang="en-ID" sz="1400" dirty="0"/>
              <a:t> </a:t>
            </a:r>
            <a:r>
              <a:rPr lang="en-ID" sz="1400" dirty="0" err="1"/>
              <a:t>itu</a:t>
            </a:r>
            <a:r>
              <a:rPr lang="en-ID" sz="1400" dirty="0"/>
              <a:t> </a:t>
            </a:r>
            <a:r>
              <a:rPr lang="en-ID" sz="1400" dirty="0" err="1"/>
              <a:t>sendiri</a:t>
            </a:r>
            <a:r>
              <a:rPr lang="en-ID" sz="1400" dirty="0"/>
              <a:t> </a:t>
            </a:r>
            <a:r>
              <a:rPr lang="en-ID" sz="1400" dirty="0" err="1"/>
              <a:t>adalah</a:t>
            </a:r>
            <a:r>
              <a:rPr lang="en-ID" sz="1400" dirty="0"/>
              <a:t> </a:t>
            </a:r>
            <a:r>
              <a:rPr lang="en-ID" sz="1400" dirty="0" err="1"/>
              <a:t>sebuah</a:t>
            </a:r>
            <a:r>
              <a:rPr lang="en-ID" sz="1400" dirty="0"/>
              <a:t> </a:t>
            </a:r>
            <a:r>
              <a:rPr lang="en-ID" sz="1400" dirty="0" err="1"/>
              <a:t>objek</a:t>
            </a:r>
            <a:r>
              <a:rPr lang="en-ID" sz="1400" dirty="0"/>
              <a:t>.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ID" sz="1400" b="1" dirty="0" err="1">
                <a:solidFill>
                  <a:srgbClr val="FFC000"/>
                </a:solidFill>
              </a:rPr>
              <a:t>Sekumpulan</a:t>
            </a:r>
            <a:r>
              <a:rPr lang="en-ID" sz="1400" b="1" dirty="0">
                <a:solidFill>
                  <a:srgbClr val="FFC000"/>
                </a:solidFill>
              </a:rPr>
              <a:t> </a:t>
            </a:r>
            <a:r>
              <a:rPr lang="en-ID" sz="1400" b="1" dirty="0" err="1">
                <a:solidFill>
                  <a:srgbClr val="FFC000"/>
                </a:solidFill>
              </a:rPr>
              <a:t>pesan</a:t>
            </a:r>
            <a:r>
              <a:rPr lang="en-ID" sz="1400" b="1" dirty="0">
                <a:solidFill>
                  <a:srgbClr val="FFC000"/>
                </a:solidFill>
              </a:rPr>
              <a:t> (</a:t>
            </a:r>
            <a:r>
              <a:rPr lang="en-ID" sz="1400" b="1" i="1" dirty="0">
                <a:solidFill>
                  <a:srgbClr val="FFC000"/>
                </a:solidFill>
              </a:rPr>
              <a:t>messages</a:t>
            </a:r>
            <a:r>
              <a:rPr lang="en-ID" sz="1400" b="1" dirty="0">
                <a:solidFill>
                  <a:srgbClr val="FFC000"/>
                </a:solidFill>
              </a:rPr>
              <a:t>)</a:t>
            </a:r>
            <a:r>
              <a:rPr lang="en-ID" sz="1400" dirty="0"/>
              <a:t> yang </a:t>
            </a:r>
            <a:r>
              <a:rPr lang="en-ID" sz="1400" dirty="0" err="1"/>
              <a:t>ditanggapi</a:t>
            </a:r>
            <a:r>
              <a:rPr lang="en-ID" sz="1400" dirty="0"/>
              <a:t> oleh </a:t>
            </a:r>
            <a:r>
              <a:rPr lang="en-ID" sz="1400" dirty="0" err="1"/>
              <a:t>objek</a:t>
            </a:r>
            <a:r>
              <a:rPr lang="en-ID" sz="1400" dirty="0"/>
              <a:t>; </a:t>
            </a:r>
            <a:r>
              <a:rPr lang="en-ID" sz="1400" dirty="0" err="1"/>
              <a:t>setiap</a:t>
            </a:r>
            <a:r>
              <a:rPr lang="en-ID" sz="1400" dirty="0"/>
              <a:t> </a:t>
            </a:r>
            <a:r>
              <a:rPr lang="en-ID" sz="1400" dirty="0" err="1"/>
              <a:t>pesan</a:t>
            </a:r>
            <a:r>
              <a:rPr lang="en-ID" sz="1400" dirty="0"/>
              <a:t> </a:t>
            </a:r>
            <a:r>
              <a:rPr lang="en-ID" sz="1400" dirty="0" err="1"/>
              <a:t>dapat</a:t>
            </a:r>
            <a:r>
              <a:rPr lang="en-ID" sz="1400" dirty="0"/>
              <a:t> </a:t>
            </a:r>
            <a:r>
              <a:rPr lang="en-ID" sz="1400" dirty="0" err="1"/>
              <a:t>memiliki</a:t>
            </a:r>
            <a:r>
              <a:rPr lang="en-ID" sz="1400" dirty="0"/>
              <a:t> </a:t>
            </a:r>
            <a:r>
              <a:rPr lang="en-ID" sz="1400" dirty="0" err="1"/>
              <a:t>nol</a:t>
            </a:r>
            <a:r>
              <a:rPr lang="en-ID" sz="1400" dirty="0"/>
              <a:t>, </a:t>
            </a:r>
            <a:r>
              <a:rPr lang="en-ID" sz="1400" dirty="0" err="1"/>
              <a:t>satu</a:t>
            </a:r>
            <a:r>
              <a:rPr lang="en-ID" sz="1400" dirty="0"/>
              <a:t>, </a:t>
            </a:r>
            <a:r>
              <a:rPr lang="en-ID" sz="1400" dirty="0" err="1"/>
              <a:t>atau</a:t>
            </a:r>
            <a:r>
              <a:rPr lang="en-ID" sz="1400" dirty="0"/>
              <a:t> </a:t>
            </a:r>
            <a:r>
              <a:rPr lang="en-ID" sz="1400" dirty="0" err="1"/>
              <a:t>lebih</a:t>
            </a:r>
            <a:r>
              <a:rPr lang="en-ID" sz="1400" dirty="0"/>
              <a:t> parameter.</a:t>
            </a:r>
          </a:p>
          <a:p>
            <a:pPr lvl="1" algn="l">
              <a:buFont typeface="Arial" panose="020B0604020202020204" pitchFamily="34" charset="0"/>
              <a:buChar char="•"/>
            </a:pPr>
            <a:r>
              <a:rPr lang="en-ID" sz="1400" b="1" dirty="0" err="1">
                <a:solidFill>
                  <a:srgbClr val="FFC000"/>
                </a:solidFill>
              </a:rPr>
              <a:t>Sekumpulan</a:t>
            </a:r>
            <a:r>
              <a:rPr lang="en-ID" sz="1400" b="1" dirty="0">
                <a:solidFill>
                  <a:srgbClr val="FFC000"/>
                </a:solidFill>
              </a:rPr>
              <a:t> </a:t>
            </a:r>
            <a:r>
              <a:rPr lang="en-ID" sz="1400" b="1" dirty="0" err="1">
                <a:solidFill>
                  <a:srgbClr val="FFC000"/>
                </a:solidFill>
              </a:rPr>
              <a:t>metode</a:t>
            </a:r>
            <a:r>
              <a:rPr lang="en-ID" sz="1400" b="1" dirty="0">
                <a:solidFill>
                  <a:srgbClr val="FFC000"/>
                </a:solidFill>
              </a:rPr>
              <a:t> (</a:t>
            </a:r>
            <a:r>
              <a:rPr lang="en-ID" sz="1400" b="1" i="1" dirty="0">
                <a:solidFill>
                  <a:srgbClr val="FFC000"/>
                </a:solidFill>
              </a:rPr>
              <a:t>methods</a:t>
            </a:r>
            <a:r>
              <a:rPr lang="en-ID" sz="1400" b="1" dirty="0">
                <a:solidFill>
                  <a:srgbClr val="FFC000"/>
                </a:solidFill>
              </a:rPr>
              <a:t>)</a:t>
            </a:r>
            <a:r>
              <a:rPr lang="en-ID" sz="1400" dirty="0"/>
              <a:t>, yang masing-masing </a:t>
            </a:r>
            <a:r>
              <a:rPr lang="en-ID" sz="1400" dirty="0" err="1"/>
              <a:t>merupakan</a:t>
            </a:r>
            <a:r>
              <a:rPr lang="en-ID" sz="1400" dirty="0"/>
              <a:t> badan </a:t>
            </a:r>
            <a:r>
              <a:rPr lang="en-ID" sz="1400" dirty="0" err="1"/>
              <a:t>kode</a:t>
            </a:r>
            <a:r>
              <a:rPr lang="en-ID" sz="1400" dirty="0"/>
              <a:t>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mengimplementasikan</a:t>
            </a:r>
            <a:r>
              <a:rPr lang="en-ID" sz="1400" dirty="0"/>
              <a:t> </a:t>
            </a:r>
            <a:r>
              <a:rPr lang="en-ID" sz="1400" dirty="0" err="1"/>
              <a:t>sebuah</a:t>
            </a:r>
            <a:r>
              <a:rPr lang="en-ID" sz="1400" dirty="0"/>
              <a:t> </a:t>
            </a:r>
            <a:r>
              <a:rPr lang="en-ID" sz="1400" dirty="0" err="1"/>
              <a:t>pesan</a:t>
            </a:r>
            <a:r>
              <a:rPr lang="en-ID" sz="1400" dirty="0"/>
              <a:t>; </a:t>
            </a:r>
            <a:r>
              <a:rPr lang="en-ID" sz="1400" dirty="0" err="1"/>
              <a:t>sebuah</a:t>
            </a:r>
            <a:r>
              <a:rPr lang="en-ID" sz="1400" dirty="0"/>
              <a:t> </a:t>
            </a:r>
            <a:r>
              <a:rPr lang="en-ID" sz="1400" dirty="0" err="1"/>
              <a:t>metode</a:t>
            </a:r>
            <a:r>
              <a:rPr lang="en-ID" sz="1400" dirty="0"/>
              <a:t> </a:t>
            </a:r>
            <a:r>
              <a:rPr lang="en-ID" sz="1400" dirty="0" err="1"/>
              <a:t>mengembalikan</a:t>
            </a:r>
            <a:r>
              <a:rPr lang="en-ID" sz="1400" dirty="0"/>
              <a:t> </a:t>
            </a:r>
            <a:r>
              <a:rPr lang="en-ID" sz="1400" dirty="0" err="1"/>
              <a:t>nilai</a:t>
            </a:r>
            <a:r>
              <a:rPr lang="en-ID" sz="1400" dirty="0"/>
              <a:t> </a:t>
            </a:r>
            <a:r>
              <a:rPr lang="en-ID" sz="1400" dirty="0" err="1"/>
              <a:t>sebagai</a:t>
            </a:r>
            <a:r>
              <a:rPr lang="en-ID" sz="1400" dirty="0"/>
              <a:t> </a:t>
            </a:r>
            <a:r>
              <a:rPr lang="en-ID" sz="1400" dirty="0" err="1"/>
              <a:t>respons</a:t>
            </a:r>
            <a:r>
              <a:rPr lang="en-ID" sz="1400" dirty="0"/>
              <a:t> </a:t>
            </a:r>
            <a:r>
              <a:rPr lang="en-ID" sz="1400" dirty="0" err="1"/>
              <a:t>terhadap</a:t>
            </a:r>
            <a:r>
              <a:rPr lang="en-ID" sz="1400" dirty="0"/>
              <a:t> </a:t>
            </a:r>
            <a:r>
              <a:rPr lang="en-ID" sz="1400" dirty="0" err="1"/>
              <a:t>pesan</a:t>
            </a:r>
            <a:r>
              <a:rPr lang="en-ID" sz="1400" dirty="0"/>
              <a:t> </a:t>
            </a:r>
            <a:r>
              <a:rPr lang="en-ID" sz="1400" dirty="0" err="1"/>
              <a:t>tersebut</a:t>
            </a:r>
            <a:r>
              <a:rPr lang="en-ID" sz="1400" dirty="0"/>
              <a:t>.</a:t>
            </a:r>
            <a:endParaRPr lang="en-ID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ID" sz="1800" b="1" dirty="0" err="1">
                <a:solidFill>
                  <a:srgbClr val="FFC000"/>
                </a:solidFill>
              </a:rPr>
              <a:t>Representasi</a:t>
            </a:r>
            <a:r>
              <a:rPr lang="en-ID" sz="1800" b="1" dirty="0">
                <a:solidFill>
                  <a:srgbClr val="FFC000"/>
                </a:solidFill>
              </a:rPr>
              <a:t> </a:t>
            </a:r>
            <a:r>
              <a:rPr lang="en-ID" sz="1800" b="1" dirty="0" err="1">
                <a:solidFill>
                  <a:srgbClr val="FFC000"/>
                </a:solidFill>
              </a:rPr>
              <a:t>fisik</a:t>
            </a:r>
            <a:r>
              <a:rPr lang="en-ID" sz="1800" b="1" dirty="0">
                <a:solidFill>
                  <a:srgbClr val="FFC000"/>
                </a:solidFill>
              </a:rPr>
              <a:t> </a:t>
            </a:r>
            <a:r>
              <a:rPr lang="en-ID" sz="1800" b="1" dirty="0" err="1">
                <a:solidFill>
                  <a:srgbClr val="FFC000"/>
                </a:solidFill>
              </a:rPr>
              <a:t>dari</a:t>
            </a:r>
            <a:r>
              <a:rPr lang="en-ID" sz="1800" b="1" dirty="0">
                <a:solidFill>
                  <a:srgbClr val="FFC000"/>
                </a:solidFill>
              </a:rPr>
              <a:t> data</a:t>
            </a:r>
            <a:r>
              <a:rPr lang="en-ID" sz="1800" dirty="0"/>
              <a:t> </a:t>
            </a:r>
            <a:r>
              <a:rPr lang="en-ID" sz="1800" dirty="0" err="1"/>
              <a:t>hanya</a:t>
            </a:r>
            <a:r>
              <a:rPr lang="en-ID" sz="1800" dirty="0"/>
              <a:t> </a:t>
            </a:r>
            <a:r>
              <a:rPr lang="en-ID" sz="1800" dirty="0" err="1"/>
              <a:t>dapat</a:t>
            </a:r>
            <a:r>
              <a:rPr lang="en-ID" sz="1800" dirty="0"/>
              <a:t> </a:t>
            </a:r>
            <a:r>
              <a:rPr lang="en-ID" sz="1800" dirty="0" err="1"/>
              <a:t>dilihat</a:t>
            </a:r>
            <a:r>
              <a:rPr lang="en-ID" sz="1800" dirty="0"/>
              <a:t> oleh </a:t>
            </a:r>
            <a:r>
              <a:rPr lang="en-ID" sz="1800" dirty="0" err="1"/>
              <a:t>pengimplementasi</a:t>
            </a:r>
            <a:r>
              <a:rPr lang="en-ID" sz="1800" dirty="0"/>
              <a:t> </a:t>
            </a:r>
            <a:r>
              <a:rPr lang="en-ID" sz="1800" dirty="0">
                <a:solidFill>
                  <a:srgbClr val="FF0000"/>
                </a:solidFill>
              </a:rPr>
              <a:t>(</a:t>
            </a:r>
            <a:r>
              <a:rPr lang="en-ID" sz="1800" i="1" dirty="0">
                <a:solidFill>
                  <a:srgbClr val="FF0000"/>
                </a:solidFill>
              </a:rPr>
              <a:t>implementor</a:t>
            </a:r>
            <a:r>
              <a:rPr lang="en-ID" sz="1800" dirty="0">
                <a:solidFill>
                  <a:srgbClr val="FF0000"/>
                </a:solidFill>
              </a:rPr>
              <a:t>)</a:t>
            </a:r>
            <a:r>
              <a:rPr lang="en-ID" sz="1800" dirty="0"/>
              <a:t> </a:t>
            </a:r>
            <a:r>
              <a:rPr lang="en-ID" sz="1800" dirty="0" err="1"/>
              <a:t>dari</a:t>
            </a:r>
            <a:r>
              <a:rPr lang="en-ID" sz="1800" dirty="0"/>
              <a:t> </a:t>
            </a:r>
            <a:r>
              <a:rPr lang="en-ID" sz="1800" dirty="0" err="1"/>
              <a:t>objek</a:t>
            </a:r>
            <a:r>
              <a:rPr lang="en-ID" sz="1800" dirty="0"/>
              <a:t> </a:t>
            </a:r>
            <a:r>
              <a:rPr lang="en-ID" sz="1800" dirty="0" err="1"/>
              <a:t>tersebut</a:t>
            </a:r>
            <a:r>
              <a:rPr lang="en-ID" sz="1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1800" b="1" dirty="0" err="1">
                <a:solidFill>
                  <a:srgbClr val="FFC000"/>
                </a:solidFill>
              </a:rPr>
              <a:t>Pesan</a:t>
            </a:r>
            <a:r>
              <a:rPr lang="en-ID" sz="1800" b="1" dirty="0">
                <a:solidFill>
                  <a:srgbClr val="FFC000"/>
                </a:solidFill>
              </a:rPr>
              <a:t> dan </a:t>
            </a:r>
            <a:r>
              <a:rPr lang="en-ID" sz="1800" b="1" dirty="0" err="1">
                <a:solidFill>
                  <a:srgbClr val="FFC000"/>
                </a:solidFill>
              </a:rPr>
              <a:t>respons</a:t>
            </a:r>
            <a:r>
              <a:rPr lang="en-ID" sz="1800" dirty="0"/>
              <a:t> </a:t>
            </a:r>
            <a:r>
              <a:rPr lang="en-ID" sz="1800" dirty="0" err="1"/>
              <a:t>memberikan</a:t>
            </a:r>
            <a:r>
              <a:rPr lang="en-ID" sz="1800" dirty="0"/>
              <a:t> </a:t>
            </a:r>
            <a:r>
              <a:rPr lang="en-ID" sz="1800" dirty="0" err="1"/>
              <a:t>satu-satunya</a:t>
            </a:r>
            <a:r>
              <a:rPr lang="en-ID" sz="1800" dirty="0"/>
              <a:t> </a:t>
            </a:r>
            <a:r>
              <a:rPr lang="en-ID" sz="1800" dirty="0" err="1"/>
              <a:t>antarmuka</a:t>
            </a:r>
            <a:r>
              <a:rPr lang="en-ID" sz="1800" dirty="0"/>
              <a:t> </a:t>
            </a:r>
            <a:r>
              <a:rPr lang="en-ID" sz="1800" dirty="0" err="1"/>
              <a:t>eksternal</a:t>
            </a:r>
            <a:r>
              <a:rPr lang="en-ID" sz="1800" dirty="0"/>
              <a:t> </a:t>
            </a:r>
            <a:r>
              <a:rPr lang="en-ID" sz="1800" dirty="0" err="1"/>
              <a:t>ke</a:t>
            </a:r>
            <a:r>
              <a:rPr lang="en-ID" sz="1800" dirty="0"/>
              <a:t> </a:t>
            </a:r>
            <a:r>
              <a:rPr lang="en-ID" sz="1800" dirty="0" err="1"/>
              <a:t>sebuah</a:t>
            </a:r>
            <a:r>
              <a:rPr lang="en-ID" sz="1800" dirty="0"/>
              <a:t> </a:t>
            </a:r>
            <a:r>
              <a:rPr lang="en-ID" sz="1800" dirty="0" err="1"/>
              <a:t>objek</a:t>
            </a:r>
            <a:r>
              <a:rPr lang="en-ID" sz="1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D" sz="1800" b="1" dirty="0">
                <a:solidFill>
                  <a:srgbClr val="FFC000"/>
                </a:solidFill>
              </a:rPr>
              <a:t>Istilah </a:t>
            </a:r>
            <a:r>
              <a:rPr lang="en-ID" sz="1800" b="1" dirty="0" err="1">
                <a:solidFill>
                  <a:srgbClr val="FFC000"/>
                </a:solidFill>
              </a:rPr>
              <a:t>pesan</a:t>
            </a:r>
            <a:r>
              <a:rPr lang="en-ID" sz="1800" b="1" dirty="0">
                <a:solidFill>
                  <a:srgbClr val="FFC000"/>
                </a:solidFill>
              </a:rPr>
              <a:t> (</a:t>
            </a:r>
            <a:r>
              <a:rPr lang="en-ID" sz="1800" b="1" i="1" dirty="0">
                <a:solidFill>
                  <a:srgbClr val="FFC000"/>
                </a:solidFill>
              </a:rPr>
              <a:t>message</a:t>
            </a:r>
            <a:r>
              <a:rPr lang="en-ID" sz="1800" b="1" dirty="0">
                <a:solidFill>
                  <a:srgbClr val="FFC000"/>
                </a:solidFill>
              </a:rPr>
              <a:t>)</a:t>
            </a:r>
            <a:r>
              <a:rPr lang="en-ID" sz="1800" dirty="0"/>
              <a:t> </a:t>
            </a:r>
            <a:r>
              <a:rPr lang="en-ID" sz="1800" dirty="0" err="1"/>
              <a:t>tidak</a:t>
            </a:r>
            <a:r>
              <a:rPr lang="en-ID" sz="1800" dirty="0"/>
              <a:t> </a:t>
            </a:r>
            <a:r>
              <a:rPr lang="en-ID" sz="1800" dirty="0" err="1"/>
              <a:t>selalu</a:t>
            </a:r>
            <a:r>
              <a:rPr lang="en-ID" sz="1800" dirty="0"/>
              <a:t> </a:t>
            </a:r>
            <a:r>
              <a:rPr lang="en-ID" sz="1800" dirty="0" err="1"/>
              <a:t>berarti</a:t>
            </a:r>
            <a:r>
              <a:rPr lang="en-ID" sz="1800" dirty="0"/>
              <a:t> </a:t>
            </a:r>
            <a:r>
              <a:rPr lang="en-ID" sz="1800" dirty="0" err="1"/>
              <a:t>pengiriman</a:t>
            </a:r>
            <a:r>
              <a:rPr lang="en-ID" sz="1800" dirty="0"/>
              <a:t> </a:t>
            </a:r>
            <a:r>
              <a:rPr lang="en-ID" sz="1800" dirty="0" err="1"/>
              <a:t>pesan</a:t>
            </a:r>
            <a:r>
              <a:rPr lang="en-ID" sz="1800" dirty="0"/>
              <a:t> </a:t>
            </a:r>
            <a:r>
              <a:rPr lang="en-ID" sz="1800" dirty="0" err="1"/>
              <a:t>secara</a:t>
            </a:r>
            <a:r>
              <a:rPr lang="en-ID" sz="1800" dirty="0"/>
              <a:t> </a:t>
            </a:r>
            <a:r>
              <a:rPr lang="en-ID" sz="1800" dirty="0" err="1"/>
              <a:t>fisik</a:t>
            </a:r>
            <a:r>
              <a:rPr lang="en-ID" sz="1800" dirty="0"/>
              <a:t>. </a:t>
            </a:r>
            <a:r>
              <a:rPr lang="en-ID" sz="1800" dirty="0" err="1"/>
              <a:t>Pesan</a:t>
            </a:r>
            <a:r>
              <a:rPr lang="en-ID" sz="1800" dirty="0"/>
              <a:t> </a:t>
            </a:r>
            <a:r>
              <a:rPr lang="en-ID" sz="1800" dirty="0" err="1"/>
              <a:t>dapat</a:t>
            </a:r>
            <a:r>
              <a:rPr lang="en-ID" sz="1800" dirty="0"/>
              <a:t> </a:t>
            </a:r>
            <a:r>
              <a:rPr lang="en-ID" sz="1800" dirty="0" err="1"/>
              <a:t>diimplementasikan</a:t>
            </a:r>
            <a:r>
              <a:rPr lang="en-ID" sz="1800" dirty="0"/>
              <a:t> </a:t>
            </a:r>
            <a:r>
              <a:rPr lang="en-ID" sz="1800" dirty="0" err="1"/>
              <a:t>sebagai</a:t>
            </a:r>
            <a:r>
              <a:rPr lang="en-ID" sz="1800" dirty="0"/>
              <a:t> </a:t>
            </a:r>
            <a:r>
              <a:rPr lang="en-ID" sz="1800" dirty="0" err="1"/>
              <a:t>pemanggilan</a:t>
            </a:r>
            <a:r>
              <a:rPr lang="en-ID" sz="1800" dirty="0"/>
              <a:t> </a:t>
            </a:r>
            <a:r>
              <a:rPr lang="en-ID" sz="1800" dirty="0" err="1"/>
              <a:t>prosedur</a:t>
            </a:r>
            <a:r>
              <a:rPr lang="en-ID" sz="1800" dirty="0"/>
              <a:t> </a:t>
            </a:r>
            <a:r>
              <a:rPr lang="en-ID" sz="1800" dirty="0">
                <a:solidFill>
                  <a:srgbClr val="FF0000"/>
                </a:solidFill>
              </a:rPr>
              <a:t>(</a:t>
            </a:r>
            <a:r>
              <a:rPr lang="en-ID" sz="1800" i="1" dirty="0">
                <a:solidFill>
                  <a:srgbClr val="FF0000"/>
                </a:solidFill>
              </a:rPr>
              <a:t>procedure invocations</a:t>
            </a:r>
            <a:r>
              <a:rPr lang="en-ID" sz="1800" dirty="0">
                <a:solidFill>
                  <a:srgbClr val="FF0000"/>
                </a:solidFill>
              </a:rPr>
              <a:t>)</a:t>
            </a:r>
            <a:r>
              <a:rPr lang="en-ID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914239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8010ACB9-339E-67BD-A8AC-DF6A98736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44997152-87A0-F7D1-554B-6FA6FE6039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Class diagram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kelas</a:t>
            </a:r>
            <a:r>
              <a:rPr lang="en-US" dirty="0"/>
              <a:t> </a:t>
            </a:r>
            <a:r>
              <a:rPr lang="en-US" dirty="0" err="1"/>
              <a:t>asosiasi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F44411CC-BBA2-C54D-B80F-FAC7A71A5E3B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373719" y="4375310"/>
            <a:ext cx="778643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52400" indent="0"/>
            <a:r>
              <a:rPr lang="en-ID" sz="1800" b="1" dirty="0">
                <a:solidFill>
                  <a:srgbClr val="FFC000"/>
                </a:solidFill>
              </a:rPr>
              <a:t>Registration</a:t>
            </a:r>
            <a:r>
              <a:rPr lang="en-ID" sz="1800" b="1" dirty="0"/>
              <a:t> </a:t>
            </a:r>
            <a:r>
              <a:rPr lang="en-ID" sz="1800" b="1" dirty="0">
                <a:solidFill>
                  <a:srgbClr val="FF0000"/>
                </a:solidFill>
              </a:rPr>
              <a:t>class</a:t>
            </a:r>
            <a:r>
              <a:rPr lang="en-ID" sz="1800" b="1" dirty="0"/>
              <a:t> </a:t>
            </a:r>
            <a:r>
              <a:rPr lang="en-ID" sz="1800" b="1" dirty="0" err="1"/>
              <a:t>mengimplementasikan</a:t>
            </a:r>
            <a:r>
              <a:rPr lang="en-ID" sz="1800" b="1" dirty="0"/>
              <a:t> </a:t>
            </a:r>
            <a:r>
              <a:rPr lang="en-ID" sz="1800" b="1" dirty="0">
                <a:solidFill>
                  <a:srgbClr val="FF0000"/>
                </a:solidFill>
              </a:rPr>
              <a:t>many-to-many association</a:t>
            </a:r>
            <a:r>
              <a:rPr lang="en-ID" sz="1800" b="1" dirty="0"/>
              <a:t> </a:t>
            </a:r>
            <a:r>
              <a:rPr lang="en-ID" sz="1800" b="1" dirty="0" err="1"/>
              <a:t>antara</a:t>
            </a:r>
            <a:r>
              <a:rPr lang="en-ID" sz="1800" b="1" dirty="0"/>
              <a:t> </a:t>
            </a:r>
            <a:r>
              <a:rPr lang="en-ID" sz="1800" b="1" dirty="0">
                <a:solidFill>
                  <a:srgbClr val="FFC000"/>
                </a:solidFill>
              </a:rPr>
              <a:t>Student</a:t>
            </a:r>
            <a:r>
              <a:rPr lang="en-ID" sz="1800" b="1" dirty="0"/>
              <a:t> </a:t>
            </a:r>
            <a:r>
              <a:rPr lang="en-ID" sz="1800" b="1" dirty="0" err="1"/>
              <a:t>dengan</a:t>
            </a:r>
            <a:r>
              <a:rPr lang="en-ID" sz="1800" b="1" dirty="0"/>
              <a:t> </a:t>
            </a:r>
            <a:r>
              <a:rPr lang="en-ID" sz="1800" b="1" dirty="0">
                <a:solidFill>
                  <a:srgbClr val="FFC000"/>
                </a:solidFill>
              </a:rPr>
              <a:t>Course</a:t>
            </a:r>
            <a:endParaRPr lang="en-ID" sz="1800" dirty="0">
              <a:solidFill>
                <a:srgbClr val="FFC000"/>
              </a:solidFill>
            </a:endParaRPr>
          </a:p>
        </p:txBody>
      </p:sp>
      <p:pic>
        <p:nvPicPr>
          <p:cNvPr id="3" name="Google Shape;265;p16" descr="Noname.jpg">
            <a:extLst>
              <a:ext uri="{FF2B5EF4-FFF2-40B4-BE49-F238E27FC236}">
                <a16:creationId xmlns:a16="http://schemas.microsoft.com/office/drawing/2014/main" id="{4243FA4A-58BC-2A13-6540-912B5D0176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000" y="1323470"/>
            <a:ext cx="6748041" cy="274609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747748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85DD3921-2A90-73D0-01FF-0233C56B3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CA87E915-E278-69CA-122F-B396A1B487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Object-Relational Data Models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6559A17-E535-262A-6DC2-C813857D42A6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393538" y="1400937"/>
            <a:ext cx="8396561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52400" indent="0"/>
            <a:r>
              <a:rPr lang="en-ID" sz="2400" b="1" dirty="0"/>
              <a:t>Model Data </a:t>
            </a:r>
            <a:r>
              <a:rPr lang="en-ID" sz="2400" b="1" dirty="0" err="1"/>
              <a:t>Objek-Relasional</a:t>
            </a:r>
            <a:r>
              <a:rPr lang="en-ID" sz="2400" b="1" dirty="0"/>
              <a:t> :</a:t>
            </a:r>
            <a:endParaRPr lang="en-ID" sz="24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ID" sz="2400" b="1" dirty="0">
                <a:solidFill>
                  <a:srgbClr val="FFC000"/>
                </a:solidFill>
              </a:rPr>
              <a:t>Model </a:t>
            </a:r>
            <a:r>
              <a:rPr lang="en-ID" sz="2400" b="1" dirty="0" err="1">
                <a:solidFill>
                  <a:srgbClr val="FFC000"/>
                </a:solidFill>
              </a:rPr>
              <a:t>relasional</a:t>
            </a:r>
            <a:r>
              <a:rPr lang="en-ID" sz="2400" b="1" dirty="0">
                <a:solidFill>
                  <a:srgbClr val="FFC000"/>
                </a:solidFill>
              </a:rPr>
              <a:t>:</a:t>
            </a:r>
            <a:r>
              <a:rPr lang="en-ID" sz="2400" b="1" dirty="0"/>
              <a:t> </a:t>
            </a:r>
            <a:r>
              <a:rPr lang="en-ID" sz="2400" b="1" dirty="0" err="1"/>
              <a:t>nilai-nilai</a:t>
            </a:r>
            <a:r>
              <a:rPr lang="en-ID" sz="2400" b="1" dirty="0"/>
              <a:t> yang </a:t>
            </a:r>
            <a:r>
              <a:rPr lang="en-ID" sz="2400" b="1" dirty="0" err="1">
                <a:solidFill>
                  <a:srgbClr val="FF0000"/>
                </a:solidFill>
              </a:rPr>
              <a:t>datar</a:t>
            </a:r>
            <a:r>
              <a:rPr lang="en-ID" sz="2400" b="1" dirty="0"/>
              <a:t> dan "</a:t>
            </a:r>
            <a:r>
              <a:rPr lang="en-ID" sz="2400" b="1" dirty="0" err="1">
                <a:solidFill>
                  <a:srgbClr val="FF0000"/>
                </a:solidFill>
              </a:rPr>
              <a:t>atomik</a:t>
            </a:r>
            <a:r>
              <a:rPr lang="en-ID" sz="2400" b="1" dirty="0"/>
              <a:t>"</a:t>
            </a:r>
            <a:r>
              <a:rPr lang="en-ID" sz="2400" dirty="0"/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ID" sz="2400" b="1" dirty="0"/>
              <a:t>Model Data </a:t>
            </a:r>
            <a:r>
              <a:rPr lang="en-ID" sz="2400" b="1" dirty="0" err="1">
                <a:solidFill>
                  <a:srgbClr val="FFC000"/>
                </a:solidFill>
              </a:rPr>
              <a:t>Objek</a:t>
            </a:r>
            <a:r>
              <a:rPr lang="en-ID" sz="2400" b="1" dirty="0">
                <a:solidFill>
                  <a:srgbClr val="FFC000"/>
                </a:solidFill>
              </a:rPr>
              <a:t> </a:t>
            </a:r>
            <a:r>
              <a:rPr lang="en-ID" sz="2400" b="1" dirty="0" err="1">
                <a:solidFill>
                  <a:srgbClr val="FFC000"/>
                </a:solidFill>
              </a:rPr>
              <a:t>Relasional</a:t>
            </a:r>
            <a:r>
              <a:rPr lang="en-ID" sz="2400" dirty="0"/>
              <a:t>:</a:t>
            </a:r>
          </a:p>
          <a:p>
            <a:pPr lvl="1" algn="l">
              <a:buFont typeface="Courier New" panose="02070309020205020404" pitchFamily="49" charset="0"/>
              <a:buChar char="o"/>
            </a:pPr>
            <a:r>
              <a:rPr lang="en-ID" sz="1800" b="1" dirty="0" err="1">
                <a:solidFill>
                  <a:srgbClr val="FFC000"/>
                </a:solidFill>
              </a:rPr>
              <a:t>Memperluas</a:t>
            </a:r>
            <a:r>
              <a:rPr lang="en-ID" sz="1800" b="1" dirty="0">
                <a:solidFill>
                  <a:srgbClr val="FFC000"/>
                </a:solidFill>
              </a:rPr>
              <a:t> model data </a:t>
            </a:r>
            <a:r>
              <a:rPr lang="en-ID" sz="1800" b="1" dirty="0" err="1">
                <a:solidFill>
                  <a:srgbClr val="FFC000"/>
                </a:solidFill>
              </a:rPr>
              <a:t>relasional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menyertakan</a:t>
            </a:r>
            <a:r>
              <a:rPr lang="en-ID" sz="1800" dirty="0"/>
              <a:t> </a:t>
            </a:r>
            <a:r>
              <a:rPr lang="en-ID" sz="1800" dirty="0" err="1"/>
              <a:t>orientasi</a:t>
            </a:r>
            <a:r>
              <a:rPr lang="en-ID" sz="1800" dirty="0"/>
              <a:t> </a:t>
            </a:r>
            <a:r>
              <a:rPr lang="en-ID" sz="1800" dirty="0" err="1"/>
              <a:t>objek</a:t>
            </a:r>
            <a:r>
              <a:rPr lang="en-ID" sz="1800" dirty="0"/>
              <a:t> dan </a:t>
            </a:r>
            <a:r>
              <a:rPr lang="en-ID" sz="1800" dirty="0" err="1"/>
              <a:t>konstruksi</a:t>
            </a:r>
            <a:r>
              <a:rPr lang="en-ID" sz="1800" dirty="0"/>
              <a:t> </a:t>
            </a:r>
            <a:r>
              <a:rPr lang="en-ID" sz="1800" dirty="0" err="1"/>
              <a:t>untuk</a:t>
            </a:r>
            <a:r>
              <a:rPr lang="en-ID" sz="1800" dirty="0"/>
              <a:t> </a:t>
            </a:r>
            <a:r>
              <a:rPr lang="en-ID" sz="1800" dirty="0" err="1"/>
              <a:t>menangani</a:t>
            </a:r>
            <a:r>
              <a:rPr lang="en-ID" sz="1800" dirty="0"/>
              <a:t> </a:t>
            </a:r>
            <a:r>
              <a:rPr lang="en-ID" sz="1800" dirty="0" err="1"/>
              <a:t>tipe</a:t>
            </a:r>
            <a:r>
              <a:rPr lang="en-ID" sz="1800" dirty="0"/>
              <a:t> data </a:t>
            </a:r>
            <a:r>
              <a:rPr lang="en-ID" sz="1800" dirty="0" err="1"/>
              <a:t>tambahan</a:t>
            </a:r>
            <a:r>
              <a:rPr lang="en-ID" sz="1800" dirty="0"/>
              <a:t>.</a:t>
            </a:r>
          </a:p>
          <a:p>
            <a:pPr lvl="1" algn="l">
              <a:buFont typeface="Courier New" panose="02070309020205020404" pitchFamily="49" charset="0"/>
              <a:buChar char="o"/>
            </a:pPr>
            <a:r>
              <a:rPr lang="en-ID" sz="1800" b="1" dirty="0" err="1">
                <a:solidFill>
                  <a:srgbClr val="FFC000"/>
                </a:solidFill>
              </a:rPr>
              <a:t>Memungkinkan</a:t>
            </a:r>
            <a:r>
              <a:rPr lang="en-ID" sz="1800" b="1" dirty="0">
                <a:solidFill>
                  <a:srgbClr val="FFC000"/>
                </a:solidFill>
              </a:rPr>
              <a:t> </a:t>
            </a:r>
            <a:r>
              <a:rPr lang="en-ID" sz="1800" b="1" dirty="0" err="1">
                <a:solidFill>
                  <a:srgbClr val="FFC000"/>
                </a:solidFill>
              </a:rPr>
              <a:t>atribut</a:t>
            </a:r>
            <a:r>
              <a:rPr lang="en-ID" sz="1800" b="1" dirty="0">
                <a:solidFill>
                  <a:srgbClr val="FFC000"/>
                </a:solidFill>
              </a:rPr>
              <a:t> </a:t>
            </a:r>
            <a:r>
              <a:rPr lang="en-ID" sz="1800" b="1" dirty="0" err="1">
                <a:solidFill>
                  <a:srgbClr val="FFC000"/>
                </a:solidFill>
              </a:rPr>
              <a:t>dari</a:t>
            </a:r>
            <a:r>
              <a:rPr lang="en-ID" sz="1800" b="1" dirty="0">
                <a:solidFill>
                  <a:srgbClr val="FFC000"/>
                </a:solidFill>
              </a:rPr>
              <a:t> </a:t>
            </a:r>
            <a:r>
              <a:rPr lang="en-ID" sz="1800" b="1" dirty="0" err="1">
                <a:solidFill>
                  <a:srgbClr val="FFC000"/>
                </a:solidFill>
              </a:rPr>
              <a:t>tupel</a:t>
            </a:r>
            <a:r>
              <a:rPr lang="en-ID" sz="1800" b="1" dirty="0">
                <a:solidFill>
                  <a:srgbClr val="FFC000"/>
                </a:solidFill>
              </a:rPr>
              <a:t> </a:t>
            </a:r>
            <a:r>
              <a:rPr lang="en-ID" sz="1800" b="1" dirty="0" err="1">
                <a:solidFill>
                  <a:srgbClr val="FFC000"/>
                </a:solidFill>
              </a:rPr>
              <a:t>memiliki</a:t>
            </a:r>
            <a:r>
              <a:rPr lang="en-ID" sz="1800" b="1" dirty="0">
                <a:solidFill>
                  <a:srgbClr val="FFC000"/>
                </a:solidFill>
              </a:rPr>
              <a:t> </a:t>
            </a:r>
            <a:r>
              <a:rPr lang="en-ID" sz="1800" b="1" dirty="0" err="1">
                <a:solidFill>
                  <a:srgbClr val="FFC000"/>
                </a:solidFill>
              </a:rPr>
              <a:t>tipe</a:t>
            </a:r>
            <a:r>
              <a:rPr lang="en-ID" sz="1800" b="1" dirty="0">
                <a:solidFill>
                  <a:srgbClr val="FFC000"/>
                </a:solidFill>
              </a:rPr>
              <a:t> yang </a:t>
            </a:r>
            <a:r>
              <a:rPr lang="en-ID" sz="1800" b="1" dirty="0" err="1">
                <a:solidFill>
                  <a:srgbClr val="FFC000"/>
                </a:solidFill>
              </a:rPr>
              <a:t>kompleks</a:t>
            </a:r>
            <a:r>
              <a:rPr lang="en-ID" sz="1800" dirty="0"/>
              <a:t>, </a:t>
            </a:r>
            <a:r>
              <a:rPr lang="en-ID" sz="1800" dirty="0" err="1"/>
              <a:t>termasuk</a:t>
            </a:r>
            <a:r>
              <a:rPr lang="en-ID" sz="1800" dirty="0"/>
              <a:t> </a:t>
            </a:r>
            <a:r>
              <a:rPr lang="en-ID" sz="1800" dirty="0" err="1"/>
              <a:t>nilai</a:t>
            </a:r>
            <a:r>
              <a:rPr lang="en-ID" sz="1800" dirty="0"/>
              <a:t> non-</a:t>
            </a:r>
            <a:r>
              <a:rPr lang="en-ID" sz="1800" dirty="0" err="1"/>
              <a:t>atomik</a:t>
            </a:r>
            <a:r>
              <a:rPr lang="en-ID" sz="1800" dirty="0"/>
              <a:t> </a:t>
            </a:r>
            <a:r>
              <a:rPr lang="en-ID" sz="1800" dirty="0" err="1"/>
              <a:t>seperti</a:t>
            </a:r>
            <a:r>
              <a:rPr lang="en-ID" sz="1800" dirty="0"/>
              <a:t> </a:t>
            </a:r>
            <a:r>
              <a:rPr lang="en-ID" sz="1800" dirty="0" err="1"/>
              <a:t>relasi</a:t>
            </a:r>
            <a:r>
              <a:rPr lang="en-ID" sz="1800" dirty="0"/>
              <a:t> </a:t>
            </a:r>
            <a:r>
              <a:rPr lang="en-ID" sz="1800" dirty="0" err="1"/>
              <a:t>bersarang</a:t>
            </a:r>
            <a:r>
              <a:rPr lang="en-ID" sz="1800" dirty="0"/>
              <a:t> (</a:t>
            </a:r>
            <a:r>
              <a:rPr lang="en-ID" sz="1800" i="1" dirty="0"/>
              <a:t>nested relations</a:t>
            </a:r>
            <a:r>
              <a:rPr lang="en-ID" sz="1800" dirty="0"/>
              <a:t>).</a:t>
            </a:r>
          </a:p>
          <a:p>
            <a:pPr lvl="1" algn="l">
              <a:buFont typeface="Courier New" panose="02070309020205020404" pitchFamily="49" charset="0"/>
              <a:buChar char="o"/>
            </a:pPr>
            <a:r>
              <a:rPr lang="en-ID" sz="1800" b="1" dirty="0" err="1">
                <a:solidFill>
                  <a:srgbClr val="FFC000"/>
                </a:solidFill>
              </a:rPr>
              <a:t>Mempertahankan</a:t>
            </a:r>
            <a:r>
              <a:rPr lang="en-ID" sz="1800" b="1" dirty="0">
                <a:solidFill>
                  <a:srgbClr val="FFC000"/>
                </a:solidFill>
              </a:rPr>
              <a:t> </a:t>
            </a:r>
            <a:r>
              <a:rPr lang="en-ID" sz="1800" b="1" dirty="0" err="1">
                <a:solidFill>
                  <a:srgbClr val="FFC000"/>
                </a:solidFill>
              </a:rPr>
              <a:t>fondasi</a:t>
            </a:r>
            <a:r>
              <a:rPr lang="en-ID" sz="1800" b="1" dirty="0">
                <a:solidFill>
                  <a:srgbClr val="FFC000"/>
                </a:solidFill>
              </a:rPr>
              <a:t> </a:t>
            </a:r>
            <a:r>
              <a:rPr lang="en-ID" sz="1800" b="1" dirty="0" err="1">
                <a:solidFill>
                  <a:srgbClr val="FFC000"/>
                </a:solidFill>
              </a:rPr>
              <a:t>relasional</a:t>
            </a:r>
            <a:r>
              <a:rPr lang="en-ID" sz="1800" dirty="0"/>
              <a:t>, </a:t>
            </a:r>
            <a:r>
              <a:rPr lang="en-ID" sz="1800" dirty="0" err="1"/>
              <a:t>khususnya</a:t>
            </a:r>
            <a:r>
              <a:rPr lang="en-ID" sz="1800" dirty="0"/>
              <a:t> </a:t>
            </a:r>
            <a:r>
              <a:rPr lang="en-ID" sz="1800" dirty="0" err="1"/>
              <a:t>akses</a:t>
            </a:r>
            <a:r>
              <a:rPr lang="en-ID" sz="1800" dirty="0"/>
              <a:t> </a:t>
            </a:r>
            <a:r>
              <a:rPr lang="en-ID" sz="1800" dirty="0" err="1"/>
              <a:t>deklaratif</a:t>
            </a:r>
            <a:r>
              <a:rPr lang="en-ID" sz="1800" dirty="0"/>
              <a:t> </a:t>
            </a:r>
            <a:r>
              <a:rPr lang="en-ID" sz="1800" dirty="0" err="1"/>
              <a:t>ke</a:t>
            </a:r>
            <a:r>
              <a:rPr lang="en-ID" sz="1800" dirty="0"/>
              <a:t> data, </a:t>
            </a:r>
            <a:r>
              <a:rPr lang="en-ID" sz="1800" dirty="0" err="1"/>
              <a:t>sambil</a:t>
            </a:r>
            <a:r>
              <a:rPr lang="en-ID" sz="1800" dirty="0"/>
              <a:t> </a:t>
            </a:r>
            <a:r>
              <a:rPr lang="en-ID" sz="1800" dirty="0" err="1"/>
              <a:t>memperluas</a:t>
            </a:r>
            <a:r>
              <a:rPr lang="en-ID" sz="1800" dirty="0"/>
              <a:t> </a:t>
            </a:r>
            <a:r>
              <a:rPr lang="en-ID" sz="1800" dirty="0" err="1"/>
              <a:t>kekuatan</a:t>
            </a:r>
            <a:r>
              <a:rPr lang="en-ID" sz="1800" dirty="0"/>
              <a:t> </a:t>
            </a:r>
            <a:r>
              <a:rPr lang="en-ID" sz="1800" dirty="0" err="1"/>
              <a:t>pemodelan</a:t>
            </a:r>
            <a:r>
              <a:rPr lang="en-ID" sz="1800" dirty="0"/>
              <a:t>.</a:t>
            </a:r>
          </a:p>
          <a:p>
            <a:pPr lvl="1" algn="l">
              <a:buFont typeface="Courier New" panose="02070309020205020404" pitchFamily="49" charset="0"/>
              <a:buChar char="o"/>
            </a:pPr>
            <a:r>
              <a:rPr lang="en-ID" sz="1800" b="1" dirty="0" err="1">
                <a:solidFill>
                  <a:srgbClr val="FFC000"/>
                </a:solidFill>
              </a:rPr>
              <a:t>Memberikan</a:t>
            </a:r>
            <a:r>
              <a:rPr lang="en-ID" sz="1800" b="1" dirty="0">
                <a:solidFill>
                  <a:srgbClr val="FFC000"/>
                </a:solidFill>
              </a:rPr>
              <a:t> </a:t>
            </a:r>
            <a:r>
              <a:rPr lang="en-ID" sz="1800" b="1" dirty="0" err="1">
                <a:solidFill>
                  <a:srgbClr val="FFC000"/>
                </a:solidFill>
              </a:rPr>
              <a:t>kompatibilitas</a:t>
            </a:r>
            <a:r>
              <a:rPr lang="en-ID" sz="1800" b="1" dirty="0">
                <a:solidFill>
                  <a:srgbClr val="FFC000"/>
                </a:solidFill>
              </a:rPr>
              <a:t> </a:t>
            </a:r>
            <a:r>
              <a:rPr lang="en-ID" sz="1800" b="1" dirty="0" err="1">
                <a:solidFill>
                  <a:srgbClr val="FFC000"/>
                </a:solidFill>
              </a:rPr>
              <a:t>ke</a:t>
            </a:r>
            <a:r>
              <a:rPr lang="en-ID" sz="1800" b="1" dirty="0">
                <a:solidFill>
                  <a:srgbClr val="FFC000"/>
                </a:solidFill>
              </a:rPr>
              <a:t> </a:t>
            </a:r>
            <a:r>
              <a:rPr lang="en-ID" sz="1800" b="1" dirty="0" err="1">
                <a:solidFill>
                  <a:srgbClr val="FFC000"/>
                </a:solidFill>
              </a:rPr>
              <a:t>atas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bahasa</a:t>
            </a:r>
            <a:r>
              <a:rPr lang="en-ID" sz="1800" dirty="0"/>
              <a:t> </a:t>
            </a:r>
            <a:r>
              <a:rPr lang="en-ID" sz="1800" dirty="0" err="1"/>
              <a:t>relasional</a:t>
            </a:r>
            <a:r>
              <a:rPr lang="en-ID" sz="1800" dirty="0"/>
              <a:t> yang </a:t>
            </a:r>
            <a:r>
              <a:rPr lang="en-ID" sz="1800" dirty="0" err="1"/>
              <a:t>sudah</a:t>
            </a:r>
            <a:r>
              <a:rPr lang="en-ID" sz="1800" dirty="0"/>
              <a:t> </a:t>
            </a:r>
            <a:r>
              <a:rPr lang="en-ID" sz="1800" dirty="0" err="1"/>
              <a:t>ada</a:t>
            </a:r>
            <a:r>
              <a:rPr lang="en-ID" sz="1800" dirty="0"/>
              <a:t>.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30196520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2C8FB-3D1D-6D1C-0C93-B9F3A6E10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Structured Types (1)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F458A7-3927-51DD-01EE-82D59D21BD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8C886EA-4096-3A1A-C180-B7D78B3F4AD5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FE3AB64-9291-A74E-D33B-87D81AC68852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E277DB1-5CB0-D766-8FD4-4587143E9A60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Google Shape;287;p18">
            <a:extLst>
              <a:ext uri="{FF2B5EF4-FFF2-40B4-BE49-F238E27FC236}">
                <a16:creationId xmlns:a16="http://schemas.microsoft.com/office/drawing/2014/main" id="{2BB92CA7-5792-CB1D-B156-F956DFF9831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06095" y="1076325"/>
            <a:ext cx="5695950" cy="1495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88;p18">
            <a:extLst>
              <a:ext uri="{FF2B5EF4-FFF2-40B4-BE49-F238E27FC236}">
                <a16:creationId xmlns:a16="http://schemas.microsoft.com/office/drawing/2014/main" id="{7284AABE-5D77-4575-E66A-B5D915BC87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5225" y="2770889"/>
            <a:ext cx="2637843" cy="22310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255207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D346B01A-B62A-BEF0-D124-CCAE6C521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39522757-1EDF-D2D0-C1CB-7A341F6A53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Semi Structured Data Model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A0972388-B27D-8266-46EE-70B50908453C}"/>
              </a:ext>
            </a:extLst>
          </p:cNvPr>
          <p:cNvSpPr>
            <a:spLocks noGrp="1" noChangeArrowheads="1"/>
          </p:cNvSpPr>
          <p:nvPr>
            <p:ph type="subTitle" idx="2"/>
          </p:nvPr>
        </p:nvSpPr>
        <p:spPr bwMode="auto">
          <a:xfrm>
            <a:off x="393538" y="1123938"/>
            <a:ext cx="8396561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52400" indent="0"/>
            <a:r>
              <a:rPr lang="en-ID" sz="2400" b="1" dirty="0"/>
              <a:t>Model Data Semi-</a:t>
            </a:r>
            <a:r>
              <a:rPr lang="en-ID" sz="2400" b="1" dirty="0" err="1"/>
              <a:t>Terstruktur</a:t>
            </a:r>
            <a:r>
              <a:rPr lang="en-ID" sz="2400" b="1" dirty="0"/>
              <a:t>:</a:t>
            </a:r>
            <a:endParaRPr lang="en-ID" sz="24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ID" sz="2400" b="1" dirty="0" err="1">
                <a:solidFill>
                  <a:srgbClr val="FFC000"/>
                </a:solidFill>
              </a:rPr>
              <a:t>Pergeseran</a:t>
            </a:r>
            <a:r>
              <a:rPr lang="en-ID" sz="2400" b="1" dirty="0">
                <a:solidFill>
                  <a:srgbClr val="FFC000"/>
                </a:solidFill>
              </a:rPr>
              <a:t> </a:t>
            </a:r>
            <a:r>
              <a:rPr lang="en-ID" sz="2400" b="1" dirty="0" err="1">
                <a:solidFill>
                  <a:srgbClr val="FFC000"/>
                </a:solidFill>
              </a:rPr>
              <a:t>paradigma</a:t>
            </a:r>
            <a:r>
              <a:rPr lang="en-ID" sz="2400" b="1" dirty="0"/>
              <a:t> yang </a:t>
            </a:r>
            <a:r>
              <a:rPr lang="en-ID" sz="2400" b="1" dirty="0" err="1"/>
              <a:t>disebabkan</a:t>
            </a:r>
            <a:r>
              <a:rPr lang="en-ID" sz="2400" b="1" dirty="0"/>
              <a:t> oleh </a:t>
            </a:r>
            <a:r>
              <a:rPr lang="en-ID" sz="2400" b="1" dirty="0" err="1">
                <a:solidFill>
                  <a:srgbClr val="FF0000"/>
                </a:solidFill>
              </a:rPr>
              <a:t>Teknologi</a:t>
            </a:r>
            <a:r>
              <a:rPr lang="en-ID" sz="2400" b="1" dirty="0">
                <a:solidFill>
                  <a:srgbClr val="FF0000"/>
                </a:solidFill>
              </a:rPr>
              <a:t> Web</a:t>
            </a:r>
            <a:r>
              <a:rPr lang="en-ID" sz="2400" b="1" dirty="0"/>
              <a:t>:</a:t>
            </a:r>
            <a:endParaRPr lang="en-ID" sz="2400" dirty="0"/>
          </a:p>
          <a:p>
            <a:pPr lvl="1" algn="l">
              <a:buFont typeface="Courier New" panose="02070309020205020404" pitchFamily="49" charset="0"/>
              <a:buChar char="o"/>
            </a:pPr>
            <a:r>
              <a:rPr lang="en-ID" sz="2000" dirty="0" err="1"/>
              <a:t>dari</a:t>
            </a:r>
            <a:r>
              <a:rPr lang="en-ID" sz="2000" dirty="0"/>
              <a:t> model </a:t>
            </a:r>
            <a:r>
              <a:rPr lang="en-ID" sz="2000" dirty="0" err="1"/>
              <a:t>relasional</a:t>
            </a:r>
            <a:r>
              <a:rPr lang="en-ID" sz="2000" dirty="0"/>
              <a:t> </a:t>
            </a:r>
            <a:r>
              <a:rPr lang="en-ID" sz="2000" dirty="0" err="1"/>
              <a:t>ke</a:t>
            </a:r>
            <a:r>
              <a:rPr lang="en-ID" sz="2000" dirty="0"/>
              <a:t> data semi-</a:t>
            </a:r>
            <a:r>
              <a:rPr lang="en-ID" sz="2000" dirty="0" err="1"/>
              <a:t>terstruktur</a:t>
            </a:r>
            <a:endParaRPr lang="en-ID" sz="2000" dirty="0"/>
          </a:p>
          <a:p>
            <a:pPr lvl="1" algn="l">
              <a:buFont typeface="Courier New" panose="02070309020205020404" pitchFamily="49" charset="0"/>
              <a:buChar char="o"/>
            </a:pP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pemrosesan</a:t>
            </a:r>
            <a:r>
              <a:rPr lang="en-ID" sz="2000" dirty="0"/>
              <a:t> data </a:t>
            </a:r>
            <a:r>
              <a:rPr lang="en-ID" sz="2000" dirty="0" err="1"/>
              <a:t>ke</a:t>
            </a:r>
            <a:r>
              <a:rPr lang="en-ID" sz="2000" dirty="0"/>
              <a:t> </a:t>
            </a:r>
            <a:r>
              <a:rPr lang="en-ID" sz="2000" dirty="0" err="1"/>
              <a:t>terjemahan</a:t>
            </a:r>
            <a:r>
              <a:rPr lang="en-ID" sz="2000" dirty="0"/>
              <a:t> data/</a:t>
            </a:r>
            <a:r>
              <a:rPr lang="en-ID" sz="2000" dirty="0" err="1"/>
              <a:t>kueri</a:t>
            </a:r>
            <a:r>
              <a:rPr lang="en-ID" sz="2000" dirty="0"/>
              <a:t> (</a:t>
            </a:r>
            <a:r>
              <a:rPr lang="en-ID" sz="2000" i="1" dirty="0"/>
              <a:t>data/query translation</a:t>
            </a:r>
            <a:r>
              <a:rPr lang="en-ID" sz="2000" dirty="0"/>
              <a:t>)</a:t>
            </a:r>
          </a:p>
          <a:p>
            <a:pPr lvl="1" algn="l">
              <a:buFont typeface="Courier New" panose="02070309020205020404" pitchFamily="49" charset="0"/>
              <a:buChar char="o"/>
            </a:pP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penyimpanan</a:t>
            </a:r>
            <a:r>
              <a:rPr lang="en-ID" sz="2000" dirty="0"/>
              <a:t> (</a:t>
            </a:r>
            <a:r>
              <a:rPr lang="en-ID" sz="2000" i="1" dirty="0"/>
              <a:t>storage</a:t>
            </a:r>
            <a:r>
              <a:rPr lang="en-ID" sz="2000" dirty="0"/>
              <a:t>) </a:t>
            </a:r>
            <a:r>
              <a:rPr lang="en-ID" sz="2000" dirty="0" err="1"/>
              <a:t>ke</a:t>
            </a:r>
            <a:r>
              <a:rPr lang="en-ID" sz="2000" dirty="0"/>
              <a:t> </a:t>
            </a:r>
            <a:r>
              <a:rPr lang="en-ID" sz="2000" dirty="0" err="1"/>
              <a:t>transportasi</a:t>
            </a:r>
            <a:endParaRPr lang="en-ID" sz="2400" dirty="0"/>
          </a:p>
          <a:p>
            <a:pPr>
              <a:buFont typeface="Courier New" panose="02070309020205020404" pitchFamily="49" charset="0"/>
              <a:buChar char="o"/>
            </a:pPr>
            <a:r>
              <a:rPr lang="en-ID" sz="2400" b="1" dirty="0">
                <a:solidFill>
                  <a:srgbClr val="FFC000"/>
                </a:solidFill>
              </a:rPr>
              <a:t>Asal-</a:t>
            </a:r>
            <a:r>
              <a:rPr lang="en-ID" sz="2400" b="1" dirty="0" err="1">
                <a:solidFill>
                  <a:srgbClr val="FFC000"/>
                </a:solidFill>
              </a:rPr>
              <a:t>usul</a:t>
            </a:r>
            <a:r>
              <a:rPr lang="en-ID" sz="2400" b="1" dirty="0"/>
              <a:t>:</a:t>
            </a:r>
            <a:endParaRPr lang="en-ID" sz="2400" dirty="0"/>
          </a:p>
          <a:p>
            <a:pPr lvl="1" algn="l">
              <a:buFont typeface="Courier New" panose="02070309020205020404" pitchFamily="49" charset="0"/>
              <a:buChar char="o"/>
            </a:pPr>
            <a:r>
              <a:rPr lang="en-ID" sz="2000" dirty="0"/>
              <a:t>Integrasi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sumber-sumber</a:t>
            </a:r>
            <a:r>
              <a:rPr lang="en-ID" sz="2000" dirty="0"/>
              <a:t> yang </a:t>
            </a:r>
            <a:r>
              <a:rPr lang="en-ID" sz="2000" dirty="0" err="1"/>
              <a:t>heterogen</a:t>
            </a:r>
            <a:endParaRPr lang="en-ID" sz="2000" dirty="0"/>
          </a:p>
          <a:p>
            <a:pPr lvl="1" algn="l">
              <a:buFont typeface="Courier New" panose="02070309020205020404" pitchFamily="49" charset="0"/>
              <a:buChar char="o"/>
            </a:pPr>
            <a:r>
              <a:rPr lang="en-ID" sz="2000" dirty="0" err="1"/>
              <a:t>Sumber</a:t>
            </a:r>
            <a:r>
              <a:rPr lang="en-ID" sz="2000" dirty="0"/>
              <a:t> data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struktur</a:t>
            </a:r>
            <a:r>
              <a:rPr lang="en-ID" sz="2000" dirty="0"/>
              <a:t> yang </a:t>
            </a:r>
            <a:r>
              <a:rPr lang="en-ID" sz="2000" dirty="0" err="1"/>
              <a:t>tidak</a:t>
            </a:r>
            <a:r>
              <a:rPr lang="en-ID" sz="2000" dirty="0"/>
              <a:t> </a:t>
            </a:r>
            <a:r>
              <a:rPr lang="en-ID" sz="2000" dirty="0" err="1"/>
              <a:t>kaku</a:t>
            </a:r>
            <a:endParaRPr lang="en-ID" sz="2000" dirty="0"/>
          </a:p>
          <a:p>
            <a:pPr lvl="2" algn="l">
              <a:buFont typeface="Courier New" panose="02070309020205020404" pitchFamily="49" charset="0"/>
              <a:buChar char="o"/>
            </a:pPr>
            <a:r>
              <a:rPr lang="en-ID" sz="2000" dirty="0"/>
              <a:t>Data </a:t>
            </a:r>
            <a:r>
              <a:rPr lang="en-ID" sz="2000" dirty="0" err="1"/>
              <a:t>biologis</a:t>
            </a:r>
            <a:endParaRPr lang="en-ID" sz="2000" dirty="0"/>
          </a:p>
          <a:p>
            <a:pPr lvl="2" algn="l">
              <a:buFont typeface="Courier New" panose="02070309020205020404" pitchFamily="49" charset="0"/>
              <a:buChar char="o"/>
            </a:pPr>
            <a:r>
              <a:rPr lang="en-ID" sz="2000" dirty="0"/>
              <a:t>Data web</a:t>
            </a:r>
            <a:endParaRPr lang="en-ID" sz="2400" dirty="0"/>
          </a:p>
        </p:txBody>
      </p:sp>
    </p:spTree>
    <p:extLst>
      <p:ext uri="{BB962C8B-B14F-4D97-AF65-F5344CB8AC3E}">
        <p14:creationId xmlns:p14="http://schemas.microsoft.com/office/powerpoint/2010/main" val="6905085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22409E7A-9290-8185-50BB-4C1DDA971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CD880EDD-D301-4BD9-5FA0-3339EFB333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Semi Structured Data Model </a:t>
            </a:r>
            <a:r>
              <a:rPr lang="en" dirty="0">
                <a:solidFill>
                  <a:srgbClr val="FFC000"/>
                </a:solidFill>
              </a:rPr>
              <a:t>(Continue)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6" name="Subtitle 1">
            <a:extLst>
              <a:ext uri="{FF2B5EF4-FFF2-40B4-BE49-F238E27FC236}">
                <a16:creationId xmlns:a16="http://schemas.microsoft.com/office/drawing/2014/main" id="{96C6E029-167F-3CC2-CD62-E12AD563A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719" y="1181865"/>
            <a:ext cx="8396561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495300" indent="-342900">
              <a:buFont typeface="Courier New" panose="02070309020205020404" pitchFamily="49" charset="0"/>
              <a:buChar char="o"/>
            </a:pPr>
            <a:r>
              <a:rPr lang="en-ID" sz="2400" b="1" dirty="0" err="1">
                <a:solidFill>
                  <a:srgbClr val="FFC000"/>
                </a:solidFill>
              </a:rPr>
              <a:t>Karakteristik</a:t>
            </a:r>
            <a:r>
              <a:rPr lang="en-ID" sz="2400" dirty="0"/>
              <a:t>:</a:t>
            </a:r>
          </a:p>
          <a:p>
            <a:pPr marL="952500" lvl="1" indent="-342900" algn="l">
              <a:buFont typeface="Wingdings" pitchFamily="2" charset="2"/>
              <a:buChar char="ü"/>
            </a:pPr>
            <a:r>
              <a:rPr lang="en-ID" sz="2000" dirty="0" err="1"/>
              <a:t>diatur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entitas</a:t>
            </a:r>
            <a:r>
              <a:rPr lang="en-ID" sz="2000" dirty="0"/>
              <a:t> </a:t>
            </a:r>
            <a:r>
              <a:rPr lang="en-ID" sz="2000" dirty="0" err="1"/>
              <a:t>semantik</a:t>
            </a:r>
            <a:endParaRPr lang="en-ID" sz="2000" dirty="0"/>
          </a:p>
          <a:p>
            <a:pPr marL="952500" lvl="1" indent="-342900" algn="l">
              <a:buFont typeface="Wingdings" pitchFamily="2" charset="2"/>
              <a:buChar char="ü"/>
            </a:pPr>
            <a:r>
              <a:rPr lang="en-ID" sz="2000" dirty="0" err="1"/>
              <a:t>entitas</a:t>
            </a:r>
            <a:r>
              <a:rPr lang="en-ID" sz="2000" dirty="0"/>
              <a:t> yang </a:t>
            </a:r>
            <a:r>
              <a:rPr lang="en-ID" sz="2000" dirty="0" err="1"/>
              <a:t>serupa</a:t>
            </a:r>
            <a:r>
              <a:rPr lang="en-ID" sz="2000" dirty="0"/>
              <a:t> </a:t>
            </a:r>
            <a:r>
              <a:rPr lang="en-ID" sz="2000" dirty="0" err="1"/>
              <a:t>dikelompokkan</a:t>
            </a:r>
            <a:r>
              <a:rPr lang="en-ID" sz="2000" dirty="0"/>
              <a:t> </a:t>
            </a:r>
            <a:r>
              <a:rPr lang="en-ID" sz="2000" dirty="0" err="1"/>
              <a:t>bersama</a:t>
            </a:r>
            <a:endParaRPr lang="en-ID" sz="2000" dirty="0"/>
          </a:p>
          <a:p>
            <a:pPr marL="952500" lvl="1" indent="-342900" algn="l">
              <a:buFont typeface="Wingdings" pitchFamily="2" charset="2"/>
              <a:buChar char="ü"/>
            </a:pPr>
            <a:r>
              <a:rPr lang="en-ID" sz="2000" dirty="0" err="1"/>
              <a:t>entitas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kelompok</a:t>
            </a:r>
            <a:r>
              <a:rPr lang="en-ID" sz="2000" dirty="0"/>
              <a:t> yang </a:t>
            </a:r>
            <a:r>
              <a:rPr lang="en-ID" sz="2000" dirty="0" err="1"/>
              <a:t>sama</a:t>
            </a:r>
            <a:r>
              <a:rPr lang="en-ID" sz="2000" dirty="0"/>
              <a:t> </a:t>
            </a:r>
            <a:r>
              <a:rPr lang="en-ID" sz="2000" dirty="0" err="1"/>
              <a:t>mungkin</a:t>
            </a:r>
            <a:r>
              <a:rPr lang="en-ID" sz="2000" dirty="0"/>
              <a:t> </a:t>
            </a:r>
            <a:r>
              <a:rPr lang="en-ID" sz="2000" dirty="0" err="1"/>
              <a:t>tidak</a:t>
            </a:r>
            <a:r>
              <a:rPr lang="en-ID" sz="2000" dirty="0"/>
              <a:t> </a:t>
            </a:r>
            <a:r>
              <a:rPr lang="en-ID" sz="2000" dirty="0" err="1"/>
              <a:t>memiliki</a:t>
            </a:r>
            <a:r>
              <a:rPr lang="en-ID" sz="2000" dirty="0"/>
              <a:t> </a:t>
            </a:r>
            <a:r>
              <a:rPr lang="en-ID" sz="2000" dirty="0" err="1"/>
              <a:t>atribut</a:t>
            </a:r>
            <a:r>
              <a:rPr lang="en-ID" sz="2000" dirty="0"/>
              <a:t> yang </a:t>
            </a:r>
            <a:r>
              <a:rPr lang="en-ID" sz="2000" dirty="0" err="1"/>
              <a:t>sama</a:t>
            </a:r>
            <a:endParaRPr lang="en-ID" sz="2000" dirty="0"/>
          </a:p>
          <a:p>
            <a:pPr marL="952500" lvl="1" indent="-342900" algn="l">
              <a:buFont typeface="Wingdings" pitchFamily="2" charset="2"/>
              <a:buChar char="ü"/>
            </a:pPr>
            <a:r>
              <a:rPr lang="en-ID" sz="2000" dirty="0" err="1"/>
              <a:t>urutan</a:t>
            </a:r>
            <a:r>
              <a:rPr lang="en-ID" sz="2000" dirty="0"/>
              <a:t> </a:t>
            </a:r>
            <a:r>
              <a:rPr lang="en-ID" sz="2000" dirty="0" err="1"/>
              <a:t>atribut</a:t>
            </a:r>
            <a:r>
              <a:rPr lang="en-ID" sz="2000" dirty="0"/>
              <a:t> </a:t>
            </a:r>
            <a:r>
              <a:rPr lang="en-ID" sz="2000" dirty="0" err="1"/>
              <a:t>tidak</a:t>
            </a:r>
            <a:r>
              <a:rPr lang="en-ID" sz="2000" dirty="0"/>
              <a:t> </a:t>
            </a:r>
            <a:r>
              <a:rPr lang="en-ID" sz="2000" dirty="0" err="1"/>
              <a:t>selalu</a:t>
            </a:r>
            <a:r>
              <a:rPr lang="en-ID" sz="2000" dirty="0"/>
              <a:t> </a:t>
            </a:r>
            <a:r>
              <a:rPr lang="en-ID" sz="2000" dirty="0" err="1"/>
              <a:t>penting</a:t>
            </a:r>
            <a:endParaRPr lang="en-ID" sz="2000" dirty="0"/>
          </a:p>
          <a:p>
            <a:pPr marL="952500" lvl="1" indent="-342900" algn="l">
              <a:buFont typeface="Wingdings" pitchFamily="2" charset="2"/>
              <a:buChar char="ü"/>
            </a:pPr>
            <a:r>
              <a:rPr lang="en-ID" sz="2000" dirty="0" err="1"/>
              <a:t>tidak</a:t>
            </a:r>
            <a:r>
              <a:rPr lang="en-ID" sz="2000" dirty="0"/>
              <a:t> </a:t>
            </a:r>
            <a:r>
              <a:rPr lang="en-ID" sz="2000" dirty="0" err="1"/>
              <a:t>semua</a:t>
            </a:r>
            <a:r>
              <a:rPr lang="en-ID" sz="2000" dirty="0"/>
              <a:t> </a:t>
            </a:r>
            <a:r>
              <a:rPr lang="en-ID" sz="2000" dirty="0" err="1"/>
              <a:t>atribut</a:t>
            </a:r>
            <a:r>
              <a:rPr lang="en-ID" sz="2000" dirty="0"/>
              <a:t> </a:t>
            </a:r>
            <a:r>
              <a:rPr lang="en-ID" sz="2000" dirty="0" err="1"/>
              <a:t>mungkin</a:t>
            </a:r>
            <a:r>
              <a:rPr lang="en-ID" sz="2000" dirty="0"/>
              <a:t> </a:t>
            </a:r>
            <a:r>
              <a:rPr lang="en-ID" sz="2000" dirty="0" err="1"/>
              <a:t>diperlukan</a:t>
            </a:r>
            <a:endParaRPr lang="en-ID" sz="2000" dirty="0"/>
          </a:p>
          <a:p>
            <a:pPr marL="952500" lvl="1" indent="-342900" algn="l">
              <a:buFont typeface="Wingdings" pitchFamily="2" charset="2"/>
              <a:buChar char="ü"/>
            </a:pPr>
            <a:r>
              <a:rPr lang="en-ID" sz="2000" dirty="0" err="1"/>
              <a:t>ukuran</a:t>
            </a:r>
            <a:r>
              <a:rPr lang="en-ID" sz="2000" dirty="0"/>
              <a:t> </a:t>
            </a:r>
            <a:r>
              <a:rPr lang="en-ID" sz="2000" dirty="0" err="1"/>
              <a:t>atribut</a:t>
            </a:r>
            <a:r>
              <a:rPr lang="en-ID" sz="2000" dirty="0"/>
              <a:t> yang </a:t>
            </a:r>
            <a:r>
              <a:rPr lang="en-ID" sz="2000" dirty="0" err="1"/>
              <a:t>sama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satu</a:t>
            </a:r>
            <a:r>
              <a:rPr lang="en-ID" sz="2000" dirty="0"/>
              <a:t> </a:t>
            </a:r>
            <a:r>
              <a:rPr lang="en-ID" sz="2000" dirty="0" err="1"/>
              <a:t>kelompok</a:t>
            </a:r>
            <a:r>
              <a:rPr lang="en-ID" sz="2000" dirty="0"/>
              <a:t>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berbeda</a:t>
            </a:r>
            <a:endParaRPr lang="en-ID" sz="2000" dirty="0"/>
          </a:p>
          <a:p>
            <a:pPr marL="952500" lvl="1" indent="-342900" algn="l">
              <a:buFont typeface="Wingdings" pitchFamily="2" charset="2"/>
              <a:buChar char="ü"/>
            </a:pPr>
            <a:r>
              <a:rPr lang="en-ID" sz="2000" dirty="0" err="1"/>
              <a:t>tipe</a:t>
            </a:r>
            <a:r>
              <a:rPr lang="en-ID" sz="2000" dirty="0"/>
              <a:t> </a:t>
            </a:r>
            <a:r>
              <a:rPr lang="en-ID" sz="2000" dirty="0" err="1"/>
              <a:t>atribut</a:t>
            </a:r>
            <a:r>
              <a:rPr lang="en-ID" sz="2000" dirty="0"/>
              <a:t> yang </a:t>
            </a:r>
            <a:r>
              <a:rPr lang="en-ID" sz="2000" dirty="0" err="1"/>
              <a:t>sama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satu</a:t>
            </a:r>
            <a:r>
              <a:rPr lang="en-ID" sz="2000" dirty="0"/>
              <a:t> </a:t>
            </a:r>
            <a:r>
              <a:rPr lang="en-ID" sz="2000" dirty="0" err="1"/>
              <a:t>kelompok</a:t>
            </a:r>
            <a:r>
              <a:rPr lang="en-ID" sz="2000" dirty="0"/>
              <a:t>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berbeda</a:t>
            </a:r>
            <a:endParaRPr lang="en-ID" sz="2400" dirty="0"/>
          </a:p>
          <a:p>
            <a:pPr marL="495300" indent="-342900">
              <a:buFont typeface="Courier New" panose="02070309020205020404" pitchFamily="49" charset="0"/>
              <a:buChar char="o"/>
            </a:pPr>
            <a:r>
              <a:rPr lang="en-ID" sz="2400" dirty="0" err="1"/>
              <a:t>Mendeskripsikan</a:t>
            </a:r>
            <a:r>
              <a:rPr lang="en-ID" sz="2400" dirty="0"/>
              <a:t> </a:t>
            </a:r>
            <a:r>
              <a:rPr lang="en-ID" sz="2400" dirty="0" err="1"/>
              <a:t>diri</a:t>
            </a:r>
            <a:r>
              <a:rPr lang="en-ID" sz="2400" dirty="0"/>
              <a:t> </a:t>
            </a:r>
            <a:r>
              <a:rPr lang="en-ID" sz="2400" dirty="0" err="1"/>
              <a:t>sendiri</a:t>
            </a:r>
            <a:r>
              <a:rPr lang="en-ID" sz="2400" dirty="0"/>
              <a:t> </a:t>
            </a:r>
            <a:r>
              <a:rPr lang="en-ID" sz="2400" b="1" dirty="0">
                <a:solidFill>
                  <a:srgbClr val="FFC000"/>
                </a:solidFill>
              </a:rPr>
              <a:t>(Self-describing)</a:t>
            </a:r>
            <a:r>
              <a:rPr lang="en-ID" sz="2400" dirty="0"/>
              <a:t>, data </a:t>
            </a:r>
            <a:r>
              <a:rPr lang="en-ID" sz="2400" dirty="0" err="1"/>
              <a:t>tidak</a:t>
            </a:r>
            <a:r>
              <a:rPr lang="en-ID" sz="2400" dirty="0"/>
              <a:t> </a:t>
            </a:r>
            <a:r>
              <a:rPr lang="en-ID" sz="2400" dirty="0" err="1"/>
              <a:t>teratur</a:t>
            </a:r>
            <a:r>
              <a:rPr lang="en-ID" sz="2400" dirty="0"/>
              <a:t>, </a:t>
            </a:r>
            <a:r>
              <a:rPr lang="en-ID" sz="2400" dirty="0" err="1"/>
              <a:t>tidak</a:t>
            </a:r>
            <a:r>
              <a:rPr lang="en-ID" sz="2400" dirty="0"/>
              <a:t> </a:t>
            </a:r>
            <a:r>
              <a:rPr lang="en-ID" sz="2400" dirty="0" err="1"/>
              <a:t>ada</a:t>
            </a:r>
            <a:r>
              <a:rPr lang="en-ID" sz="2400" dirty="0"/>
              <a:t> </a:t>
            </a:r>
            <a:r>
              <a:rPr lang="en-ID" sz="2400" dirty="0" err="1"/>
              <a:t>struktur</a:t>
            </a:r>
            <a:r>
              <a:rPr lang="en-ID" sz="2400" dirty="0"/>
              <a:t> </a:t>
            </a:r>
            <a:r>
              <a:rPr lang="en-ID" sz="2400" b="1" dirty="0">
                <a:solidFill>
                  <a:srgbClr val="FF0000"/>
                </a:solidFill>
              </a:rPr>
              <a:t>a priori</a:t>
            </a:r>
          </a:p>
        </p:txBody>
      </p:sp>
    </p:spTree>
    <p:extLst>
      <p:ext uri="{BB962C8B-B14F-4D97-AF65-F5344CB8AC3E}">
        <p14:creationId xmlns:p14="http://schemas.microsoft.com/office/powerpoint/2010/main" val="12505127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45CCE1A1-614F-52A8-532E-1AC6FF400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F193C496-C090-9423-8606-1F534D2291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Semi Structured Data </a:t>
            </a:r>
            <a:r>
              <a:rPr lang="en" dirty="0">
                <a:solidFill>
                  <a:srgbClr val="FFC000"/>
                </a:solidFill>
              </a:rPr>
              <a:t>(Graph Representation)</a:t>
            </a:r>
            <a:endParaRPr dirty="0">
              <a:solidFill>
                <a:srgbClr val="FFC000"/>
              </a:solidFill>
            </a:endParaRPr>
          </a:p>
        </p:txBody>
      </p:sp>
      <p:pic>
        <p:nvPicPr>
          <p:cNvPr id="2" name="Google Shape;321;p21">
            <a:extLst>
              <a:ext uri="{FF2B5EF4-FFF2-40B4-BE49-F238E27FC236}">
                <a16:creationId xmlns:a16="http://schemas.microsoft.com/office/drawing/2014/main" id="{657D4AAF-1490-8B09-35F9-0234F483CC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95736" y="2492896"/>
            <a:ext cx="5106259" cy="198194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322;p21">
            <a:extLst>
              <a:ext uri="{FF2B5EF4-FFF2-40B4-BE49-F238E27FC236}">
                <a16:creationId xmlns:a16="http://schemas.microsoft.com/office/drawing/2014/main" id="{0EAFC1B4-2E99-4CB2-BE18-B4ED355F9B6A}"/>
              </a:ext>
            </a:extLst>
          </p:cNvPr>
          <p:cNvSpPr/>
          <p:nvPr/>
        </p:nvSpPr>
        <p:spPr>
          <a:xfrm>
            <a:off x="460375" y="1844824"/>
            <a:ext cx="1879377" cy="648072"/>
          </a:xfrm>
          <a:prstGeom prst="wedgeEllipseCallout">
            <a:avLst>
              <a:gd name="adj1" fmla="val 68691"/>
              <a:gd name="adj2" fmla="val 164089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Complex Object</a:t>
            </a:r>
            <a:endParaRPr dirty="0"/>
          </a:p>
        </p:txBody>
      </p:sp>
      <p:sp>
        <p:nvSpPr>
          <p:cNvPr id="4" name="Google Shape;323;p21">
            <a:extLst>
              <a:ext uri="{FF2B5EF4-FFF2-40B4-BE49-F238E27FC236}">
                <a16:creationId xmlns:a16="http://schemas.microsoft.com/office/drawing/2014/main" id="{3D095441-E20D-DBF0-266B-9516628EC7B9}"/>
              </a:ext>
            </a:extLst>
          </p:cNvPr>
          <p:cNvSpPr/>
          <p:nvPr/>
        </p:nvSpPr>
        <p:spPr>
          <a:xfrm>
            <a:off x="6948264" y="2835796"/>
            <a:ext cx="1879377" cy="648072"/>
          </a:xfrm>
          <a:prstGeom prst="wedgeEllipseCallout">
            <a:avLst>
              <a:gd name="adj1" fmla="val -49377"/>
              <a:gd name="adj2" fmla="val 128345"/>
            </a:avLst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D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Atomic Object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863054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B326E111-8C7C-FB34-FE0E-B697F29D3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46490391-9317-C393-D7BD-D95FA121E8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XML </a:t>
            </a:r>
            <a:r>
              <a:rPr lang="en" dirty="0">
                <a:solidFill>
                  <a:srgbClr val="FFC000"/>
                </a:solidFill>
              </a:rPr>
              <a:t>(Extensible Markup Language)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6" name="Subtitle 1">
            <a:extLst>
              <a:ext uri="{FF2B5EF4-FFF2-40B4-BE49-F238E27FC236}">
                <a16:creationId xmlns:a16="http://schemas.microsoft.com/office/drawing/2014/main" id="{CDB2A67D-2A1F-BC65-C55B-59EAE881A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719" y="1274197"/>
            <a:ext cx="8396561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495300" indent="-342900">
              <a:buFont typeface="Wingdings" pitchFamily="2" charset="2"/>
              <a:buChar char="v"/>
            </a:pPr>
            <a:r>
              <a:rPr lang="en-ID" sz="2200" b="1" dirty="0" err="1"/>
              <a:t>Didefinisikan</a:t>
            </a:r>
            <a:r>
              <a:rPr lang="en-ID" sz="2200" b="1" dirty="0"/>
              <a:t> oleh </a:t>
            </a:r>
            <a:r>
              <a:rPr lang="en-ID" sz="2200" b="1" dirty="0">
                <a:solidFill>
                  <a:srgbClr val="FFC000"/>
                </a:solidFill>
              </a:rPr>
              <a:t>WWW</a:t>
            </a:r>
            <a:r>
              <a:rPr lang="en-ID" sz="2200" b="1" dirty="0"/>
              <a:t> Consortium (W3C)</a:t>
            </a:r>
            <a:r>
              <a:rPr lang="en-ID" sz="2200" dirty="0"/>
              <a:t>.</a:t>
            </a:r>
          </a:p>
          <a:p>
            <a:pPr marL="495300" indent="-342900">
              <a:buFont typeface="Wingdings" pitchFamily="2" charset="2"/>
              <a:buChar char="v"/>
            </a:pPr>
            <a:r>
              <a:rPr lang="en-ID" sz="2200" b="1" dirty="0" err="1"/>
              <a:t>Awalnya</a:t>
            </a:r>
            <a:r>
              <a:rPr lang="en-ID" sz="2200" b="1" dirty="0"/>
              <a:t> </a:t>
            </a:r>
            <a:r>
              <a:rPr lang="en-ID" sz="2200" b="1" dirty="0" err="1"/>
              <a:t>ditujukan</a:t>
            </a:r>
            <a:r>
              <a:rPr lang="en-ID" sz="2200" b="1" dirty="0"/>
              <a:t> </a:t>
            </a:r>
            <a:r>
              <a:rPr lang="en-ID" sz="2200" b="1" dirty="0" err="1"/>
              <a:t>sebagai</a:t>
            </a:r>
            <a:r>
              <a:rPr lang="en-ID" sz="2200" b="1" dirty="0"/>
              <a:t> </a:t>
            </a:r>
            <a:r>
              <a:rPr lang="en-ID" sz="2200" b="1" dirty="0" err="1"/>
              <a:t>bahasa</a:t>
            </a:r>
            <a:r>
              <a:rPr lang="en-ID" sz="2200" b="1" dirty="0"/>
              <a:t> </a:t>
            </a:r>
            <a:r>
              <a:rPr lang="en-ID" sz="2200" b="1" dirty="0">
                <a:solidFill>
                  <a:srgbClr val="FFC000"/>
                </a:solidFill>
              </a:rPr>
              <a:t>markup </a:t>
            </a:r>
            <a:r>
              <a:rPr lang="en-ID" sz="2200" b="1" dirty="0" err="1">
                <a:solidFill>
                  <a:srgbClr val="FFC000"/>
                </a:solidFill>
              </a:rPr>
              <a:t>dokumen</a:t>
            </a:r>
            <a:r>
              <a:rPr lang="en-ID" sz="2200" dirty="0"/>
              <a:t>, </a:t>
            </a:r>
            <a:r>
              <a:rPr lang="en-ID" sz="2200" dirty="0" err="1"/>
              <a:t>bukan</a:t>
            </a:r>
            <a:r>
              <a:rPr lang="en-ID" sz="2200" dirty="0"/>
              <a:t> </a:t>
            </a:r>
            <a:r>
              <a:rPr lang="en-ID" sz="2200" dirty="0" err="1"/>
              <a:t>bahasa</a:t>
            </a:r>
            <a:r>
              <a:rPr lang="en-ID" sz="2200" dirty="0"/>
              <a:t> database.</a:t>
            </a:r>
          </a:p>
          <a:p>
            <a:pPr marL="495300" indent="-342900">
              <a:buFont typeface="Wingdings" pitchFamily="2" charset="2"/>
              <a:buChar char="v"/>
            </a:pPr>
            <a:r>
              <a:rPr lang="en-ID" sz="2200" b="1" dirty="0" err="1"/>
              <a:t>Kemampuan</a:t>
            </a:r>
            <a:r>
              <a:rPr lang="en-ID" sz="2200" b="1" dirty="0"/>
              <a:t> </a:t>
            </a:r>
            <a:r>
              <a:rPr lang="en-ID" sz="2200" b="1" dirty="0" err="1"/>
              <a:t>untuk</a:t>
            </a:r>
            <a:r>
              <a:rPr lang="en-ID" sz="2200" b="1" dirty="0"/>
              <a:t> </a:t>
            </a:r>
            <a:r>
              <a:rPr lang="en-ID" sz="2200" b="1" dirty="0" err="1"/>
              <a:t>menentukan</a:t>
            </a:r>
            <a:r>
              <a:rPr lang="en-ID" sz="2200" b="1" dirty="0"/>
              <a:t> </a:t>
            </a:r>
            <a:r>
              <a:rPr lang="en-ID" sz="2200" b="1" dirty="0">
                <a:solidFill>
                  <a:srgbClr val="FFC000"/>
                </a:solidFill>
              </a:rPr>
              <a:t>tag </a:t>
            </a:r>
            <a:r>
              <a:rPr lang="en-ID" sz="2200" b="1" dirty="0" err="1">
                <a:solidFill>
                  <a:srgbClr val="FFC000"/>
                </a:solidFill>
              </a:rPr>
              <a:t>baru</a:t>
            </a:r>
            <a:r>
              <a:rPr lang="en-ID" sz="2200" dirty="0"/>
              <a:t>, dan </a:t>
            </a:r>
            <a:r>
              <a:rPr lang="en-ID" sz="2200" dirty="0" err="1"/>
              <a:t>membuat</a:t>
            </a:r>
            <a:r>
              <a:rPr lang="en-ID" sz="2200" dirty="0"/>
              <a:t> </a:t>
            </a:r>
            <a:r>
              <a:rPr lang="en-ID" sz="2200" dirty="0" err="1"/>
              <a:t>struktur</a:t>
            </a:r>
            <a:r>
              <a:rPr lang="en-ID" sz="2200" dirty="0"/>
              <a:t> tag </a:t>
            </a:r>
            <a:r>
              <a:rPr lang="en-ID" sz="2200" dirty="0" err="1"/>
              <a:t>bersarang</a:t>
            </a:r>
            <a:r>
              <a:rPr lang="en-ID" sz="2200" dirty="0"/>
              <a:t> </a:t>
            </a:r>
            <a:r>
              <a:rPr lang="en-ID" sz="2200" dirty="0" err="1"/>
              <a:t>membuat</a:t>
            </a:r>
            <a:r>
              <a:rPr lang="en-ID" sz="2200" dirty="0"/>
              <a:t> XML </a:t>
            </a:r>
            <a:r>
              <a:rPr lang="en-ID" sz="2200" dirty="0" err="1"/>
              <a:t>menjadi</a:t>
            </a:r>
            <a:r>
              <a:rPr lang="en-ID" sz="2200" dirty="0"/>
              <a:t> </a:t>
            </a:r>
            <a:r>
              <a:rPr lang="en-ID" sz="2200" dirty="0" err="1"/>
              <a:t>cara</a:t>
            </a:r>
            <a:r>
              <a:rPr lang="en-ID" sz="2200" dirty="0"/>
              <a:t> yang </a:t>
            </a:r>
            <a:r>
              <a:rPr lang="en-ID" sz="2200" dirty="0" err="1"/>
              <a:t>luar</a:t>
            </a:r>
            <a:r>
              <a:rPr lang="en-ID" sz="2200" dirty="0"/>
              <a:t> </a:t>
            </a:r>
            <a:r>
              <a:rPr lang="en-ID" sz="2200" dirty="0" err="1"/>
              <a:t>biasa</a:t>
            </a:r>
            <a:r>
              <a:rPr lang="en-ID" sz="2200" dirty="0"/>
              <a:t>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bertukar</a:t>
            </a:r>
            <a:r>
              <a:rPr lang="en-ID" sz="2200" dirty="0"/>
              <a:t> </a:t>
            </a:r>
            <a:r>
              <a:rPr lang="en-ID" sz="2200" b="1" dirty="0"/>
              <a:t>data</a:t>
            </a:r>
            <a:r>
              <a:rPr lang="en-ID" sz="2200" dirty="0"/>
              <a:t>, </a:t>
            </a:r>
            <a:r>
              <a:rPr lang="en-ID" sz="2200" dirty="0" err="1"/>
              <a:t>bukan</a:t>
            </a:r>
            <a:r>
              <a:rPr lang="en-ID" sz="2200" dirty="0"/>
              <a:t> </a:t>
            </a:r>
            <a:r>
              <a:rPr lang="en-ID" sz="2200" dirty="0" err="1"/>
              <a:t>hanya</a:t>
            </a:r>
            <a:r>
              <a:rPr lang="en-ID" sz="2200" dirty="0"/>
              <a:t> </a:t>
            </a:r>
            <a:r>
              <a:rPr lang="en-ID" sz="2200" dirty="0" err="1"/>
              <a:t>dokumen</a:t>
            </a:r>
            <a:r>
              <a:rPr lang="en-ID" sz="2200" dirty="0"/>
              <a:t>.</a:t>
            </a:r>
          </a:p>
          <a:p>
            <a:pPr marL="495300" indent="-342900">
              <a:buFont typeface="Wingdings" pitchFamily="2" charset="2"/>
              <a:buChar char="v"/>
            </a:pPr>
            <a:r>
              <a:rPr lang="en-ID" sz="2200" b="1" dirty="0"/>
              <a:t>XML </a:t>
            </a:r>
            <a:r>
              <a:rPr lang="en-ID" sz="2200" b="1" dirty="0" err="1"/>
              <a:t>telah</a:t>
            </a:r>
            <a:r>
              <a:rPr lang="en-ID" sz="2200" b="1" dirty="0"/>
              <a:t> </a:t>
            </a:r>
            <a:r>
              <a:rPr lang="en-ID" sz="2200" b="1" dirty="0" err="1">
                <a:solidFill>
                  <a:srgbClr val="FFC000"/>
                </a:solidFill>
              </a:rPr>
              <a:t>menjadi</a:t>
            </a:r>
            <a:r>
              <a:rPr lang="en-ID" sz="2200" b="1" dirty="0">
                <a:solidFill>
                  <a:srgbClr val="FFC000"/>
                </a:solidFill>
              </a:rPr>
              <a:t> </a:t>
            </a:r>
            <a:r>
              <a:rPr lang="en-ID" sz="2200" b="1" dirty="0" err="1">
                <a:solidFill>
                  <a:srgbClr val="FFC000"/>
                </a:solidFill>
              </a:rPr>
              <a:t>dasar</a:t>
            </a:r>
            <a:r>
              <a:rPr lang="en-ID" sz="2200" dirty="0"/>
              <a:t> </a:t>
            </a:r>
            <a:r>
              <a:rPr lang="en-ID" sz="2200" dirty="0" err="1"/>
              <a:t>bagi</a:t>
            </a:r>
            <a:r>
              <a:rPr lang="en-ID" sz="2200" dirty="0"/>
              <a:t> </a:t>
            </a:r>
            <a:r>
              <a:rPr lang="en-ID" sz="2200" dirty="0" err="1"/>
              <a:t>semua</a:t>
            </a:r>
            <a:r>
              <a:rPr lang="en-ID" sz="2200" dirty="0"/>
              <a:t> format </a:t>
            </a:r>
            <a:r>
              <a:rPr lang="en-ID" sz="2200" dirty="0" err="1"/>
              <a:t>pertukaran</a:t>
            </a:r>
            <a:r>
              <a:rPr lang="en-ID" sz="2200" dirty="0"/>
              <a:t> data </a:t>
            </a:r>
            <a:r>
              <a:rPr lang="en-ID" sz="2200" dirty="0" err="1"/>
              <a:t>generasi</a:t>
            </a:r>
            <a:r>
              <a:rPr lang="en-ID" sz="2200" dirty="0"/>
              <a:t> </a:t>
            </a:r>
            <a:r>
              <a:rPr lang="en-ID" sz="2200" dirty="0" err="1"/>
              <a:t>baru</a:t>
            </a:r>
            <a:r>
              <a:rPr lang="en-ID" sz="2200" dirty="0"/>
              <a:t>.</a:t>
            </a:r>
          </a:p>
          <a:p>
            <a:pPr marL="495300" indent="-342900">
              <a:buFont typeface="Wingdings" pitchFamily="2" charset="2"/>
              <a:buChar char="v"/>
            </a:pPr>
            <a:r>
              <a:rPr lang="en-ID" sz="2200" b="1" dirty="0" err="1"/>
              <a:t>Berbagai</a:t>
            </a:r>
            <a:r>
              <a:rPr lang="en-ID" sz="2200" b="1" dirty="0"/>
              <a:t> </a:t>
            </a:r>
            <a:r>
              <a:rPr lang="en-ID" sz="2200" b="1" dirty="0" err="1"/>
              <a:t>macam</a:t>
            </a:r>
            <a:r>
              <a:rPr lang="en-ID" sz="2200" b="1" dirty="0"/>
              <a:t> </a:t>
            </a:r>
            <a:r>
              <a:rPr lang="en-ID" sz="2200" b="1" dirty="0" err="1"/>
              <a:t>alat</a:t>
            </a:r>
            <a:r>
              <a:rPr lang="en-ID" sz="2200" b="1" dirty="0"/>
              <a:t> </a:t>
            </a:r>
            <a:r>
              <a:rPr lang="en-ID" sz="2200" b="1" dirty="0" err="1"/>
              <a:t>tersedia</a:t>
            </a:r>
            <a:r>
              <a:rPr lang="en-ID" sz="2200" dirty="0"/>
              <a:t> </a:t>
            </a:r>
            <a:r>
              <a:rPr lang="en-ID" sz="2200" dirty="0" err="1"/>
              <a:t>untuk</a:t>
            </a:r>
            <a:r>
              <a:rPr lang="en-ID" sz="2200" dirty="0"/>
              <a:t> </a:t>
            </a:r>
            <a:r>
              <a:rPr lang="en-ID" sz="2200" dirty="0" err="1"/>
              <a:t>mengurai</a:t>
            </a:r>
            <a:r>
              <a:rPr lang="en-ID" sz="2200" dirty="0"/>
              <a:t> (</a:t>
            </a:r>
            <a:r>
              <a:rPr lang="en-ID" sz="2200" i="1" dirty="0">
                <a:solidFill>
                  <a:srgbClr val="FFC000"/>
                </a:solidFill>
              </a:rPr>
              <a:t>parsing</a:t>
            </a:r>
            <a:r>
              <a:rPr lang="en-ID" sz="2200" dirty="0"/>
              <a:t>), </a:t>
            </a:r>
            <a:r>
              <a:rPr lang="en-ID" sz="2200" dirty="0" err="1"/>
              <a:t>menjelajah</a:t>
            </a:r>
            <a:r>
              <a:rPr lang="en-ID" sz="2200" dirty="0"/>
              <a:t>, dan </a:t>
            </a:r>
            <a:r>
              <a:rPr lang="en-ID" sz="2200" dirty="0" err="1"/>
              <a:t>melakukan</a:t>
            </a:r>
            <a:r>
              <a:rPr lang="en-ID" sz="2200" dirty="0"/>
              <a:t> </a:t>
            </a:r>
            <a:r>
              <a:rPr lang="en-ID" sz="2200" dirty="0" err="1"/>
              <a:t>kueri</a:t>
            </a:r>
            <a:r>
              <a:rPr lang="en-ID" sz="2200" dirty="0"/>
              <a:t> pada </a:t>
            </a:r>
            <a:r>
              <a:rPr lang="en-ID" sz="2200" dirty="0" err="1"/>
              <a:t>dokumen</a:t>
            </a:r>
            <a:r>
              <a:rPr lang="en-ID" sz="2200" dirty="0"/>
              <a:t>/data XML.</a:t>
            </a:r>
          </a:p>
        </p:txBody>
      </p:sp>
    </p:spTree>
    <p:extLst>
      <p:ext uri="{BB962C8B-B14F-4D97-AF65-F5344CB8AC3E}">
        <p14:creationId xmlns:p14="http://schemas.microsoft.com/office/powerpoint/2010/main" val="4738650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6A1942C8-6096-5F51-D618-410994C2B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70F29737-6710-904F-C58B-66FBB3EADF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Contoh</a:t>
            </a:r>
            <a:r>
              <a:rPr lang="en" dirty="0"/>
              <a:t> syntax semi structured data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6" name="Subtitle 1">
            <a:extLst>
              <a:ext uri="{FF2B5EF4-FFF2-40B4-BE49-F238E27FC236}">
                <a16:creationId xmlns:a16="http://schemas.microsoft.com/office/drawing/2014/main" id="{A2E803EC-578C-B52B-FE3F-B689247557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000" y="1017725"/>
            <a:ext cx="8692587" cy="3457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lvl="0" indent="0">
              <a:buSzPct val="100000"/>
            </a:pPr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Bib: &amp;o1 { paper: &amp;o12 { … },</a:t>
            </a:r>
          </a:p>
          <a:p>
            <a:pPr marL="0" lvl="0" indent="0">
              <a:spcBef>
                <a:spcPts val="448"/>
              </a:spcBef>
              <a:buSzPct val="100000"/>
            </a:pPr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    book: &amp;o24 { … },</a:t>
            </a:r>
          </a:p>
          <a:p>
            <a:pPr marL="0" lvl="0" indent="0">
              <a:spcBef>
                <a:spcPts val="448"/>
              </a:spcBef>
              <a:buSzPct val="100000"/>
            </a:pPr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    paper: &amp;o29</a:t>
            </a:r>
          </a:p>
          <a:p>
            <a:pPr marL="0" lvl="0" indent="0">
              <a:spcBef>
                <a:spcPts val="448"/>
              </a:spcBef>
              <a:buSzPct val="100000"/>
            </a:pPr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{ author: &amp;o52 “Abiteboul”,</a:t>
            </a:r>
          </a:p>
          <a:p>
            <a:pPr marL="0" lvl="0" indent="0">
              <a:spcBef>
                <a:spcPts val="448"/>
              </a:spcBef>
              <a:buSzPct val="100000"/>
            </a:pPr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  author: &amp;o96 { </a:t>
            </a:r>
            <a:r>
              <a:rPr lang="en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firstname</a:t>
            </a:r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&amp;243 “Victor”,</a:t>
            </a:r>
          </a:p>
          <a:p>
            <a:pPr marL="0" lvl="0" indent="0">
              <a:spcBef>
                <a:spcPts val="448"/>
              </a:spcBef>
              <a:buSzPct val="100000"/>
            </a:pPr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lastname</a:t>
            </a:r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&amp;o206 “</a:t>
            </a:r>
            <a:r>
              <a:rPr lang="en-ID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Vianu</a:t>
            </a:r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”},</a:t>
            </a:r>
          </a:p>
          <a:p>
            <a:pPr marL="0" lvl="0" indent="0">
              <a:spcBef>
                <a:spcPts val="448"/>
              </a:spcBef>
              <a:buSzPct val="100000"/>
            </a:pPr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  title: &amp;o93 “Regular path queries with constraints”,</a:t>
            </a:r>
          </a:p>
          <a:p>
            <a:pPr marL="0" lvl="0" indent="0">
              <a:spcBef>
                <a:spcPts val="448"/>
              </a:spcBef>
              <a:buSzPct val="100000"/>
            </a:pPr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  references: &amp;o12,</a:t>
            </a:r>
          </a:p>
          <a:p>
            <a:pPr marL="0" lvl="0" indent="0">
              <a:spcBef>
                <a:spcPts val="448"/>
              </a:spcBef>
              <a:buSzPct val="100000"/>
            </a:pPr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  references: &amp;o24,</a:t>
            </a:r>
          </a:p>
          <a:p>
            <a:pPr marL="0" lvl="0" indent="0">
              <a:spcBef>
                <a:spcPts val="448"/>
              </a:spcBef>
              <a:buSzPct val="100000"/>
            </a:pPr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  pages: &amp;o25 { first: &amp;o64 122, last: &amp;o92 133}</a:t>
            </a:r>
          </a:p>
          <a:p>
            <a:pPr marL="0" lvl="0" indent="0">
              <a:spcBef>
                <a:spcPts val="448"/>
              </a:spcBef>
              <a:buSzPct val="100000"/>
            </a:pPr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 marL="0" lvl="0" indent="0">
              <a:spcBef>
                <a:spcPts val="448"/>
              </a:spcBef>
              <a:buSzPct val="100000"/>
            </a:pPr>
            <a:r>
              <a:rPr lang="en-ID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  }</a:t>
            </a:r>
          </a:p>
          <a:p>
            <a:pPr marL="495300" indent="-342900">
              <a:buFont typeface="Wingdings" pitchFamily="2" charset="2"/>
              <a:buChar char="v"/>
            </a:pPr>
            <a:endParaRPr lang="en-ID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Google Shape;761;p33">
            <a:extLst>
              <a:ext uri="{FF2B5EF4-FFF2-40B4-BE49-F238E27FC236}">
                <a16:creationId xmlns:a16="http://schemas.microsoft.com/office/drawing/2014/main" id="{055D8453-E5EC-501A-5FC4-6E4274D71B5E}"/>
              </a:ext>
            </a:extLst>
          </p:cNvPr>
          <p:cNvSpPr txBox="1">
            <a:spLocks/>
          </p:cNvSpPr>
          <p:nvPr/>
        </p:nvSpPr>
        <p:spPr>
          <a:xfrm>
            <a:off x="720000" y="44121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sz="26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n-ID" sz="1600" dirty="0" err="1">
                <a:solidFill>
                  <a:srgbClr val="FFC000"/>
                </a:solidFill>
              </a:rPr>
              <a:t>Perhatikan</a:t>
            </a:r>
            <a:r>
              <a:rPr lang="en-ID" sz="1600" dirty="0">
                <a:solidFill>
                  <a:srgbClr val="FFC000"/>
                </a:solidFill>
              </a:rPr>
              <a:t>: </a:t>
            </a:r>
            <a:r>
              <a:rPr lang="en-ID" sz="1600" dirty="0" err="1">
                <a:solidFill>
                  <a:schemeClr val="tx1"/>
                </a:solidFill>
              </a:rPr>
              <a:t>terdapat</a:t>
            </a:r>
            <a:r>
              <a:rPr lang="en-ID" sz="1600" dirty="0">
                <a:solidFill>
                  <a:schemeClr val="tx1"/>
                </a:solidFill>
              </a:rPr>
              <a:t> </a:t>
            </a:r>
            <a:r>
              <a:rPr lang="en-ID" sz="1600" dirty="0" err="1">
                <a:solidFill>
                  <a:schemeClr val="tx1"/>
                </a:solidFill>
              </a:rPr>
              <a:t>tupel</a:t>
            </a:r>
            <a:r>
              <a:rPr lang="en-ID" sz="1600" dirty="0">
                <a:solidFill>
                  <a:schemeClr val="tx1"/>
                </a:solidFill>
              </a:rPr>
              <a:t> </a:t>
            </a:r>
            <a:r>
              <a:rPr lang="en-ID" sz="1600" dirty="0" err="1">
                <a:solidFill>
                  <a:schemeClr val="tx1"/>
                </a:solidFill>
              </a:rPr>
              <a:t>bersarang</a:t>
            </a:r>
            <a:r>
              <a:rPr lang="en-ID" sz="1600" dirty="0">
                <a:solidFill>
                  <a:schemeClr val="tx1"/>
                </a:solidFill>
              </a:rPr>
              <a:t> (nested tuples), </a:t>
            </a:r>
            <a:r>
              <a:rPr lang="en-ID" sz="1600" dirty="0" err="1">
                <a:solidFill>
                  <a:schemeClr val="tx1"/>
                </a:solidFill>
              </a:rPr>
              <a:t>nilai-nilai</a:t>
            </a:r>
            <a:r>
              <a:rPr lang="en-ID" sz="1600" dirty="0">
                <a:solidFill>
                  <a:schemeClr val="tx1"/>
                </a:solidFill>
              </a:rPr>
              <a:t> </a:t>
            </a:r>
            <a:r>
              <a:rPr lang="en-ID" sz="1600" dirty="0" err="1">
                <a:solidFill>
                  <a:schemeClr val="tx1"/>
                </a:solidFill>
              </a:rPr>
              <a:t>himpunan</a:t>
            </a:r>
            <a:r>
              <a:rPr lang="en-ID" sz="1600" dirty="0">
                <a:solidFill>
                  <a:schemeClr val="tx1"/>
                </a:solidFill>
              </a:rPr>
              <a:t>(set-values), dan </a:t>
            </a:r>
            <a:r>
              <a:rPr lang="en-ID" sz="1600" dirty="0" err="1">
                <a:solidFill>
                  <a:schemeClr val="tx1"/>
                </a:solidFill>
              </a:rPr>
              <a:t>oids</a:t>
            </a:r>
            <a:r>
              <a:rPr lang="en-ID" sz="1600" dirty="0">
                <a:solidFill>
                  <a:schemeClr val="tx1"/>
                </a:solidFill>
              </a:rPr>
              <a:t> (</a:t>
            </a:r>
            <a:r>
              <a:rPr lang="en-ID" sz="1600" dirty="0" err="1">
                <a:solidFill>
                  <a:schemeClr val="tx1"/>
                </a:solidFill>
              </a:rPr>
              <a:t>oids</a:t>
            </a:r>
            <a:r>
              <a:rPr lang="en-ID" sz="1600" dirty="0">
                <a:solidFill>
                  <a:schemeClr val="tx1"/>
                </a:solidFill>
              </a:rPr>
              <a:t> </a:t>
            </a:r>
            <a:r>
              <a:rPr lang="en-ID" sz="1600" dirty="0" err="1">
                <a:solidFill>
                  <a:schemeClr val="tx1"/>
                </a:solidFill>
              </a:rPr>
              <a:t>dapat</a:t>
            </a:r>
            <a:r>
              <a:rPr lang="en-ID" sz="1600" dirty="0">
                <a:solidFill>
                  <a:schemeClr val="tx1"/>
                </a:solidFill>
              </a:rPr>
              <a:t> </a:t>
            </a:r>
            <a:r>
              <a:rPr lang="en-ID" sz="1600" dirty="0" err="1">
                <a:solidFill>
                  <a:schemeClr val="tx1"/>
                </a:solidFill>
              </a:rPr>
              <a:t>diabaikan</a:t>
            </a:r>
            <a:r>
              <a:rPr lang="en-ID" sz="1600" dirty="0">
                <a:solidFill>
                  <a:schemeClr val="tx1"/>
                </a:solidFill>
              </a:rPr>
              <a:t>)</a:t>
            </a:r>
            <a:endParaRPr lang="en-ID" sz="16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47342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6E782-FD65-598D-F187-5F59AF425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Model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710EE79C-CF89-107F-29CF-234B209BB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719" y="874089"/>
            <a:ext cx="8396561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ID" sz="2000" b="1" dirty="0"/>
              <a:t>Data </a:t>
            </a:r>
            <a:r>
              <a:rPr lang="en-ID" sz="2000" b="1" dirty="0" err="1">
                <a:solidFill>
                  <a:srgbClr val="FFC000"/>
                </a:solidFill>
              </a:rPr>
              <a:t>direpresentasikan</a:t>
            </a:r>
            <a:r>
              <a:rPr lang="en-ID" sz="2000" b="1" dirty="0"/>
              <a:t> oleh </a:t>
            </a:r>
            <a:r>
              <a:rPr lang="en-ID" sz="2000" b="1" dirty="0" err="1"/>
              <a:t>sekumpulan</a:t>
            </a:r>
            <a:r>
              <a:rPr lang="en-ID" sz="2000" b="1" dirty="0"/>
              <a:t> </a:t>
            </a:r>
            <a:r>
              <a:rPr lang="en-ID" sz="2000" b="1" dirty="0" err="1">
                <a:solidFill>
                  <a:srgbClr val="FFC000"/>
                </a:solidFill>
              </a:rPr>
              <a:t>rekaman</a:t>
            </a:r>
            <a:r>
              <a:rPr lang="en-ID" sz="2000" b="1" dirty="0"/>
              <a:t> (</a:t>
            </a:r>
            <a:r>
              <a:rPr lang="en-ID" sz="2000" b="1" i="1" dirty="0">
                <a:solidFill>
                  <a:srgbClr val="FF0000"/>
                </a:solidFill>
              </a:rPr>
              <a:t>records</a:t>
            </a:r>
            <a:r>
              <a:rPr lang="en-ID" sz="2000" b="1" dirty="0"/>
              <a:t>)</a:t>
            </a:r>
            <a:r>
              <a:rPr lang="en-ID" sz="2000" dirty="0"/>
              <a:t>.</a:t>
            </a:r>
            <a:endParaRPr lang="en-ID" sz="2400" dirty="0"/>
          </a:p>
          <a:p>
            <a:pPr lvl="1" algn="l">
              <a:buFont typeface="Wingdings" pitchFamily="2" charset="2"/>
              <a:buChar char="q"/>
            </a:pPr>
            <a:r>
              <a:rPr lang="en-ID" sz="1800" dirty="0" err="1"/>
              <a:t>serupa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sebuah</a:t>
            </a:r>
            <a:r>
              <a:rPr lang="en-ID" sz="1800" dirty="0"/>
              <a:t> </a:t>
            </a:r>
            <a:r>
              <a:rPr lang="en-ID" sz="1800" dirty="0" err="1"/>
              <a:t>entitas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model E-R.</a:t>
            </a:r>
          </a:p>
          <a:p>
            <a:pPr lvl="1" algn="l">
              <a:buFont typeface="Wingdings" pitchFamily="2" charset="2"/>
              <a:buChar char="q"/>
            </a:pPr>
            <a:r>
              <a:rPr lang="en-ID" sz="1800" dirty="0" err="1"/>
              <a:t>Rekaman</a:t>
            </a:r>
            <a:r>
              <a:rPr lang="en-ID" sz="1800" dirty="0"/>
              <a:t> dan field-</a:t>
            </a:r>
            <a:r>
              <a:rPr lang="en-ID" sz="1800" dirty="0" err="1"/>
              <a:t>nya</a:t>
            </a:r>
            <a:r>
              <a:rPr lang="en-ID" sz="1800" dirty="0"/>
              <a:t> </a:t>
            </a:r>
            <a:r>
              <a:rPr lang="en-ID" sz="1800" dirty="0" err="1"/>
              <a:t>direpresentasikan</a:t>
            </a:r>
            <a:r>
              <a:rPr lang="en-ID" sz="1800" dirty="0"/>
              <a:t> </a:t>
            </a:r>
            <a:r>
              <a:rPr lang="en-ID" sz="1800" dirty="0" err="1"/>
              <a:t>sebagai</a:t>
            </a:r>
            <a:r>
              <a:rPr lang="en-ID" sz="1800" dirty="0"/>
              <a:t> </a:t>
            </a:r>
            <a:r>
              <a:rPr lang="en-ID" sz="1800" dirty="0" err="1"/>
              <a:t>tipe</a:t>
            </a:r>
            <a:r>
              <a:rPr lang="en-ID" sz="1800" dirty="0"/>
              <a:t> </a:t>
            </a:r>
            <a:r>
              <a:rPr lang="en-ID" sz="1800" dirty="0" err="1"/>
              <a:t>rekaman</a:t>
            </a:r>
            <a:r>
              <a:rPr lang="en-ID" sz="1800" dirty="0"/>
              <a:t> (</a:t>
            </a:r>
            <a:r>
              <a:rPr lang="en-ID" sz="1800" i="1" dirty="0">
                <a:solidFill>
                  <a:srgbClr val="FF0000"/>
                </a:solidFill>
              </a:rPr>
              <a:t>record type</a:t>
            </a:r>
            <a:r>
              <a:rPr lang="en-ID" sz="1800" dirty="0"/>
              <a:t>).</a:t>
            </a:r>
          </a:p>
          <a:p>
            <a:pPr marL="342900" lvl="0" indent="-342900">
              <a:spcBef>
                <a:spcPts val="400"/>
              </a:spcBef>
              <a:buSzPts val="2000"/>
            </a:pPr>
            <a:r>
              <a:rPr lang="en-ID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type	</a:t>
            </a:r>
            <a:r>
              <a:rPr lang="en-ID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customer = </a:t>
            </a:r>
            <a:r>
              <a:rPr lang="en-ID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record		type	</a:t>
            </a:r>
            <a:r>
              <a:rPr lang="en-ID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account</a:t>
            </a: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ID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record</a:t>
            </a:r>
            <a:br>
              <a:rPr lang="en-ID" sz="1600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D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	customer-name: </a:t>
            </a: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string;		</a:t>
            </a:r>
            <a:r>
              <a:rPr lang="en-ID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account-number: </a:t>
            </a: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integer;</a:t>
            </a:r>
            <a:b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D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customer-street:</a:t>
            </a: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string;	</a:t>
            </a:r>
            <a:r>
              <a:rPr lang="en-ID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balance:</a:t>
            </a: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integer;</a:t>
            </a:r>
            <a:b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ID" sz="1600" i="1" dirty="0">
                <a:latin typeface="Courier New" panose="02070309020205020404" pitchFamily="49" charset="0"/>
                <a:cs typeface="Courier New" panose="02070309020205020404" pitchFamily="49" charset="0"/>
              </a:rPr>
              <a:t>customer-city: </a:t>
            </a:r>
            <a:r>
              <a:rPr lang="en-ID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string;</a:t>
            </a:r>
          </a:p>
          <a:p>
            <a:pPr marL="342900" lvl="0" indent="-342900">
              <a:spcBef>
                <a:spcPts val="400"/>
              </a:spcBef>
              <a:buSzPts val="2000"/>
            </a:pPr>
            <a:r>
              <a:rPr lang="en-ID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end					end</a:t>
            </a:r>
          </a:p>
          <a:p>
            <a:pPr marL="342900" lvl="0" indent="-342900">
              <a:spcBef>
                <a:spcPts val="400"/>
              </a:spcBef>
              <a:buSzPts val="2000"/>
            </a:pPr>
            <a:endParaRPr lang="en-ID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Char char="q"/>
            </a:pPr>
            <a:r>
              <a:rPr lang="en-ID" sz="2000" b="1" dirty="0" err="1">
                <a:solidFill>
                  <a:srgbClr val="FFC000"/>
                </a:solidFill>
              </a:rPr>
              <a:t>Hubungan</a:t>
            </a:r>
            <a:r>
              <a:rPr lang="en-ID" sz="2000" b="1" dirty="0"/>
              <a:t> </a:t>
            </a:r>
            <a:r>
              <a:rPr lang="en-ID" sz="2000" b="1" dirty="0" err="1"/>
              <a:t>antar</a:t>
            </a:r>
            <a:r>
              <a:rPr lang="en-ID" sz="2000" b="1" dirty="0"/>
              <a:t> data </a:t>
            </a:r>
            <a:r>
              <a:rPr lang="en-ID" sz="2000" b="1" dirty="0" err="1">
                <a:solidFill>
                  <a:srgbClr val="FFC000"/>
                </a:solidFill>
              </a:rPr>
              <a:t>direpresentasikan</a:t>
            </a:r>
            <a:r>
              <a:rPr lang="en-ID" sz="2000" b="1" dirty="0"/>
              <a:t> oleh </a:t>
            </a:r>
            <a:r>
              <a:rPr lang="en-ID" sz="2000" b="1" dirty="0" err="1"/>
              <a:t>tautan</a:t>
            </a:r>
            <a:r>
              <a:rPr lang="en-ID" sz="2000" b="1" dirty="0"/>
              <a:t> (</a:t>
            </a:r>
            <a:r>
              <a:rPr lang="en-ID" sz="2000" b="1" i="1" dirty="0">
                <a:solidFill>
                  <a:srgbClr val="FF0000"/>
                </a:solidFill>
              </a:rPr>
              <a:t>links</a:t>
            </a:r>
            <a:r>
              <a:rPr lang="en-ID" sz="2000" b="1" dirty="0"/>
              <a:t>)</a:t>
            </a:r>
            <a:r>
              <a:rPr lang="en-ID" sz="2000" dirty="0"/>
              <a:t>.</a:t>
            </a:r>
          </a:p>
          <a:p>
            <a:pPr lvl="1" algn="l">
              <a:buFont typeface="Wingdings" pitchFamily="2" charset="2"/>
              <a:buChar char="q"/>
            </a:pPr>
            <a:r>
              <a:rPr lang="en-ID" sz="1800" dirty="0" err="1"/>
              <a:t>serupa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bentuk</a:t>
            </a:r>
            <a:r>
              <a:rPr lang="en-ID" sz="1800" dirty="0"/>
              <a:t> </a:t>
            </a:r>
            <a:r>
              <a:rPr lang="en-ID" sz="1800" dirty="0" err="1"/>
              <a:t>terbatas</a:t>
            </a:r>
            <a:r>
              <a:rPr lang="en-ID" sz="1800" dirty="0"/>
              <a:t> (biner) </a:t>
            </a:r>
            <a:r>
              <a:rPr lang="en-ID" sz="1800" dirty="0" err="1"/>
              <a:t>dari</a:t>
            </a:r>
            <a:r>
              <a:rPr lang="en-ID" sz="1800" dirty="0"/>
              <a:t> </a:t>
            </a:r>
            <a:r>
              <a:rPr lang="en-ID" sz="1800" dirty="0" err="1"/>
              <a:t>sebuah</a:t>
            </a:r>
            <a:r>
              <a:rPr lang="en-ID" sz="1800" dirty="0"/>
              <a:t> </a:t>
            </a:r>
            <a:r>
              <a:rPr lang="en-ID" sz="1800" dirty="0" err="1"/>
              <a:t>relasi</a:t>
            </a:r>
            <a:r>
              <a:rPr lang="en-ID" sz="1800" dirty="0"/>
              <a:t> E-R.</a:t>
            </a:r>
          </a:p>
          <a:p>
            <a:pPr lvl="1" algn="l">
              <a:buFont typeface="Wingdings" pitchFamily="2" charset="2"/>
              <a:buChar char="q"/>
            </a:pPr>
            <a:r>
              <a:rPr lang="en-ID" sz="1800" dirty="0" err="1"/>
              <a:t>batasan</a:t>
            </a:r>
            <a:r>
              <a:rPr lang="en-ID" sz="1800" dirty="0"/>
              <a:t> pada </a:t>
            </a:r>
            <a:r>
              <a:rPr lang="en-ID" sz="1800" dirty="0" err="1"/>
              <a:t>tautan</a:t>
            </a:r>
            <a:r>
              <a:rPr lang="en-ID" sz="1800" dirty="0"/>
              <a:t> </a:t>
            </a:r>
            <a:r>
              <a:rPr lang="en-ID" sz="1800" dirty="0" err="1"/>
              <a:t>bergantung</a:t>
            </a:r>
            <a:r>
              <a:rPr lang="en-ID" sz="1800" dirty="0"/>
              <a:t> pada </a:t>
            </a:r>
            <a:r>
              <a:rPr lang="en-ID" sz="1800" dirty="0" err="1"/>
              <a:t>apakah</a:t>
            </a:r>
            <a:r>
              <a:rPr lang="en-ID" sz="1800" dirty="0"/>
              <a:t> </a:t>
            </a:r>
            <a:r>
              <a:rPr lang="en-ID" sz="1800" dirty="0" err="1"/>
              <a:t>hubungannya</a:t>
            </a:r>
            <a:r>
              <a:rPr lang="en-ID" sz="1800" dirty="0"/>
              <a:t> </a:t>
            </a:r>
            <a:r>
              <a:rPr lang="en-ID" sz="1800" dirty="0" err="1"/>
              <a:t>adalah</a:t>
            </a:r>
            <a:r>
              <a:rPr lang="en-ID" sz="1800" dirty="0"/>
              <a:t> </a:t>
            </a:r>
            <a:r>
              <a:rPr lang="en-ID" sz="1800" i="1" dirty="0">
                <a:solidFill>
                  <a:srgbClr val="FFC000"/>
                </a:solidFill>
              </a:rPr>
              <a:t>many-to-many</a:t>
            </a:r>
            <a:r>
              <a:rPr lang="en-ID" sz="1800" dirty="0"/>
              <a:t> (</a:t>
            </a:r>
            <a:r>
              <a:rPr lang="en-ID" sz="1800" dirty="0" err="1"/>
              <a:t>banyak-ke-banyak</a:t>
            </a:r>
            <a:r>
              <a:rPr lang="en-ID" sz="1800" dirty="0"/>
              <a:t>), </a:t>
            </a:r>
            <a:r>
              <a:rPr lang="en-ID" sz="1800" i="1" dirty="0">
                <a:solidFill>
                  <a:srgbClr val="FFC000"/>
                </a:solidFill>
              </a:rPr>
              <a:t>many-to-one</a:t>
            </a:r>
            <a:r>
              <a:rPr lang="en-ID" sz="1800" dirty="0"/>
              <a:t> (</a:t>
            </a:r>
            <a:r>
              <a:rPr lang="en-ID" sz="1800" dirty="0" err="1"/>
              <a:t>banyak-ke-satu</a:t>
            </a:r>
            <a:r>
              <a:rPr lang="en-ID" sz="1800" dirty="0"/>
              <a:t>),  </a:t>
            </a:r>
            <a:r>
              <a:rPr lang="en-ID" sz="1800" dirty="0" err="1"/>
              <a:t>atau</a:t>
            </a:r>
            <a:r>
              <a:rPr lang="en-ID" sz="1800" dirty="0"/>
              <a:t> </a:t>
            </a:r>
            <a:r>
              <a:rPr lang="en-ID" sz="1800" i="1" dirty="0">
                <a:solidFill>
                  <a:srgbClr val="FFC000"/>
                </a:solidFill>
              </a:rPr>
              <a:t>one-to-one</a:t>
            </a:r>
            <a:r>
              <a:rPr lang="en-ID" sz="1800" dirty="0"/>
              <a:t> (</a:t>
            </a:r>
            <a:r>
              <a:rPr lang="en-ID" sz="1800" dirty="0" err="1"/>
              <a:t>satu-ke-satu</a:t>
            </a:r>
            <a:r>
              <a:rPr lang="en-ID" sz="1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6492855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A1606-527E-6CF0-8414-DE87C9DE5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BBA7C-A83C-5AEF-3B9D-76C8C5C90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Model (Data-Structured Diagrams)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3B905DF7-DB5D-5019-6F4F-0156B61C0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719" y="1212645"/>
            <a:ext cx="8396561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152400" indent="0"/>
            <a:r>
              <a:rPr lang="en-ID" sz="2400" b="1" dirty="0"/>
              <a:t>Model </a:t>
            </a:r>
            <a:r>
              <a:rPr lang="en-ID" sz="2400" b="1" dirty="0" err="1"/>
              <a:t>Jaringan</a:t>
            </a:r>
            <a:r>
              <a:rPr lang="en-ID" sz="2400" b="1" dirty="0"/>
              <a:t> (Diagram </a:t>
            </a:r>
            <a:r>
              <a:rPr lang="en-ID" sz="2400" b="1" dirty="0" err="1"/>
              <a:t>Struktur</a:t>
            </a:r>
            <a:r>
              <a:rPr lang="en-ID" sz="2400" b="1" dirty="0"/>
              <a:t>-Data) :</a:t>
            </a:r>
            <a:endParaRPr lang="en-ID" sz="2400" dirty="0"/>
          </a:p>
          <a:p>
            <a:pPr marL="495300" indent="-342900">
              <a:buFont typeface="Wingdings" pitchFamily="2" charset="2"/>
              <a:buChar char="Ø"/>
            </a:pPr>
            <a:r>
              <a:rPr lang="en-ID" sz="2400" b="1" dirty="0">
                <a:solidFill>
                  <a:srgbClr val="FFC000"/>
                </a:solidFill>
              </a:rPr>
              <a:t>Skema yang </a:t>
            </a:r>
            <a:r>
              <a:rPr lang="en-ID" sz="2400" b="1" dirty="0" err="1">
                <a:solidFill>
                  <a:srgbClr val="FFC000"/>
                </a:solidFill>
              </a:rPr>
              <a:t>merepresentasikan</a:t>
            </a:r>
            <a:r>
              <a:rPr lang="en-ID" sz="2400" b="1" dirty="0">
                <a:solidFill>
                  <a:srgbClr val="FFC000"/>
                </a:solidFill>
              </a:rPr>
              <a:t> </a:t>
            </a:r>
            <a:r>
              <a:rPr lang="en-ID" sz="2400" b="1" dirty="0" err="1">
                <a:solidFill>
                  <a:srgbClr val="FFC000"/>
                </a:solidFill>
              </a:rPr>
              <a:t>desain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</a:t>
            </a:r>
            <a:r>
              <a:rPr lang="en-ID" sz="2400" dirty="0" err="1"/>
              <a:t>sebuah</a:t>
            </a:r>
            <a:r>
              <a:rPr lang="en-ID" sz="2400" dirty="0"/>
              <a:t> database </a:t>
            </a:r>
            <a:r>
              <a:rPr lang="en-ID" sz="2400" dirty="0" err="1"/>
              <a:t>jaringan</a:t>
            </a:r>
            <a:r>
              <a:rPr lang="en-ID" sz="2400" dirty="0"/>
              <a:t>.</a:t>
            </a:r>
          </a:p>
          <a:p>
            <a:pPr marL="495300" indent="-342900">
              <a:buFont typeface="Wingdings" pitchFamily="2" charset="2"/>
              <a:buChar char="Ø"/>
            </a:pPr>
            <a:r>
              <a:rPr lang="en-ID" sz="2400" b="1" dirty="0" err="1">
                <a:solidFill>
                  <a:srgbClr val="FFC000"/>
                </a:solidFill>
              </a:rPr>
              <a:t>Sebuah</a:t>
            </a:r>
            <a:r>
              <a:rPr lang="en-ID" sz="2400" b="1" dirty="0">
                <a:solidFill>
                  <a:srgbClr val="FFC000"/>
                </a:solidFill>
              </a:rPr>
              <a:t> diagram </a:t>
            </a:r>
            <a:r>
              <a:rPr lang="en-ID" sz="2400" b="1" dirty="0" err="1">
                <a:solidFill>
                  <a:srgbClr val="FFC000"/>
                </a:solidFill>
              </a:rPr>
              <a:t>struktur</a:t>
            </a:r>
            <a:r>
              <a:rPr lang="en-ID" sz="2400" b="1" dirty="0">
                <a:solidFill>
                  <a:srgbClr val="FFC000"/>
                </a:solidFill>
              </a:rPr>
              <a:t>-data </a:t>
            </a:r>
            <a:r>
              <a:rPr lang="en-ID" sz="2400" b="1" dirty="0" err="1">
                <a:solidFill>
                  <a:srgbClr val="FFC000"/>
                </a:solidFill>
              </a:rPr>
              <a:t>terdiri</a:t>
            </a:r>
            <a:r>
              <a:rPr lang="en-ID" sz="2400" b="1" dirty="0">
                <a:solidFill>
                  <a:srgbClr val="FFC000"/>
                </a:solidFill>
              </a:rPr>
              <a:t> </a:t>
            </a:r>
            <a:r>
              <a:rPr lang="en-ID" sz="2400" b="1" dirty="0" err="1">
                <a:solidFill>
                  <a:srgbClr val="FFC000"/>
                </a:solidFill>
              </a:rPr>
              <a:t>dari</a:t>
            </a:r>
            <a:r>
              <a:rPr lang="en-ID" sz="2400" b="1" dirty="0">
                <a:solidFill>
                  <a:srgbClr val="FFC000"/>
                </a:solidFill>
              </a:rPr>
              <a:t> dua </a:t>
            </a:r>
            <a:r>
              <a:rPr lang="en-ID" sz="2400" b="1" dirty="0" err="1">
                <a:solidFill>
                  <a:srgbClr val="FFC000"/>
                </a:solidFill>
              </a:rPr>
              <a:t>komponen</a:t>
            </a:r>
            <a:r>
              <a:rPr lang="en-ID" sz="2400" b="1" dirty="0">
                <a:solidFill>
                  <a:srgbClr val="FFC000"/>
                </a:solidFill>
              </a:rPr>
              <a:t> </a:t>
            </a:r>
            <a:r>
              <a:rPr lang="en-ID" sz="2400" b="1" dirty="0" err="1">
                <a:solidFill>
                  <a:srgbClr val="FFC000"/>
                </a:solidFill>
              </a:rPr>
              <a:t>dasar</a:t>
            </a:r>
            <a:r>
              <a:rPr lang="en-ID" sz="2400" dirty="0"/>
              <a:t>:</a:t>
            </a:r>
          </a:p>
          <a:p>
            <a:pPr marL="952500" lvl="1" indent="-342900" algn="l">
              <a:buFont typeface="Wingdings" pitchFamily="2" charset="2"/>
              <a:buChar char="Ø"/>
            </a:pPr>
            <a:r>
              <a:rPr lang="en-ID" sz="2000" b="1" dirty="0">
                <a:solidFill>
                  <a:srgbClr val="FF0000"/>
                </a:solidFill>
              </a:rPr>
              <a:t>Kotak (</a:t>
            </a:r>
            <a:r>
              <a:rPr lang="en-ID" sz="2000" b="1" i="1" dirty="0">
                <a:solidFill>
                  <a:srgbClr val="FF0000"/>
                </a:solidFill>
              </a:rPr>
              <a:t>Boxes</a:t>
            </a:r>
            <a:r>
              <a:rPr lang="en-ID" sz="2000" b="1" dirty="0">
                <a:solidFill>
                  <a:srgbClr val="FF0000"/>
                </a:solidFill>
              </a:rPr>
              <a:t>)</a:t>
            </a:r>
            <a:r>
              <a:rPr lang="en-ID" sz="2000" dirty="0"/>
              <a:t>, yang </a:t>
            </a:r>
            <a:r>
              <a:rPr lang="en-ID" sz="2000" dirty="0" err="1"/>
              <a:t>berkorespondensi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tipe-tipe</a:t>
            </a:r>
            <a:r>
              <a:rPr lang="en-ID" sz="2000" dirty="0"/>
              <a:t> </a:t>
            </a:r>
            <a:r>
              <a:rPr lang="en-ID" sz="2000" dirty="0" err="1"/>
              <a:t>rekaman</a:t>
            </a:r>
            <a:r>
              <a:rPr lang="en-ID" sz="2000" dirty="0"/>
              <a:t> (</a:t>
            </a:r>
            <a:r>
              <a:rPr lang="en-ID" sz="2000" i="1" dirty="0">
                <a:solidFill>
                  <a:srgbClr val="FFC000"/>
                </a:solidFill>
              </a:rPr>
              <a:t>record types</a:t>
            </a:r>
            <a:r>
              <a:rPr lang="en-ID" sz="2000" dirty="0"/>
              <a:t>).</a:t>
            </a:r>
          </a:p>
          <a:p>
            <a:pPr marL="952500" lvl="1" indent="-342900" algn="l">
              <a:buFont typeface="Wingdings" pitchFamily="2" charset="2"/>
              <a:buChar char="Ø"/>
            </a:pPr>
            <a:r>
              <a:rPr lang="en-ID" sz="2000" b="1" dirty="0">
                <a:solidFill>
                  <a:srgbClr val="FF0000"/>
                </a:solidFill>
              </a:rPr>
              <a:t>Garis (</a:t>
            </a:r>
            <a:r>
              <a:rPr lang="en-ID" sz="2000" b="1" i="1" dirty="0">
                <a:solidFill>
                  <a:srgbClr val="FF0000"/>
                </a:solidFill>
              </a:rPr>
              <a:t>Lines</a:t>
            </a:r>
            <a:r>
              <a:rPr lang="en-ID" sz="2000" b="1" dirty="0">
                <a:solidFill>
                  <a:srgbClr val="FF0000"/>
                </a:solidFill>
              </a:rPr>
              <a:t>)</a:t>
            </a:r>
            <a:r>
              <a:rPr lang="en-ID" sz="2000" dirty="0"/>
              <a:t>, yang </a:t>
            </a:r>
            <a:r>
              <a:rPr lang="en-ID" sz="2000" dirty="0" err="1"/>
              <a:t>berkorespondensi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tautan</a:t>
            </a:r>
            <a:r>
              <a:rPr lang="en-ID" sz="2000" dirty="0"/>
              <a:t> (</a:t>
            </a:r>
            <a:r>
              <a:rPr lang="en-ID" sz="2000" i="1" dirty="0">
                <a:solidFill>
                  <a:srgbClr val="FFC000"/>
                </a:solidFill>
              </a:rPr>
              <a:t>links</a:t>
            </a:r>
            <a:r>
              <a:rPr lang="en-ID" sz="2000" dirty="0"/>
              <a:t>).</a:t>
            </a:r>
            <a:endParaRPr lang="en-ID" sz="2400" dirty="0"/>
          </a:p>
          <a:p>
            <a:pPr marL="495300" indent="-342900">
              <a:buFont typeface="Wingdings" pitchFamily="2" charset="2"/>
              <a:buChar char="Ø"/>
            </a:pPr>
            <a:r>
              <a:rPr lang="en-ID" sz="2400" b="1" dirty="0" err="1">
                <a:solidFill>
                  <a:srgbClr val="FFC000"/>
                </a:solidFill>
              </a:rPr>
              <a:t>Menentukan</a:t>
            </a:r>
            <a:r>
              <a:rPr lang="en-ID" sz="2400" b="1" dirty="0">
                <a:solidFill>
                  <a:srgbClr val="FFC000"/>
                </a:solidFill>
              </a:rPr>
              <a:t> </a:t>
            </a:r>
            <a:r>
              <a:rPr lang="en-ID" sz="2400" b="1" dirty="0" err="1">
                <a:solidFill>
                  <a:srgbClr val="FFC000"/>
                </a:solidFill>
              </a:rPr>
              <a:t>struktur</a:t>
            </a:r>
            <a:r>
              <a:rPr lang="en-ID" sz="2400" b="1" dirty="0">
                <a:solidFill>
                  <a:srgbClr val="FFC000"/>
                </a:solidFill>
              </a:rPr>
              <a:t> </a:t>
            </a:r>
            <a:r>
              <a:rPr lang="en-ID" sz="2400" b="1" dirty="0" err="1">
                <a:solidFill>
                  <a:srgbClr val="FFC000"/>
                </a:solidFill>
              </a:rPr>
              <a:t>logis</a:t>
            </a:r>
            <a:r>
              <a:rPr lang="en-ID" sz="2400" b="1" dirty="0">
                <a:solidFill>
                  <a:srgbClr val="FFC000"/>
                </a:solidFill>
              </a:rPr>
              <a:t> </a:t>
            </a:r>
            <a:r>
              <a:rPr lang="en-ID" sz="2400" b="1" dirty="0" err="1">
                <a:solidFill>
                  <a:srgbClr val="FFC000"/>
                </a:solidFill>
              </a:rPr>
              <a:t>keseluruhan</a:t>
            </a:r>
            <a:r>
              <a:rPr lang="en-ID" sz="2400" dirty="0"/>
              <a:t> </a:t>
            </a:r>
            <a:r>
              <a:rPr lang="en-ID" sz="2400" dirty="0" err="1"/>
              <a:t>dari</a:t>
            </a:r>
            <a:r>
              <a:rPr lang="en-ID" sz="2400" dirty="0"/>
              <a:t> database </a:t>
            </a:r>
            <a:r>
              <a:rPr lang="en-ID" sz="2400" dirty="0" err="1"/>
              <a:t>tersebut</a:t>
            </a:r>
            <a:r>
              <a:rPr lang="en-ID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28872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C4DB1-5A34-33EA-C048-85CBA9EFF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Skema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4B0296-2FD9-B967-1FF9-FEC7901E12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321AD55-0B4D-F9FF-9CF5-C6E7E1ED2DB3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A001A87-2F2C-E6B9-8DD5-E94667FC9010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E4E856A-36AD-FCCF-9225-06B96E9D2FF4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Google Shape;370;p26" descr="d">
            <a:extLst>
              <a:ext uri="{FF2B5EF4-FFF2-40B4-BE49-F238E27FC236}">
                <a16:creationId xmlns:a16="http://schemas.microsoft.com/office/drawing/2014/main" id="{95E8BD74-A7D5-C8DB-792B-66BCBCFC2C4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0000" y="977806"/>
            <a:ext cx="7950200" cy="1500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71;p26" descr="d">
            <a:extLst>
              <a:ext uri="{FF2B5EF4-FFF2-40B4-BE49-F238E27FC236}">
                <a16:creationId xmlns:a16="http://schemas.microsoft.com/office/drawing/2014/main" id="{E767E1C3-ACE9-9C63-321B-9A9690C7221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0000" y="2618851"/>
            <a:ext cx="7950200" cy="23698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49718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25B2A-CC30-E9A1-582A-1AC129898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A2F3-54A1-99F4-0738-48AA266D3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Model (</a:t>
            </a:r>
            <a:r>
              <a:rPr lang="en-US" dirty="0">
                <a:solidFill>
                  <a:srgbClr val="FFC000"/>
                </a:solidFill>
              </a:rPr>
              <a:t>Tree-Structure</a:t>
            </a:r>
            <a:r>
              <a:rPr lang="en-US" dirty="0"/>
              <a:t> Diagrams)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5402803E-BD19-1BE9-B7D4-99CD4AD99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719" y="1381924"/>
            <a:ext cx="8396561" cy="3262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152400" indent="0"/>
            <a:r>
              <a:rPr lang="en-ID" sz="2000" b="1" dirty="0"/>
              <a:t>Model </a:t>
            </a:r>
            <a:r>
              <a:rPr lang="en-ID" sz="2000" b="1" dirty="0" err="1"/>
              <a:t>Hierarki</a:t>
            </a:r>
            <a:r>
              <a:rPr lang="en-ID" sz="2000" b="1" dirty="0"/>
              <a:t> (Diagram </a:t>
            </a:r>
            <a:r>
              <a:rPr lang="en-ID" sz="2000" b="1" dirty="0" err="1"/>
              <a:t>Struktur-Pohon</a:t>
            </a:r>
            <a:r>
              <a:rPr lang="en-ID" sz="2000" b="1" dirty="0"/>
              <a:t>) :</a:t>
            </a:r>
            <a:endParaRPr lang="en-ID" sz="2000" dirty="0"/>
          </a:p>
          <a:p>
            <a:pPr marL="495300" indent="-342900">
              <a:buFont typeface="Wingdings" pitchFamily="2" charset="2"/>
              <a:buChar char="Ø"/>
            </a:pPr>
            <a:r>
              <a:rPr lang="en-ID" sz="2000" b="1" dirty="0">
                <a:solidFill>
                  <a:srgbClr val="FFC000"/>
                </a:solidFill>
              </a:rPr>
              <a:t>Skema</a:t>
            </a:r>
            <a:r>
              <a:rPr lang="en-ID" sz="2000" b="1" dirty="0"/>
              <a:t> </a:t>
            </a:r>
            <a:r>
              <a:rPr lang="en-ID" sz="2000" b="1" dirty="0" err="1"/>
              <a:t>untuk</a:t>
            </a:r>
            <a:r>
              <a:rPr lang="en-ID" sz="2000" b="1" dirty="0"/>
              <a:t> database </a:t>
            </a:r>
            <a:r>
              <a:rPr lang="en-ID" sz="2000" b="1" dirty="0" err="1">
                <a:solidFill>
                  <a:srgbClr val="FFC000"/>
                </a:solidFill>
              </a:rPr>
              <a:t>hierarki</a:t>
            </a:r>
            <a:r>
              <a:rPr lang="en-ID" sz="2000" b="1" dirty="0"/>
              <a:t> </a:t>
            </a:r>
            <a:r>
              <a:rPr lang="en-ID" sz="2000" b="1" dirty="0" err="1"/>
              <a:t>terdiri</a:t>
            </a:r>
            <a:r>
              <a:rPr lang="en-ID" sz="2000" b="1" dirty="0"/>
              <a:t> </a:t>
            </a:r>
            <a:r>
              <a:rPr lang="en-ID" sz="2000" b="1" dirty="0" err="1"/>
              <a:t>dari</a:t>
            </a:r>
            <a:r>
              <a:rPr lang="en-ID" sz="2000" dirty="0"/>
              <a:t>:</a:t>
            </a:r>
          </a:p>
          <a:p>
            <a:pPr marL="952500" lvl="1" indent="-342900" algn="l">
              <a:buFont typeface="Wingdings" pitchFamily="2" charset="2"/>
              <a:buChar char="ü"/>
            </a:pPr>
            <a:r>
              <a:rPr lang="en-ID" sz="1800" b="1" dirty="0">
                <a:solidFill>
                  <a:srgbClr val="FF0000"/>
                </a:solidFill>
              </a:rPr>
              <a:t>Kotak (</a:t>
            </a:r>
            <a:r>
              <a:rPr lang="en-ID" sz="1800" b="1" i="1" dirty="0">
                <a:solidFill>
                  <a:srgbClr val="FF0000"/>
                </a:solidFill>
              </a:rPr>
              <a:t>boxes</a:t>
            </a:r>
            <a:r>
              <a:rPr lang="en-ID" sz="1800" b="1" dirty="0">
                <a:solidFill>
                  <a:srgbClr val="FF0000"/>
                </a:solidFill>
              </a:rPr>
              <a:t>)</a:t>
            </a:r>
            <a:r>
              <a:rPr lang="en-ID" sz="1800" dirty="0"/>
              <a:t>, yang </a:t>
            </a:r>
            <a:r>
              <a:rPr lang="en-ID" sz="1800" dirty="0" err="1"/>
              <a:t>berkorespondensi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tipe-tipe</a:t>
            </a:r>
            <a:r>
              <a:rPr lang="en-ID" sz="1800" dirty="0"/>
              <a:t> </a:t>
            </a:r>
            <a:r>
              <a:rPr lang="en-ID" sz="1800" dirty="0" err="1"/>
              <a:t>rekaman</a:t>
            </a:r>
            <a:r>
              <a:rPr lang="en-ID" sz="1800" dirty="0"/>
              <a:t> (</a:t>
            </a:r>
            <a:r>
              <a:rPr lang="en-ID" sz="1800" i="1" dirty="0">
                <a:solidFill>
                  <a:srgbClr val="FFC000"/>
                </a:solidFill>
              </a:rPr>
              <a:t>record types</a:t>
            </a:r>
            <a:r>
              <a:rPr lang="en-ID" sz="1800" dirty="0"/>
              <a:t>).</a:t>
            </a:r>
          </a:p>
          <a:p>
            <a:pPr marL="952500" lvl="1" indent="-342900" algn="l">
              <a:buFont typeface="Wingdings" pitchFamily="2" charset="2"/>
              <a:buChar char="ü"/>
            </a:pPr>
            <a:r>
              <a:rPr lang="en-ID" sz="1800" b="1" dirty="0">
                <a:solidFill>
                  <a:srgbClr val="FF0000"/>
                </a:solidFill>
              </a:rPr>
              <a:t>Garis (</a:t>
            </a:r>
            <a:r>
              <a:rPr lang="en-ID" sz="1800" b="1" i="1" dirty="0">
                <a:solidFill>
                  <a:srgbClr val="FF0000"/>
                </a:solidFill>
              </a:rPr>
              <a:t>lines</a:t>
            </a:r>
            <a:r>
              <a:rPr lang="en-ID" sz="1800" b="1" dirty="0">
                <a:solidFill>
                  <a:srgbClr val="FF0000"/>
                </a:solidFill>
              </a:rPr>
              <a:t>)</a:t>
            </a:r>
            <a:r>
              <a:rPr lang="en-ID" sz="1800" dirty="0"/>
              <a:t>, yang </a:t>
            </a:r>
            <a:r>
              <a:rPr lang="en-ID" sz="1800" dirty="0" err="1"/>
              <a:t>berkorespondensi</a:t>
            </a:r>
            <a:r>
              <a:rPr lang="en-ID" sz="1800" dirty="0"/>
              <a:t> </a:t>
            </a:r>
            <a:r>
              <a:rPr lang="en-ID" sz="1800" dirty="0" err="1"/>
              <a:t>dengan</a:t>
            </a:r>
            <a:r>
              <a:rPr lang="en-ID" sz="1800" dirty="0"/>
              <a:t> </a:t>
            </a:r>
            <a:r>
              <a:rPr lang="en-ID" sz="1800" dirty="0" err="1"/>
              <a:t>tautan</a:t>
            </a:r>
            <a:r>
              <a:rPr lang="en-ID" sz="1800" dirty="0"/>
              <a:t> (</a:t>
            </a:r>
            <a:r>
              <a:rPr lang="en-ID" sz="1800" i="1" dirty="0">
                <a:solidFill>
                  <a:srgbClr val="FFC000"/>
                </a:solidFill>
              </a:rPr>
              <a:t>links</a:t>
            </a:r>
            <a:r>
              <a:rPr lang="en-ID" sz="1800" dirty="0"/>
              <a:t>).</a:t>
            </a:r>
          </a:p>
          <a:p>
            <a:pPr marL="495300" indent="-342900">
              <a:buFont typeface="Wingdings" pitchFamily="2" charset="2"/>
              <a:buChar char="Ø"/>
            </a:pPr>
            <a:r>
              <a:rPr lang="en-ID" sz="2000" b="1" dirty="0" err="1"/>
              <a:t>Tipe-tipe</a:t>
            </a:r>
            <a:r>
              <a:rPr lang="en-ID" sz="2000" b="1" dirty="0"/>
              <a:t> </a:t>
            </a:r>
            <a:r>
              <a:rPr lang="en-ID" sz="2000" b="1" dirty="0" err="1"/>
              <a:t>rekaman</a:t>
            </a:r>
            <a:r>
              <a:rPr lang="en-ID" sz="2000" b="1" dirty="0"/>
              <a:t> </a:t>
            </a:r>
            <a:r>
              <a:rPr lang="en-ID" sz="2000" b="1" dirty="0" err="1"/>
              <a:t>diatur</a:t>
            </a:r>
            <a:r>
              <a:rPr lang="en-ID" sz="2000" b="1" dirty="0"/>
              <a:t> </a:t>
            </a:r>
            <a:r>
              <a:rPr lang="en-ID" sz="2000" b="1" dirty="0" err="1"/>
              <a:t>dalam</a:t>
            </a:r>
            <a:r>
              <a:rPr lang="en-ID" sz="2000" b="1" dirty="0"/>
              <a:t> </a:t>
            </a:r>
            <a:r>
              <a:rPr lang="en-ID" sz="2000" b="1" dirty="0" err="1"/>
              <a:t>bentuk</a:t>
            </a:r>
            <a:r>
              <a:rPr lang="en-ID" sz="2000" b="1" dirty="0"/>
              <a:t> </a:t>
            </a:r>
            <a:r>
              <a:rPr lang="en-ID" sz="2000" b="1" dirty="0" err="1"/>
              <a:t>pohon</a:t>
            </a:r>
            <a:r>
              <a:rPr lang="en-ID" sz="2000" b="1" dirty="0"/>
              <a:t> </a:t>
            </a:r>
            <a:r>
              <a:rPr lang="en-ID" sz="2000" b="1" dirty="0" err="1"/>
              <a:t>berakar</a:t>
            </a:r>
            <a:r>
              <a:rPr lang="en-ID" sz="2000" b="1" dirty="0"/>
              <a:t> (</a:t>
            </a:r>
            <a:r>
              <a:rPr lang="en-ID" sz="2000" b="1" i="1" dirty="0">
                <a:solidFill>
                  <a:srgbClr val="FFC000"/>
                </a:solidFill>
              </a:rPr>
              <a:t>rooted tree</a:t>
            </a:r>
            <a:r>
              <a:rPr lang="en-ID" sz="2000" b="1" dirty="0"/>
              <a:t>)</a:t>
            </a:r>
            <a:r>
              <a:rPr lang="en-ID" sz="2000" dirty="0"/>
              <a:t>:</a:t>
            </a:r>
          </a:p>
          <a:p>
            <a:pPr marL="952500" lvl="1" indent="-342900" algn="l">
              <a:buFont typeface="Wingdings" pitchFamily="2" charset="2"/>
              <a:buChar char="ü"/>
            </a:pPr>
            <a:r>
              <a:rPr lang="en-ID" sz="1800" dirty="0"/>
              <a:t>Tidak </a:t>
            </a:r>
            <a:r>
              <a:rPr lang="en-ID" sz="1800" dirty="0" err="1"/>
              <a:t>ada</a:t>
            </a:r>
            <a:r>
              <a:rPr lang="en-ID" sz="1800" dirty="0"/>
              <a:t> </a:t>
            </a:r>
            <a:r>
              <a:rPr lang="en-ID" sz="1800" dirty="0" err="1"/>
              <a:t>siklus</a:t>
            </a:r>
            <a:r>
              <a:rPr lang="en-ID" sz="1800" dirty="0"/>
              <a:t> (</a:t>
            </a:r>
            <a:r>
              <a:rPr lang="en-ID" sz="1800" i="1" dirty="0">
                <a:solidFill>
                  <a:srgbClr val="FF0000"/>
                </a:solidFill>
              </a:rPr>
              <a:t>cycles</a:t>
            </a:r>
            <a:r>
              <a:rPr lang="en-ID" sz="1800" dirty="0"/>
              <a:t>) pada </a:t>
            </a:r>
            <a:r>
              <a:rPr lang="en-ID" sz="1800" dirty="0" err="1"/>
              <a:t>graf</a:t>
            </a:r>
            <a:r>
              <a:rPr lang="en-ID" sz="1800" dirty="0"/>
              <a:t> yang </a:t>
            </a:r>
            <a:r>
              <a:rPr lang="en-ID" sz="1800" dirty="0" err="1"/>
              <a:t>mendasarinya</a:t>
            </a:r>
            <a:r>
              <a:rPr lang="en-ID" sz="1800" dirty="0"/>
              <a:t>.</a:t>
            </a:r>
          </a:p>
          <a:p>
            <a:pPr marL="952500" lvl="1" indent="-342900" algn="l">
              <a:buFont typeface="Wingdings" pitchFamily="2" charset="2"/>
              <a:buChar char="ü"/>
            </a:pPr>
            <a:r>
              <a:rPr lang="en-ID" sz="1800" dirty="0" err="1"/>
              <a:t>Hubungan</a:t>
            </a:r>
            <a:r>
              <a:rPr lang="en-ID" sz="1800" dirty="0"/>
              <a:t> yang </a:t>
            </a:r>
            <a:r>
              <a:rPr lang="en-ID" sz="1800" dirty="0" err="1"/>
              <a:t>terbentuk</a:t>
            </a:r>
            <a:r>
              <a:rPr lang="en-ID" sz="1800" dirty="0"/>
              <a:t> </a:t>
            </a:r>
            <a:r>
              <a:rPr lang="en-ID" sz="1800" dirty="0" err="1"/>
              <a:t>dalam</a:t>
            </a:r>
            <a:r>
              <a:rPr lang="en-ID" sz="1800" dirty="0"/>
              <a:t> </a:t>
            </a:r>
            <a:r>
              <a:rPr lang="en-ID" sz="1800" dirty="0" err="1"/>
              <a:t>graf</a:t>
            </a:r>
            <a:r>
              <a:rPr lang="en-ID" sz="1800" dirty="0"/>
              <a:t> </a:t>
            </a:r>
            <a:r>
              <a:rPr lang="en-ID" sz="1800" dirty="0" err="1"/>
              <a:t>harus</a:t>
            </a:r>
            <a:r>
              <a:rPr lang="en-ID" sz="1800" dirty="0"/>
              <a:t> </a:t>
            </a:r>
            <a:r>
              <a:rPr lang="en-ID" sz="1800" dirty="0" err="1"/>
              <a:t>sedemikian</a:t>
            </a:r>
            <a:r>
              <a:rPr lang="en-ID" sz="1800" dirty="0"/>
              <a:t> </a:t>
            </a:r>
            <a:r>
              <a:rPr lang="en-ID" sz="1800" dirty="0" err="1"/>
              <a:t>rupa</a:t>
            </a:r>
            <a:r>
              <a:rPr lang="en-ID" sz="1800" dirty="0"/>
              <a:t> </a:t>
            </a:r>
            <a:r>
              <a:rPr lang="en-ID" sz="1800" dirty="0" err="1"/>
              <a:t>sehingga</a:t>
            </a:r>
            <a:r>
              <a:rPr lang="en-ID" sz="1800" dirty="0"/>
              <a:t> </a:t>
            </a:r>
            <a:r>
              <a:rPr lang="en-ID" sz="1800" dirty="0" err="1"/>
              <a:t>hanya</a:t>
            </a:r>
            <a:r>
              <a:rPr lang="en-ID" sz="1800" dirty="0"/>
              <a:t> </a:t>
            </a:r>
            <a:r>
              <a:rPr lang="en-ID" sz="1800" dirty="0" err="1"/>
              <a:t>terdapat</a:t>
            </a:r>
            <a:r>
              <a:rPr lang="en-ID" sz="1800" dirty="0"/>
              <a:t> </a:t>
            </a:r>
            <a:r>
              <a:rPr lang="en-ID" sz="1800" dirty="0" err="1"/>
              <a:t>hubungan</a:t>
            </a:r>
            <a:r>
              <a:rPr lang="en-ID" sz="1800" dirty="0"/>
              <a:t> </a:t>
            </a:r>
            <a:r>
              <a:rPr lang="en-ID" sz="1800" i="1" dirty="0">
                <a:solidFill>
                  <a:srgbClr val="FF0000"/>
                </a:solidFill>
              </a:rPr>
              <a:t>one-to-many</a:t>
            </a:r>
            <a:r>
              <a:rPr lang="en-ID" sz="1800" dirty="0"/>
              <a:t> (</a:t>
            </a:r>
            <a:r>
              <a:rPr lang="en-ID" sz="1800" dirty="0" err="1"/>
              <a:t>satu-ke-banyak</a:t>
            </a:r>
            <a:r>
              <a:rPr lang="en-ID" sz="1800" dirty="0"/>
              <a:t>) </a:t>
            </a:r>
            <a:r>
              <a:rPr lang="en-ID" sz="1800" dirty="0" err="1"/>
              <a:t>atau</a:t>
            </a:r>
            <a:r>
              <a:rPr lang="en-ID" sz="1800" dirty="0"/>
              <a:t> </a:t>
            </a:r>
            <a:r>
              <a:rPr lang="en-ID" sz="1800" i="1" dirty="0">
                <a:solidFill>
                  <a:srgbClr val="FF0000"/>
                </a:solidFill>
              </a:rPr>
              <a:t>one-to-one</a:t>
            </a:r>
            <a:r>
              <a:rPr lang="en-ID" sz="1800" dirty="0"/>
              <a:t> (</a:t>
            </a:r>
            <a:r>
              <a:rPr lang="en-ID" sz="1800" dirty="0" err="1"/>
              <a:t>satu-ke-satu</a:t>
            </a:r>
            <a:r>
              <a:rPr lang="en-ID" sz="1800" dirty="0"/>
              <a:t>) </a:t>
            </a:r>
            <a:r>
              <a:rPr lang="en-ID" sz="1800" dirty="0" err="1"/>
              <a:t>antara</a:t>
            </a:r>
            <a:r>
              <a:rPr lang="en-ID" sz="1800" dirty="0"/>
              <a:t> orang </a:t>
            </a:r>
            <a:r>
              <a:rPr lang="en-ID" sz="1800" dirty="0" err="1"/>
              <a:t>tua</a:t>
            </a:r>
            <a:r>
              <a:rPr lang="en-ID" sz="1800" dirty="0"/>
              <a:t> (</a:t>
            </a:r>
            <a:r>
              <a:rPr lang="en-ID" sz="1800" i="1" dirty="0">
                <a:solidFill>
                  <a:srgbClr val="FF0000"/>
                </a:solidFill>
              </a:rPr>
              <a:t>parent</a:t>
            </a:r>
            <a:r>
              <a:rPr lang="en-ID" sz="1800" dirty="0"/>
              <a:t>) dan </a:t>
            </a:r>
            <a:r>
              <a:rPr lang="en-ID" sz="1800" dirty="0" err="1"/>
              <a:t>anak</a:t>
            </a:r>
            <a:r>
              <a:rPr lang="en-ID" sz="1800" dirty="0"/>
              <a:t> (</a:t>
            </a:r>
            <a:r>
              <a:rPr lang="en-ID" sz="1800" i="1" dirty="0">
                <a:solidFill>
                  <a:srgbClr val="FF0000"/>
                </a:solidFill>
              </a:rPr>
              <a:t>child</a:t>
            </a:r>
            <a:r>
              <a:rPr lang="en-ID" sz="1800" dirty="0"/>
              <a:t>).</a:t>
            </a:r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5244104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64C58-8C5B-C916-5EED-6AFD552DE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Hierarchical Model - </a:t>
            </a:r>
            <a:r>
              <a:rPr lang="en-ID" dirty="0">
                <a:solidFill>
                  <a:srgbClr val="FFC000"/>
                </a:solidFill>
              </a:rPr>
              <a:t>General Structure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81881-336A-8C40-6F1A-2FB0B56062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1CAD35B-EBA7-B05E-42F1-53E149B00155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8D82D1B-0638-85D0-A73E-C6D0655FFF29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89C0A408-9D45-3471-DEAD-26AAB54841AB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Google Shape;402;p29">
            <a:extLst>
              <a:ext uri="{FF2B5EF4-FFF2-40B4-BE49-F238E27FC236}">
                <a16:creationId xmlns:a16="http://schemas.microsoft.com/office/drawing/2014/main" id="{4EBBBF94-7A57-E904-5EB0-1D52215D6F3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1335" t="21819" r="1334" b="22143"/>
          <a:stretch/>
        </p:blipFill>
        <p:spPr>
          <a:xfrm>
            <a:off x="1389856" y="1236025"/>
            <a:ext cx="6364288" cy="2747963"/>
          </a:xfrm>
          <a:prstGeom prst="rect">
            <a:avLst/>
          </a:prstGeom>
          <a:noFill/>
          <a:ln w="76200" cap="flat" cmpd="tri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8" name="Google Shape;761;p33">
            <a:extLst>
              <a:ext uri="{FF2B5EF4-FFF2-40B4-BE49-F238E27FC236}">
                <a16:creationId xmlns:a16="http://schemas.microsoft.com/office/drawing/2014/main" id="{699D0E8B-5091-F15C-12A5-45F3369F5B8E}"/>
              </a:ext>
            </a:extLst>
          </p:cNvPr>
          <p:cNvSpPr txBox="1">
            <a:spLocks/>
          </p:cNvSpPr>
          <p:nvPr/>
        </p:nvSpPr>
        <p:spPr>
          <a:xfrm>
            <a:off x="430169" y="4216913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sz="26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n-ID" sz="1600" dirty="0" err="1"/>
              <a:t>Seorang</a:t>
            </a:r>
            <a:r>
              <a:rPr lang="en-ID" sz="1600" dirty="0"/>
              <a:t> orang </a:t>
            </a:r>
            <a:r>
              <a:rPr lang="en-ID" sz="1600" dirty="0" err="1"/>
              <a:t>tua</a:t>
            </a:r>
            <a:r>
              <a:rPr lang="en-ID" sz="1600" dirty="0"/>
              <a:t> (</a:t>
            </a:r>
            <a:r>
              <a:rPr lang="en-ID" sz="1600" i="1" dirty="0">
                <a:solidFill>
                  <a:srgbClr val="FF0000"/>
                </a:solidFill>
              </a:rPr>
              <a:t>parent</a:t>
            </a:r>
            <a:r>
              <a:rPr lang="en-ID" sz="1600" dirty="0"/>
              <a:t>) </a:t>
            </a:r>
            <a:r>
              <a:rPr lang="en-ID" sz="1600" dirty="0" err="1">
                <a:solidFill>
                  <a:srgbClr val="FFC000"/>
                </a:solidFill>
              </a:rPr>
              <a:t>mungkin</a:t>
            </a:r>
            <a:r>
              <a:rPr lang="en-ID" sz="1600" dirty="0">
                <a:solidFill>
                  <a:srgbClr val="FFC000"/>
                </a:solidFill>
              </a:rPr>
              <a:t> </a:t>
            </a:r>
            <a:r>
              <a:rPr lang="en-ID" sz="1600" dirty="0" err="1">
                <a:solidFill>
                  <a:srgbClr val="FFC000"/>
                </a:solidFill>
              </a:rPr>
              <a:t>boleh</a:t>
            </a:r>
            <a:r>
              <a:rPr lang="en-ID" sz="1600" dirty="0"/>
              <a:t> </a:t>
            </a:r>
            <a:r>
              <a:rPr lang="en-ID" sz="1600" dirty="0" err="1">
                <a:solidFill>
                  <a:srgbClr val="FFC000"/>
                </a:solidFill>
              </a:rPr>
              <a:t>memiliki</a:t>
            </a:r>
            <a:r>
              <a:rPr lang="en-ID" sz="1600" dirty="0"/>
              <a:t> </a:t>
            </a:r>
            <a:r>
              <a:rPr lang="en-ID" sz="1600" dirty="0" err="1"/>
              <a:t>panah</a:t>
            </a:r>
            <a:r>
              <a:rPr lang="en-ID" sz="1600" dirty="0"/>
              <a:t> yang </a:t>
            </a:r>
            <a:r>
              <a:rPr lang="en-ID" sz="1600" dirty="0" err="1"/>
              <a:t>menunjuk</a:t>
            </a:r>
            <a:r>
              <a:rPr lang="en-ID" sz="1600" dirty="0"/>
              <a:t> </a:t>
            </a:r>
            <a:r>
              <a:rPr lang="en-ID" sz="1600" dirty="0" err="1"/>
              <a:t>ke</a:t>
            </a:r>
            <a:r>
              <a:rPr lang="en-ID" sz="1600" dirty="0"/>
              <a:t> </a:t>
            </a:r>
            <a:r>
              <a:rPr lang="en-ID" sz="1600" dirty="0" err="1"/>
              <a:t>anak</a:t>
            </a:r>
            <a:r>
              <a:rPr lang="en-ID" sz="1600" dirty="0"/>
              <a:t> (</a:t>
            </a:r>
            <a:r>
              <a:rPr lang="en-ID" sz="1600" i="1" dirty="0">
                <a:solidFill>
                  <a:srgbClr val="FF0000"/>
                </a:solidFill>
              </a:rPr>
              <a:t>child</a:t>
            </a:r>
            <a:r>
              <a:rPr lang="en-ID" sz="1600" dirty="0"/>
              <a:t>), </a:t>
            </a:r>
            <a:r>
              <a:rPr lang="en-ID" sz="1600" dirty="0" err="1"/>
              <a:t>tetapi</a:t>
            </a:r>
            <a:r>
              <a:rPr lang="en-ID" sz="1600" dirty="0"/>
              <a:t> </a:t>
            </a:r>
            <a:r>
              <a:rPr lang="en-ID" sz="1600" dirty="0" err="1"/>
              <a:t>seorang</a:t>
            </a:r>
            <a:r>
              <a:rPr lang="en-ID" sz="1600" dirty="0"/>
              <a:t> </a:t>
            </a:r>
            <a:r>
              <a:rPr lang="en-ID" sz="1600" dirty="0" err="1"/>
              <a:t>anak</a:t>
            </a:r>
            <a:r>
              <a:rPr lang="en-ID" sz="1600" dirty="0"/>
              <a:t> </a:t>
            </a:r>
            <a:r>
              <a:rPr lang="en-ID" sz="1600" dirty="0" err="1">
                <a:solidFill>
                  <a:srgbClr val="FF0000"/>
                </a:solidFill>
              </a:rPr>
              <a:t>harus</a:t>
            </a:r>
            <a:r>
              <a:rPr lang="en-ID" sz="1600" dirty="0"/>
              <a:t> </a:t>
            </a:r>
            <a:r>
              <a:rPr lang="en-ID" sz="1600" dirty="0" err="1">
                <a:solidFill>
                  <a:srgbClr val="FFC000"/>
                </a:solidFill>
              </a:rPr>
              <a:t>memiliki</a:t>
            </a:r>
            <a:r>
              <a:rPr lang="en-ID" sz="1600" dirty="0"/>
              <a:t> </a:t>
            </a:r>
            <a:r>
              <a:rPr lang="en-ID" sz="1600" dirty="0" err="1"/>
              <a:t>panah</a:t>
            </a:r>
            <a:r>
              <a:rPr lang="en-ID" sz="1600" dirty="0"/>
              <a:t> yang </a:t>
            </a:r>
            <a:r>
              <a:rPr lang="en-ID" sz="1600" dirty="0" err="1"/>
              <a:t>menunjuk</a:t>
            </a:r>
            <a:r>
              <a:rPr lang="en-ID" sz="1600" dirty="0"/>
              <a:t> </a:t>
            </a:r>
            <a:r>
              <a:rPr lang="en-ID" sz="1600" dirty="0" err="1"/>
              <a:t>ke</a:t>
            </a:r>
            <a:r>
              <a:rPr lang="en-ID" sz="1600" dirty="0"/>
              <a:t> orang </a:t>
            </a:r>
            <a:r>
              <a:rPr lang="en-ID" sz="1600" dirty="0" err="1"/>
              <a:t>tuanya</a:t>
            </a:r>
            <a:r>
              <a:rPr lang="en-ID" sz="1600" dirty="0"/>
              <a:t>.</a:t>
            </a:r>
            <a:endParaRPr lang="en-ID" sz="16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64065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55443-464C-AFB7-B3BA-BB89C0A23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One-to-many</a:t>
            </a:r>
            <a:r>
              <a:rPr lang="en-US" dirty="0"/>
              <a:t> Relationship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C85B21-09E1-3105-395E-D2F4810B35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87AF0CF-8C63-7F66-B293-1D0C895E2674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88151DC-3954-2522-069A-5BFB31F3A149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724F800-AEB9-C269-5B88-E8A3C19240D4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Google Shape;411;p30">
            <a:extLst>
              <a:ext uri="{FF2B5EF4-FFF2-40B4-BE49-F238E27FC236}">
                <a16:creationId xmlns:a16="http://schemas.microsoft.com/office/drawing/2014/main" id="{FA649EB3-31A5-B162-A14D-3E4AACF8553E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583478" y="1236025"/>
            <a:ext cx="5977044" cy="35075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750849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5D246-DCE2-1873-AEB0-6EE64D23E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423D4-B9B0-29AD-CE28-81F255315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Hierarchical Model (</a:t>
            </a:r>
            <a:r>
              <a:rPr lang="en-US" dirty="0">
                <a:solidFill>
                  <a:srgbClr val="FFC000"/>
                </a:solidFill>
              </a:rPr>
              <a:t>Tree-Structure</a:t>
            </a:r>
            <a:r>
              <a:rPr lang="en-US" dirty="0"/>
              <a:t> Diagrams Continue)</a:t>
            </a:r>
          </a:p>
        </p:txBody>
      </p:sp>
      <p:sp>
        <p:nvSpPr>
          <p:cNvPr id="8" name="Subtitle 1">
            <a:extLst>
              <a:ext uri="{FF2B5EF4-FFF2-40B4-BE49-F238E27FC236}">
                <a16:creationId xmlns:a16="http://schemas.microsoft.com/office/drawing/2014/main" id="{880367D6-13C9-11FF-C4B3-198827F31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719" y="1643537"/>
            <a:ext cx="8396561" cy="2739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 b="0" i="0" u="none" strike="noStrike" cap="non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495300" indent="-342900">
              <a:buFont typeface="Wingdings" pitchFamily="2" charset="2"/>
              <a:buChar char="Ø"/>
            </a:pPr>
            <a:r>
              <a:rPr lang="en-ID" sz="2000" b="1" dirty="0"/>
              <a:t>Skema database </a:t>
            </a:r>
            <a:r>
              <a:rPr lang="en-ID" sz="2000" b="1" dirty="0" err="1">
                <a:solidFill>
                  <a:srgbClr val="FFC000"/>
                </a:solidFill>
              </a:rPr>
              <a:t>direpresentasikan</a:t>
            </a:r>
            <a:r>
              <a:rPr lang="en-ID" sz="2000" b="1" dirty="0"/>
              <a:t> </a:t>
            </a:r>
            <a:r>
              <a:rPr lang="en-ID" sz="2000" b="1" dirty="0" err="1"/>
              <a:t>sebagai</a:t>
            </a:r>
            <a:r>
              <a:rPr lang="en-ID" sz="2000" dirty="0"/>
              <a:t> </a:t>
            </a:r>
            <a:r>
              <a:rPr lang="en-ID" sz="2000" dirty="0" err="1">
                <a:solidFill>
                  <a:srgbClr val="FFC000"/>
                </a:solidFill>
              </a:rPr>
              <a:t>sekumpulan</a:t>
            </a:r>
            <a:r>
              <a:rPr lang="en-ID" sz="2000" dirty="0">
                <a:solidFill>
                  <a:srgbClr val="FFC000"/>
                </a:solidFill>
              </a:rPr>
              <a:t> diagram</a:t>
            </a:r>
            <a:r>
              <a:rPr lang="en-ID" sz="2000" dirty="0"/>
              <a:t> </a:t>
            </a:r>
            <a:r>
              <a:rPr lang="en-ID" sz="2000" dirty="0" err="1">
                <a:solidFill>
                  <a:srgbClr val="FF0000"/>
                </a:solidFill>
              </a:rPr>
              <a:t>struktur-pohon</a:t>
            </a:r>
            <a:r>
              <a:rPr lang="en-ID" sz="2000" dirty="0"/>
              <a:t> :</a:t>
            </a:r>
          </a:p>
          <a:p>
            <a:pPr marL="952500" lvl="1" indent="-342900" algn="l">
              <a:buFont typeface="Wingdings" pitchFamily="2" charset="2"/>
              <a:buChar char="ü"/>
            </a:pPr>
            <a:r>
              <a:rPr lang="en-ID" sz="1800" b="1" dirty="0" err="1">
                <a:solidFill>
                  <a:srgbClr val="FFC000"/>
                </a:solidFill>
              </a:rPr>
              <a:t>satu</a:t>
            </a:r>
            <a:r>
              <a:rPr lang="en-ID" sz="1800" b="1" dirty="0"/>
              <a:t> (</a:t>
            </a:r>
            <a:r>
              <a:rPr lang="en-ID" sz="1800" b="1" i="1" dirty="0">
                <a:solidFill>
                  <a:srgbClr val="FF0000"/>
                </a:solidFill>
              </a:rPr>
              <a:t>single</a:t>
            </a:r>
            <a:r>
              <a:rPr lang="en-ID" sz="1800" b="1" dirty="0"/>
              <a:t>)</a:t>
            </a:r>
            <a:r>
              <a:rPr lang="en-ID" sz="1800" dirty="0"/>
              <a:t> </a:t>
            </a:r>
            <a:r>
              <a:rPr lang="en-ID" sz="1800" dirty="0" err="1"/>
              <a:t>instansi</a:t>
            </a:r>
            <a:r>
              <a:rPr lang="en-ID" sz="1800" dirty="0"/>
              <a:t> </a:t>
            </a:r>
            <a:r>
              <a:rPr lang="en-ID" sz="1800" dirty="0" err="1"/>
              <a:t>dari</a:t>
            </a:r>
            <a:r>
              <a:rPr lang="en-ID" sz="1800" dirty="0"/>
              <a:t> </a:t>
            </a:r>
            <a:r>
              <a:rPr lang="en-ID" sz="1800" dirty="0" err="1"/>
              <a:t>sebuah</a:t>
            </a:r>
            <a:r>
              <a:rPr lang="en-ID" sz="1800" dirty="0"/>
              <a:t> </a:t>
            </a:r>
            <a:r>
              <a:rPr lang="en-ID" sz="1800" dirty="0" err="1"/>
              <a:t>pohon</a:t>
            </a:r>
            <a:r>
              <a:rPr lang="en-ID" sz="1800" dirty="0"/>
              <a:t> database.</a:t>
            </a:r>
          </a:p>
          <a:p>
            <a:pPr marL="952500" lvl="1" indent="-342900" algn="l">
              <a:buFont typeface="Wingdings" pitchFamily="2" charset="2"/>
              <a:buChar char="ü"/>
            </a:pPr>
            <a:r>
              <a:rPr lang="en-ID" sz="1800" b="1" dirty="0" err="1">
                <a:solidFill>
                  <a:srgbClr val="FFC000"/>
                </a:solidFill>
              </a:rPr>
              <a:t>akar</a:t>
            </a:r>
            <a:r>
              <a:rPr lang="en-ID" sz="1800" b="1" dirty="0"/>
              <a:t> (</a:t>
            </a:r>
            <a:r>
              <a:rPr lang="en-ID" sz="1800" b="1" i="1" dirty="0">
                <a:solidFill>
                  <a:srgbClr val="FF0000"/>
                </a:solidFill>
              </a:rPr>
              <a:t>root</a:t>
            </a:r>
            <a:r>
              <a:rPr lang="en-ID" sz="1800" b="1" dirty="0"/>
              <a:t>) </a:t>
            </a:r>
            <a:r>
              <a:rPr lang="en-ID" sz="1800" b="1" dirty="0" err="1"/>
              <a:t>dari</a:t>
            </a:r>
            <a:r>
              <a:rPr lang="en-ID" sz="1800" b="1" dirty="0"/>
              <a:t> </a:t>
            </a:r>
            <a:r>
              <a:rPr lang="en-ID" sz="1800" b="1" dirty="0" err="1"/>
              <a:t>pohon</a:t>
            </a:r>
            <a:r>
              <a:rPr lang="en-ID" sz="1800" b="1" dirty="0"/>
              <a:t> </a:t>
            </a:r>
            <a:r>
              <a:rPr lang="en-ID" sz="1800" b="1" dirty="0" err="1"/>
              <a:t>ini</a:t>
            </a:r>
            <a:r>
              <a:rPr lang="en-ID" sz="1800" dirty="0"/>
              <a:t> </a:t>
            </a:r>
            <a:r>
              <a:rPr lang="en-ID" sz="1800" dirty="0" err="1"/>
              <a:t>adalah</a:t>
            </a:r>
            <a:r>
              <a:rPr lang="en-ID" sz="1800" dirty="0"/>
              <a:t> </a:t>
            </a:r>
            <a:r>
              <a:rPr lang="en-ID" sz="1800" dirty="0" err="1"/>
              <a:t>sebuah</a:t>
            </a:r>
            <a:r>
              <a:rPr lang="en-ID" sz="1800" dirty="0"/>
              <a:t> </a:t>
            </a:r>
            <a:r>
              <a:rPr lang="en-ID" sz="1800" i="1" dirty="0">
                <a:solidFill>
                  <a:srgbClr val="FF0000"/>
                </a:solidFill>
              </a:rPr>
              <a:t>dummy node</a:t>
            </a:r>
            <a:r>
              <a:rPr lang="en-ID" sz="1800" dirty="0"/>
              <a:t>.</a:t>
            </a:r>
          </a:p>
          <a:p>
            <a:pPr marL="952500" lvl="1" indent="-342900" algn="l">
              <a:buFont typeface="Wingdings" pitchFamily="2" charset="2"/>
              <a:buChar char="ü"/>
            </a:pPr>
            <a:r>
              <a:rPr lang="en-ID" sz="1800" b="1" dirty="0" err="1">
                <a:solidFill>
                  <a:srgbClr val="FFC000"/>
                </a:solidFill>
              </a:rPr>
              <a:t>anak-anak</a:t>
            </a:r>
            <a:r>
              <a:rPr lang="en-ID" sz="1800" b="1" dirty="0"/>
              <a:t> (</a:t>
            </a:r>
            <a:r>
              <a:rPr lang="en-ID" sz="1800" b="1" i="1" dirty="0">
                <a:solidFill>
                  <a:srgbClr val="FF0000"/>
                </a:solidFill>
              </a:rPr>
              <a:t>children</a:t>
            </a:r>
            <a:r>
              <a:rPr lang="en-ID" sz="1800" b="1" dirty="0"/>
              <a:t>) </a:t>
            </a:r>
            <a:r>
              <a:rPr lang="en-ID" sz="1800" b="1" dirty="0" err="1"/>
              <a:t>dari</a:t>
            </a:r>
            <a:r>
              <a:rPr lang="en-ID" sz="1800" b="1" dirty="0"/>
              <a:t> node </a:t>
            </a:r>
            <a:r>
              <a:rPr lang="en-ID" sz="1800" b="1" dirty="0" err="1"/>
              <a:t>tersebut</a:t>
            </a:r>
            <a:r>
              <a:rPr lang="en-ID" sz="1800" dirty="0"/>
              <a:t> </a:t>
            </a:r>
            <a:r>
              <a:rPr lang="en-ID" sz="1800" dirty="0" err="1"/>
              <a:t>adalah</a:t>
            </a:r>
            <a:r>
              <a:rPr lang="en-ID" sz="1800" dirty="0"/>
              <a:t> </a:t>
            </a:r>
            <a:r>
              <a:rPr lang="en-ID" sz="1800" b="1" i="1" dirty="0">
                <a:solidFill>
                  <a:srgbClr val="FF0000"/>
                </a:solidFill>
              </a:rPr>
              <a:t>instance</a:t>
            </a:r>
            <a:r>
              <a:rPr lang="en-ID" sz="1800" dirty="0"/>
              <a:t> </a:t>
            </a:r>
            <a:r>
              <a:rPr lang="en-ID" sz="1800" dirty="0" err="1"/>
              <a:t>nyata</a:t>
            </a:r>
            <a:r>
              <a:rPr lang="en-ID" sz="1800" dirty="0"/>
              <a:t> </a:t>
            </a:r>
            <a:r>
              <a:rPr lang="en-ID" sz="1800" dirty="0" err="1"/>
              <a:t>dari</a:t>
            </a:r>
            <a:r>
              <a:rPr lang="en-ID" sz="1800" dirty="0"/>
              <a:t> </a:t>
            </a:r>
            <a:r>
              <a:rPr lang="en-ID" sz="1800" dirty="0" err="1"/>
              <a:t>tipe</a:t>
            </a:r>
            <a:r>
              <a:rPr lang="en-ID" sz="1800" dirty="0"/>
              <a:t> </a:t>
            </a:r>
            <a:r>
              <a:rPr lang="en-ID" sz="1800" b="1" i="1" dirty="0">
                <a:solidFill>
                  <a:srgbClr val="FF0000"/>
                </a:solidFill>
              </a:rPr>
              <a:t>record</a:t>
            </a:r>
            <a:r>
              <a:rPr lang="en-ID" sz="1800" dirty="0"/>
              <a:t> yang </a:t>
            </a:r>
            <a:r>
              <a:rPr lang="en-ID" sz="1800" dirty="0" err="1"/>
              <a:t>sesuai</a:t>
            </a:r>
            <a:r>
              <a:rPr lang="en-ID" sz="1800" dirty="0"/>
              <a:t>.</a:t>
            </a:r>
            <a:endParaRPr lang="en-ID" sz="2000" dirty="0"/>
          </a:p>
          <a:p>
            <a:pPr marL="495300" indent="-342900">
              <a:buFont typeface="Wingdings" pitchFamily="2" charset="2"/>
              <a:buChar char="Ø"/>
            </a:pPr>
            <a:r>
              <a:rPr lang="en-ID" sz="2000" b="1" dirty="0"/>
              <a:t>Ketika </a:t>
            </a:r>
            <a:r>
              <a:rPr lang="en-ID" sz="2000" b="1" dirty="0" err="1">
                <a:solidFill>
                  <a:srgbClr val="FF0000"/>
                </a:solidFill>
              </a:rPr>
              <a:t>mengubah</a:t>
            </a:r>
            <a:r>
              <a:rPr lang="en-ID" sz="2000" b="1" dirty="0"/>
              <a:t> </a:t>
            </a:r>
            <a:r>
              <a:rPr lang="en-ID" sz="2000" b="1" dirty="0">
                <a:solidFill>
                  <a:srgbClr val="FFC000"/>
                </a:solidFill>
              </a:rPr>
              <a:t>diagram E-R</a:t>
            </a:r>
            <a:r>
              <a:rPr lang="en-ID" sz="2000" dirty="0"/>
              <a:t> </a:t>
            </a:r>
            <a:r>
              <a:rPr lang="en-ID" sz="2000" dirty="0" err="1"/>
              <a:t>menjadi</a:t>
            </a:r>
            <a:r>
              <a:rPr lang="en-ID" sz="2000" dirty="0"/>
              <a:t> </a:t>
            </a:r>
            <a:r>
              <a:rPr lang="en-ID" sz="2000" dirty="0">
                <a:solidFill>
                  <a:srgbClr val="FFC000"/>
                </a:solidFill>
              </a:rPr>
              <a:t>diagram </a:t>
            </a:r>
            <a:r>
              <a:rPr lang="en-US" sz="2000" dirty="0">
                <a:solidFill>
                  <a:srgbClr val="FFC000"/>
                </a:solidFill>
              </a:rPr>
              <a:t>Tree-Structure</a:t>
            </a:r>
            <a:r>
              <a:rPr lang="en-ID" sz="2000" dirty="0"/>
              <a:t> yang </a:t>
            </a:r>
            <a:r>
              <a:rPr lang="en-ID" sz="2000" dirty="0" err="1"/>
              <a:t>sesuai</a:t>
            </a:r>
            <a:r>
              <a:rPr lang="en-ID" sz="2000" dirty="0"/>
              <a:t>, </a:t>
            </a:r>
            <a:r>
              <a:rPr lang="en-ID" sz="2000" dirty="0" err="1"/>
              <a:t>kita</a:t>
            </a:r>
            <a:r>
              <a:rPr lang="en-ID" sz="2000" dirty="0"/>
              <a:t> </a:t>
            </a:r>
            <a:r>
              <a:rPr lang="en-ID" sz="2000" dirty="0" err="1"/>
              <a:t>harus</a:t>
            </a:r>
            <a:r>
              <a:rPr lang="en-ID" sz="2000" dirty="0"/>
              <a:t> </a:t>
            </a:r>
            <a:r>
              <a:rPr lang="en-ID" sz="2000" dirty="0" err="1">
                <a:solidFill>
                  <a:srgbClr val="FFC000"/>
                </a:solidFill>
              </a:rPr>
              <a:t>memastikan</a:t>
            </a:r>
            <a:r>
              <a:rPr lang="en-ID" sz="2000" dirty="0"/>
              <a:t> </a:t>
            </a:r>
            <a:r>
              <a:rPr lang="en-ID" sz="2000" dirty="0" err="1"/>
              <a:t>bahwa</a:t>
            </a:r>
            <a:r>
              <a:rPr lang="en-ID" sz="2000" dirty="0"/>
              <a:t> </a:t>
            </a:r>
            <a:r>
              <a:rPr lang="en-ID" sz="2000" dirty="0">
                <a:solidFill>
                  <a:srgbClr val="FFC000"/>
                </a:solidFill>
              </a:rPr>
              <a:t>diagram</a:t>
            </a:r>
            <a:r>
              <a:rPr lang="en-ID" sz="2000" dirty="0"/>
              <a:t> yang </a:t>
            </a:r>
            <a:r>
              <a:rPr lang="en-ID" sz="2000" dirty="0" err="1"/>
              <a:t>dihasilkan</a:t>
            </a:r>
            <a:r>
              <a:rPr lang="en-ID" sz="2000" dirty="0"/>
              <a:t> </a:t>
            </a:r>
            <a:r>
              <a:rPr lang="en-ID" sz="2000" dirty="0" err="1"/>
              <a:t>berbentuk</a:t>
            </a:r>
            <a:r>
              <a:rPr lang="en-ID" sz="2000" dirty="0"/>
              <a:t> </a:t>
            </a:r>
            <a:r>
              <a:rPr lang="en-ID" sz="2000" dirty="0" err="1"/>
              <a:t>pohon</a:t>
            </a:r>
            <a:r>
              <a:rPr lang="en-ID" sz="2000" dirty="0"/>
              <a:t> </a:t>
            </a:r>
            <a:r>
              <a:rPr lang="en-ID" sz="2000" dirty="0" err="1"/>
              <a:t>berakar</a:t>
            </a:r>
            <a:r>
              <a:rPr lang="en-ID" sz="2000" dirty="0"/>
              <a:t> (</a:t>
            </a:r>
            <a:r>
              <a:rPr lang="en-ID" sz="2000" i="1" dirty="0">
                <a:solidFill>
                  <a:srgbClr val="FF0000"/>
                </a:solidFill>
              </a:rPr>
              <a:t>rooted trees</a:t>
            </a:r>
            <a:r>
              <a:rPr lang="en-ID" sz="20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43445887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E0D9F-C467-D92B-B0C0-7DA2DDC34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sampel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4F6FE5-EE94-D283-F3F3-DEDC3AE7F3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1500E67-D6CF-FF29-5C90-63864D0C6788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B552584-D685-3957-EC44-71C6E455DCF0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BE9B775-85B4-F9F7-DCFD-F9E42DF8C5B3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Google Shape;431;p32">
            <a:extLst>
              <a:ext uri="{FF2B5EF4-FFF2-40B4-BE49-F238E27FC236}">
                <a16:creationId xmlns:a16="http://schemas.microsoft.com/office/drawing/2014/main" id="{63E4B1DF-D657-CE37-E8D1-7BF40C9B396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8615" t="960" r="8614" b="959"/>
          <a:stretch/>
        </p:blipFill>
        <p:spPr>
          <a:xfrm>
            <a:off x="1956122" y="1008084"/>
            <a:ext cx="5481316" cy="4026904"/>
          </a:xfrm>
          <a:prstGeom prst="rect">
            <a:avLst/>
          </a:prstGeom>
          <a:noFill/>
          <a:ln w="76200" cap="flat" cmpd="tri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9617664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D5F0B-92F7-7E68-4B58-3DE86DBBD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lainya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AE8380-55BC-9B77-01DE-D40E6DD6F7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71726E9-DCB4-F815-6404-63884B71E884}"/>
              </a:ext>
            </a:extLst>
          </p:cNvPr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D62CFF4-381D-DA86-6F94-A8C651826F5F}"/>
              </a:ext>
            </a:extLst>
          </p:cNvPr>
          <p:cNvSpPr>
            <a:spLocks noGrp="1"/>
          </p:cNvSpPr>
          <p:nvPr>
            <p:ph type="subTitle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596E8D2-4466-3C19-2067-FB108D615308}"/>
              </a:ext>
            </a:extLst>
          </p:cNvPr>
          <p:cNvSpPr>
            <a:spLocks noGrp="1"/>
          </p:cNvSpPr>
          <p:nvPr>
            <p:ph type="subTitle" idx="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Google Shape;443;p33">
            <a:extLst>
              <a:ext uri="{FF2B5EF4-FFF2-40B4-BE49-F238E27FC236}">
                <a16:creationId xmlns:a16="http://schemas.microsoft.com/office/drawing/2014/main" id="{B3BD3124-036A-C3A5-9149-45A0726474E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0975" y="2439915"/>
            <a:ext cx="4360545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444;p33">
            <a:extLst>
              <a:ext uri="{FF2B5EF4-FFF2-40B4-BE49-F238E27FC236}">
                <a16:creationId xmlns:a16="http://schemas.microsoft.com/office/drawing/2014/main" id="{2E5E7B53-BF41-908C-E3C8-AEBB78623DD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2439915"/>
            <a:ext cx="4391025" cy="20764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720309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F5B858EF-1877-8373-1C39-40DC67F77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8DD28701-B18F-9242-916C-DE67CBB6F8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4051" y="1307100"/>
            <a:ext cx="6712085" cy="18831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/>
            <a:r>
              <a:rPr lang="en-US" sz="4700" dirty="0" err="1"/>
              <a:t>Arigatou</a:t>
            </a:r>
            <a:r>
              <a:rPr lang="en-US" sz="4700" dirty="0"/>
              <a:t> </a:t>
            </a:r>
            <a:r>
              <a:rPr lang="en-US" sz="4700" dirty="0" err="1"/>
              <a:t>Gozaimasu</a:t>
            </a:r>
            <a:endParaRPr lang="en-ID" sz="4700" dirty="0"/>
          </a:p>
        </p:txBody>
      </p:sp>
    </p:spTree>
    <p:extLst>
      <p:ext uri="{BB962C8B-B14F-4D97-AF65-F5344CB8AC3E}">
        <p14:creationId xmlns:p14="http://schemas.microsoft.com/office/powerpoint/2010/main" val="4075045857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Market Research Pitch Deck by Slidesgo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1973</TotalTime>
  <Words>1596</Words>
  <Application>Microsoft Macintosh PowerPoint</Application>
  <PresentationFormat>On-screen Show (16:9)</PresentationFormat>
  <Paragraphs>200</Paragraphs>
  <Slides>36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Wingdings</vt:lpstr>
      <vt:lpstr>Courier New</vt:lpstr>
      <vt:lpstr>Arial</vt:lpstr>
      <vt:lpstr>Helvetica Neue</vt:lpstr>
      <vt:lpstr>Calibri</vt:lpstr>
      <vt:lpstr>Hanken Grotesk</vt:lpstr>
      <vt:lpstr>Raleway Black</vt:lpstr>
      <vt:lpstr>Technology Market Research Pitch Deck by Slidesgo</vt:lpstr>
      <vt:lpstr>Data Modeling</vt:lpstr>
      <vt:lpstr>Pokok Bahasan</vt:lpstr>
      <vt:lpstr>Data Modeling</vt:lpstr>
      <vt:lpstr>Conceptual Data Model</vt:lpstr>
      <vt:lpstr>Contoh Conceptual Data Model</vt:lpstr>
      <vt:lpstr>Logical Data Model</vt:lpstr>
      <vt:lpstr>Contoh Logical Data Model</vt:lpstr>
      <vt:lpstr>Physical Data Model</vt:lpstr>
      <vt:lpstr>Contoh Physical Data Model</vt:lpstr>
      <vt:lpstr>Data Model</vt:lpstr>
      <vt:lpstr>Entity-Relationship Model</vt:lpstr>
      <vt:lpstr>Entity Relationship Model (Continue)</vt:lpstr>
      <vt:lpstr>Relational Model</vt:lpstr>
      <vt:lpstr>Contoh Basis data Relational </vt:lpstr>
      <vt:lpstr>Contoh Basis data Relational Lainnya</vt:lpstr>
      <vt:lpstr>Object-Oriented Data Model</vt:lpstr>
      <vt:lpstr>Contoh model data berorientasi objek</vt:lpstr>
      <vt:lpstr>Object-Structure</vt:lpstr>
      <vt:lpstr>Class diagram menunjukkan kelas asosiasi</vt:lpstr>
      <vt:lpstr>Object-Relational Data Models</vt:lpstr>
      <vt:lpstr>Structured Types (1)</vt:lpstr>
      <vt:lpstr>Semi Structured Data Model</vt:lpstr>
      <vt:lpstr>Semi Structured Data Model (Continue)</vt:lpstr>
      <vt:lpstr>Semi Structured Data (Graph Representation)</vt:lpstr>
      <vt:lpstr>XML (Extensible Markup Language)</vt:lpstr>
      <vt:lpstr>Contoh syntax semi structured data</vt:lpstr>
      <vt:lpstr>Network Model</vt:lpstr>
      <vt:lpstr>Network Model (Data-Structured Diagrams)</vt:lpstr>
      <vt:lpstr>Contoh Skema</vt:lpstr>
      <vt:lpstr>Hierarchical Model (Tree-Structure Diagrams)</vt:lpstr>
      <vt:lpstr>Hierarchical Model - General Structure</vt:lpstr>
      <vt:lpstr>One-to-many Relationship</vt:lpstr>
      <vt:lpstr>Hierarchical Model (Tree-Structure Diagrams Continue)</vt:lpstr>
      <vt:lpstr>Contoh sampel</vt:lpstr>
      <vt:lpstr>Contoh lainya</vt:lpstr>
      <vt:lpstr>Arigatou Gozaimasu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ARIEF ICHWANI</dc:creator>
  <cp:lastModifiedBy>?Hartanto Tantriawan</cp:lastModifiedBy>
  <cp:revision>182</cp:revision>
  <dcterms:modified xsi:type="dcterms:W3CDTF">2026-02-17T13:28:57Z</dcterms:modified>
</cp:coreProperties>
</file>