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8"/>
  </p:notesMasterIdLst>
  <p:sldIdLst>
    <p:sldId id="256" r:id="rId2"/>
    <p:sldId id="257" r:id="rId3"/>
    <p:sldId id="261" r:id="rId4"/>
    <p:sldId id="373" r:id="rId5"/>
    <p:sldId id="434" r:id="rId6"/>
    <p:sldId id="376" r:id="rId7"/>
    <p:sldId id="407" r:id="rId8"/>
    <p:sldId id="435" r:id="rId9"/>
    <p:sldId id="377" r:id="rId10"/>
    <p:sldId id="436" r:id="rId11"/>
    <p:sldId id="437" r:id="rId12"/>
    <p:sldId id="438" r:id="rId13"/>
    <p:sldId id="439" r:id="rId14"/>
    <p:sldId id="440" r:id="rId15"/>
    <p:sldId id="441" r:id="rId16"/>
    <p:sldId id="442" r:id="rId17"/>
    <p:sldId id="443" r:id="rId18"/>
    <p:sldId id="444" r:id="rId19"/>
    <p:sldId id="445" r:id="rId20"/>
    <p:sldId id="446" r:id="rId21"/>
    <p:sldId id="447" r:id="rId22"/>
    <p:sldId id="448" r:id="rId23"/>
    <p:sldId id="449" r:id="rId24"/>
    <p:sldId id="450" r:id="rId25"/>
    <p:sldId id="451" r:id="rId26"/>
    <p:sldId id="452" r:id="rId27"/>
    <p:sldId id="453" r:id="rId28"/>
    <p:sldId id="454" r:id="rId29"/>
    <p:sldId id="455" r:id="rId30"/>
    <p:sldId id="456" r:id="rId31"/>
    <p:sldId id="408" r:id="rId32"/>
    <p:sldId id="381" r:id="rId33"/>
    <p:sldId id="457" r:id="rId34"/>
    <p:sldId id="458" r:id="rId35"/>
    <p:sldId id="459" r:id="rId36"/>
    <p:sldId id="344" r:id="rId37"/>
  </p:sldIdLst>
  <p:sldSz cx="9144000" cy="5143500" type="screen16x9"/>
  <p:notesSz cx="6858000" cy="9144000"/>
  <p:embeddedFontLst>
    <p:embeddedFont>
      <p:font typeface="Hanken Grotesk"/>
      <p:regular r:id="rId39"/>
      <p:bold r:id="rId40"/>
      <p:italic r:id="rId41"/>
      <p:boldItalic r:id="rId42"/>
    </p:embeddedFont>
    <p:embeddedFont>
      <p:font typeface="Raleway Black" pitchFamily="2" charset="77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B198A-15C7-7C49-A9A4-7A84DC5884D6}" v="124" dt="2026-03-03T07:43:27.617"/>
  </p1510:revLst>
</p1510:revInfo>
</file>

<file path=ppt/tableStyles.xml><?xml version="1.0" encoding="utf-8"?>
<a:tblStyleLst xmlns:a="http://schemas.openxmlformats.org/drawingml/2006/main" def="{41DC9C12-13C3-427B-B50E-1C3D4F8C5AD2}">
  <a:tblStyle styleId="{41DC9C12-13C3-427B-B50E-1C3D4F8C5A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BF4544-FA5A-43D9-B672-1B4FEF5A12F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/>
    <p:restoredTop sz="90476" autoAdjust="0"/>
  </p:normalViewPr>
  <p:slideViewPr>
    <p:cSldViewPr snapToGrid="0">
      <p:cViewPr varScale="1">
        <p:scale>
          <a:sx n="148" d="100"/>
          <a:sy n="148" d="100"/>
        </p:scale>
        <p:origin x="109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anto Tantriawan" userId="82e33306d5002250" providerId="LiveId" clId="{5753A697-1038-5003-83F6-CC341650460F}"/>
    <pc:docChg chg="undo redo custSel addSld delSld modSld sldOrd">
      <pc:chgData name="Hartanto Tantriawan" userId="82e33306d5002250" providerId="LiveId" clId="{5753A697-1038-5003-83F6-CC341650460F}" dt="2026-03-03T07:47:19.598" v="11345" actId="20577"/>
      <pc:docMkLst>
        <pc:docMk/>
      </pc:docMkLst>
      <pc:sldChg chg="modSp mod">
        <pc:chgData name="Hartanto Tantriawan" userId="82e33306d5002250" providerId="LiveId" clId="{5753A697-1038-5003-83F6-CC341650460F}" dt="2026-03-03T03:26:10.998" v="9052" actId="20577"/>
        <pc:sldMkLst>
          <pc:docMk/>
          <pc:sldMk cId="0" sldId="256"/>
        </pc:sldMkLst>
        <pc:spChg chg="mod">
          <ac:chgData name="Hartanto Tantriawan" userId="82e33306d5002250" providerId="LiveId" clId="{5753A697-1038-5003-83F6-CC341650460F}" dt="2026-03-03T03:26:10.998" v="9052" actId="20577"/>
          <ac:spMkLst>
            <pc:docMk/>
            <pc:sldMk cId="0" sldId="256"/>
            <ac:spMk id="662" creationId="{00000000-0000-0000-0000-000000000000}"/>
          </ac:spMkLst>
        </pc:spChg>
      </pc:sldChg>
      <pc:sldChg chg="modSp add del mod">
        <pc:chgData name="Hartanto Tantriawan" userId="82e33306d5002250" providerId="LiveId" clId="{5753A697-1038-5003-83F6-CC341650460F}" dt="2026-03-03T03:32:26.893" v="9075" actId="20577"/>
        <pc:sldMkLst>
          <pc:docMk/>
          <pc:sldMk cId="0" sldId="257"/>
        </pc:sldMkLst>
        <pc:spChg chg="mod">
          <ac:chgData name="Hartanto Tantriawan" userId="82e33306d5002250" providerId="LiveId" clId="{5753A697-1038-5003-83F6-CC341650460F}" dt="2026-02-21T07:21:56.192" v="5815" actId="20577"/>
          <ac:spMkLst>
            <pc:docMk/>
            <pc:sldMk cId="0" sldId="257"/>
            <ac:spMk id="699" creationId="{00000000-0000-0000-0000-000000000000}"/>
          </ac:spMkLst>
        </pc:spChg>
        <pc:spChg chg="mod">
          <ac:chgData name="Hartanto Tantriawan" userId="82e33306d5002250" providerId="LiveId" clId="{5753A697-1038-5003-83F6-CC341650460F}" dt="2026-03-03T03:32:26.893" v="9075" actId="20577"/>
          <ac:spMkLst>
            <pc:docMk/>
            <pc:sldMk cId="0" sldId="257"/>
            <ac:spMk id="700" creationId="{00000000-0000-0000-0000-000000000000}"/>
          </ac:spMkLst>
        </pc:spChg>
      </pc:sldChg>
      <pc:sldChg chg="modSp add del mod modNotesTx">
        <pc:chgData name="Hartanto Tantriawan" userId="82e33306d5002250" providerId="LiveId" clId="{5753A697-1038-5003-83F6-CC341650460F}" dt="2026-03-03T03:41:07.821" v="9200" actId="404"/>
        <pc:sldMkLst>
          <pc:docMk/>
          <pc:sldMk cId="0" sldId="261"/>
        </pc:sldMkLst>
        <pc:spChg chg="mod">
          <ac:chgData name="Hartanto Tantriawan" userId="82e33306d5002250" providerId="LiveId" clId="{5753A697-1038-5003-83F6-CC341650460F}" dt="2026-03-03T03:39:13.415" v="9186" actId="20577"/>
          <ac:spMkLst>
            <pc:docMk/>
            <pc:sldMk cId="0" sldId="261"/>
            <ac:spMk id="761" creationId="{00000000-0000-0000-0000-000000000000}"/>
          </ac:spMkLst>
        </pc:spChg>
        <pc:spChg chg="mod">
          <ac:chgData name="Hartanto Tantriawan" userId="82e33306d5002250" providerId="LiveId" clId="{5753A697-1038-5003-83F6-CC341650460F}" dt="2026-03-03T03:41:07.821" v="9200" actId="404"/>
          <ac:spMkLst>
            <pc:docMk/>
            <pc:sldMk cId="0" sldId="261"/>
            <ac:spMk id="763" creationId="{00000000-0000-0000-0000-000000000000}"/>
          </ac:spMkLst>
        </pc:spChg>
      </pc:sldChg>
      <pc:sldChg chg="addSp delSp modSp add del mod ord">
        <pc:chgData name="Hartanto Tantriawan" userId="82e33306d5002250" providerId="LiveId" clId="{5753A697-1038-5003-83F6-CC341650460F}" dt="2026-03-03T07:34:43.342" v="11098" actId="2696"/>
        <pc:sldMkLst>
          <pc:docMk/>
          <pc:sldMk cId="0" sldId="275"/>
        </pc:sldMkLst>
      </pc:sldChg>
      <pc:sldChg chg="modSp add del mod">
        <pc:chgData name="Hartanto Tantriawan" userId="82e33306d5002250" providerId="LiveId" clId="{5753A697-1038-5003-83F6-CC341650460F}" dt="2026-03-03T07:34:43.368" v="11100" actId="2696"/>
        <pc:sldMkLst>
          <pc:docMk/>
          <pc:sldMk cId="0" sldId="277"/>
        </pc:sldMkLst>
      </pc:sldChg>
      <pc:sldChg chg="delSp modSp add del mod ord modClrScheme chgLayout">
        <pc:chgData name="Hartanto Tantriawan" userId="82e33306d5002250" providerId="LiveId" clId="{5753A697-1038-5003-83F6-CC341650460F}" dt="2026-03-03T07:34:43.200" v="11089" actId="2696"/>
        <pc:sldMkLst>
          <pc:docMk/>
          <pc:sldMk cId="3976769088" sldId="282"/>
        </pc:sldMkLst>
      </pc:sldChg>
      <pc:sldChg chg="modSp add mod">
        <pc:chgData name="Hartanto Tantriawan" userId="82e33306d5002250" providerId="LiveId" clId="{5753A697-1038-5003-83F6-CC341650460F}" dt="2026-02-10T16:26:40.993" v="3360" actId="20577"/>
        <pc:sldMkLst>
          <pc:docMk/>
          <pc:sldMk cId="4075045857" sldId="344"/>
        </pc:sldMkLst>
        <pc:spChg chg="mod">
          <ac:chgData name="Hartanto Tantriawan" userId="82e33306d5002250" providerId="LiveId" clId="{5753A697-1038-5003-83F6-CC341650460F}" dt="2026-02-10T16:26:40.993" v="3360" actId="20577"/>
          <ac:spMkLst>
            <pc:docMk/>
            <pc:sldMk cId="4075045857" sldId="344"/>
            <ac:spMk id="761" creationId="{8DD28701-B18F-9242-916C-DE67CBB6F88E}"/>
          </ac:spMkLst>
        </pc:spChg>
      </pc:sldChg>
      <pc:sldChg chg="addSp delSp modSp add mod modNotesTx">
        <pc:chgData name="Hartanto Tantriawan" userId="82e33306d5002250" providerId="LiveId" clId="{5753A697-1038-5003-83F6-CC341650460F}" dt="2026-03-03T03:43:07.143" v="9257" actId="20577"/>
        <pc:sldMkLst>
          <pc:docMk/>
          <pc:sldMk cId="1508708871" sldId="373"/>
        </pc:sldMkLst>
        <pc:spChg chg="mod">
          <ac:chgData name="Hartanto Tantriawan" userId="82e33306d5002250" providerId="LiveId" clId="{5753A697-1038-5003-83F6-CC341650460F}" dt="2026-03-03T03:42:33.197" v="9225" actId="20577"/>
          <ac:spMkLst>
            <pc:docMk/>
            <pc:sldMk cId="1508708871" sldId="373"/>
            <ac:spMk id="761" creationId="{6E4691C3-0CAD-E0F1-A23D-2B77F6EF9749}"/>
          </ac:spMkLst>
        </pc:spChg>
        <pc:spChg chg="add del mod">
          <ac:chgData name="Hartanto Tantriawan" userId="82e33306d5002250" providerId="LiveId" clId="{5753A697-1038-5003-83F6-CC341650460F}" dt="2026-03-03T03:43:07.143" v="9257" actId="20577"/>
          <ac:spMkLst>
            <pc:docMk/>
            <pc:sldMk cId="1508708871" sldId="373"/>
            <ac:spMk id="763" creationId="{D4ABF2E5-2711-8885-3163-78A363598615}"/>
          </ac:spMkLst>
        </pc:spChg>
        <pc:picChg chg="add mod">
          <ac:chgData name="Hartanto Tantriawan" userId="82e33306d5002250" providerId="LiveId" clId="{5753A697-1038-5003-83F6-CC341650460F}" dt="2026-03-03T03:42:55.161" v="9243" actId="1076"/>
          <ac:picMkLst>
            <pc:docMk/>
            <pc:sldMk cId="1508708871" sldId="373"/>
            <ac:picMk id="2" creationId="{32271C0E-A418-03BD-D42D-F9070C07F2C8}"/>
          </ac:picMkLst>
        </pc:picChg>
      </pc:sldChg>
      <pc:sldChg chg="addSp delSp modSp add del mod modNotesTx">
        <pc:chgData name="Hartanto Tantriawan" userId="82e33306d5002250" providerId="LiveId" clId="{5753A697-1038-5003-83F6-CC341650460F}" dt="2026-03-03T03:51:03.830" v="9363" actId="2696"/>
        <pc:sldMkLst>
          <pc:docMk/>
          <pc:sldMk cId="81963781" sldId="374"/>
        </pc:sldMkLst>
      </pc:sldChg>
      <pc:sldChg chg="addSp delSp modSp add del mod modNotesTx">
        <pc:chgData name="Hartanto Tantriawan" userId="82e33306d5002250" providerId="LiveId" clId="{5753A697-1038-5003-83F6-CC341650460F}" dt="2026-03-03T03:51:03.860" v="9364" actId="2696"/>
        <pc:sldMkLst>
          <pc:docMk/>
          <pc:sldMk cId="2742291422" sldId="375"/>
        </pc:sldMkLst>
      </pc:sldChg>
      <pc:sldChg chg="modSp add mod ord modNotesTx">
        <pc:chgData name="Hartanto Tantriawan" userId="82e33306d5002250" providerId="LiveId" clId="{5753A697-1038-5003-83F6-CC341650460F}" dt="2026-03-03T03:53:56.642" v="9444" actId="207"/>
        <pc:sldMkLst>
          <pc:docMk/>
          <pc:sldMk cId="424697887" sldId="376"/>
        </pc:sldMkLst>
        <pc:spChg chg="mod">
          <ac:chgData name="Hartanto Tantriawan" userId="82e33306d5002250" providerId="LiveId" clId="{5753A697-1038-5003-83F6-CC341650460F}" dt="2026-03-03T03:51:35.285" v="9390" actId="404"/>
          <ac:spMkLst>
            <pc:docMk/>
            <pc:sldMk cId="424697887" sldId="376"/>
            <ac:spMk id="761" creationId="{8DB814BC-F45D-545B-3AFA-7C50C4AB916F}"/>
          </ac:spMkLst>
        </pc:spChg>
        <pc:spChg chg="mod">
          <ac:chgData name="Hartanto Tantriawan" userId="82e33306d5002250" providerId="LiveId" clId="{5753A697-1038-5003-83F6-CC341650460F}" dt="2026-03-03T03:53:56.642" v="9444" actId="207"/>
          <ac:spMkLst>
            <pc:docMk/>
            <pc:sldMk cId="424697887" sldId="376"/>
            <ac:spMk id="763" creationId="{3F818024-4840-05B2-6FCE-8879B3665B8B}"/>
          </ac:spMkLst>
        </pc:spChg>
      </pc:sldChg>
      <pc:sldChg chg="addSp delSp modSp add mod modNotesTx">
        <pc:chgData name="Hartanto Tantriawan" userId="82e33306d5002250" providerId="LiveId" clId="{5753A697-1038-5003-83F6-CC341650460F}" dt="2026-03-03T04:39:50.339" v="9607" actId="2084"/>
        <pc:sldMkLst>
          <pc:docMk/>
          <pc:sldMk cId="260637141" sldId="377"/>
        </pc:sldMkLst>
        <pc:spChg chg="add mod">
          <ac:chgData name="Hartanto Tantriawan" userId="82e33306d5002250" providerId="LiveId" clId="{5753A697-1038-5003-83F6-CC341650460F}" dt="2026-03-03T04:36:19.857" v="9578"/>
          <ac:spMkLst>
            <pc:docMk/>
            <pc:sldMk cId="260637141" sldId="377"/>
            <ac:spMk id="7" creationId="{D18C83DD-6260-C706-826E-DF36B723D1B5}"/>
          </ac:spMkLst>
        </pc:spChg>
        <pc:spChg chg="add mod">
          <ac:chgData name="Hartanto Tantriawan" userId="82e33306d5002250" providerId="LiveId" clId="{5753A697-1038-5003-83F6-CC341650460F}" dt="2026-03-03T04:36:19.857" v="9578"/>
          <ac:spMkLst>
            <pc:docMk/>
            <pc:sldMk cId="260637141" sldId="377"/>
            <ac:spMk id="8" creationId="{C396FEAF-5284-A1CF-0A01-507571E8AD6A}"/>
          </ac:spMkLst>
        </pc:spChg>
        <pc:spChg chg="add mod">
          <ac:chgData name="Hartanto Tantriawan" userId="82e33306d5002250" providerId="LiveId" clId="{5753A697-1038-5003-83F6-CC341650460F}" dt="2026-03-03T04:36:19.857" v="9578"/>
          <ac:spMkLst>
            <pc:docMk/>
            <pc:sldMk cId="260637141" sldId="377"/>
            <ac:spMk id="10" creationId="{098CD7B8-F436-21FF-7AE2-43D161F68BDC}"/>
          </ac:spMkLst>
        </pc:spChg>
        <pc:spChg chg="add mod">
          <ac:chgData name="Hartanto Tantriawan" userId="82e33306d5002250" providerId="LiveId" clId="{5753A697-1038-5003-83F6-CC341650460F}" dt="2026-03-03T04:36:19.857" v="9578"/>
          <ac:spMkLst>
            <pc:docMk/>
            <pc:sldMk cId="260637141" sldId="377"/>
            <ac:spMk id="11" creationId="{481B8445-CD99-2DA1-E1C7-58D5BC27C041}"/>
          </ac:spMkLst>
        </pc:spChg>
        <pc:spChg chg="add mod">
          <ac:chgData name="Hartanto Tantriawan" userId="82e33306d5002250" providerId="LiveId" clId="{5753A697-1038-5003-83F6-CC341650460F}" dt="2026-03-03T04:36:19.857" v="9578"/>
          <ac:spMkLst>
            <pc:docMk/>
            <pc:sldMk cId="260637141" sldId="377"/>
            <ac:spMk id="13" creationId="{A63210CF-AE9D-722D-883B-1CF2F8BEE2AF}"/>
          </ac:spMkLst>
        </pc:spChg>
        <pc:spChg chg="add mod">
          <ac:chgData name="Hartanto Tantriawan" userId="82e33306d5002250" providerId="LiveId" clId="{5753A697-1038-5003-83F6-CC341650460F}" dt="2026-03-03T04:36:19.857" v="9578"/>
          <ac:spMkLst>
            <pc:docMk/>
            <pc:sldMk cId="260637141" sldId="377"/>
            <ac:spMk id="21" creationId="{22FC3D2C-C4FC-AF26-9554-7A2F3835F4B7}"/>
          </ac:spMkLst>
        </pc:spChg>
        <pc:spChg chg="add mod">
          <ac:chgData name="Hartanto Tantriawan" userId="82e33306d5002250" providerId="LiveId" clId="{5753A697-1038-5003-83F6-CC341650460F}" dt="2026-03-03T04:36:19.857" v="9578"/>
          <ac:spMkLst>
            <pc:docMk/>
            <pc:sldMk cId="260637141" sldId="377"/>
            <ac:spMk id="27" creationId="{9386E10E-8F10-51C1-3B63-2EC18D40E7F2}"/>
          </ac:spMkLst>
        </pc:spChg>
        <pc:spChg chg="add mod">
          <ac:chgData name="Hartanto Tantriawan" userId="82e33306d5002250" providerId="LiveId" clId="{5753A697-1038-5003-83F6-CC341650460F}" dt="2026-03-03T04:36:19.857" v="9578"/>
          <ac:spMkLst>
            <pc:docMk/>
            <pc:sldMk cId="260637141" sldId="377"/>
            <ac:spMk id="28" creationId="{1959AAFF-377A-E7BA-8DA9-90DE541080DB}"/>
          </ac:spMkLst>
        </pc:spChg>
        <pc:spChg chg="add mod">
          <ac:chgData name="Hartanto Tantriawan" userId="82e33306d5002250" providerId="LiveId" clId="{5753A697-1038-5003-83F6-CC341650460F}" dt="2026-03-03T04:36:19.857" v="9578"/>
          <ac:spMkLst>
            <pc:docMk/>
            <pc:sldMk cId="260637141" sldId="377"/>
            <ac:spMk id="29" creationId="{AB13DAED-A4FF-30A9-E2C5-73C5E5E763C9}"/>
          </ac:spMkLst>
        </pc:spChg>
        <pc:spChg chg="add mod">
          <ac:chgData name="Hartanto Tantriawan" userId="82e33306d5002250" providerId="LiveId" clId="{5753A697-1038-5003-83F6-CC341650460F}" dt="2026-03-03T04:36:19.857" v="9578"/>
          <ac:spMkLst>
            <pc:docMk/>
            <pc:sldMk cId="260637141" sldId="377"/>
            <ac:spMk id="30" creationId="{00F9194C-745B-69DD-0893-ED0130FDD7D6}"/>
          </ac:spMkLst>
        </pc:spChg>
        <pc:spChg chg="add mod">
          <ac:chgData name="Hartanto Tantriawan" userId="82e33306d5002250" providerId="LiveId" clId="{5753A697-1038-5003-83F6-CC341650460F}" dt="2026-03-03T04:37:54.406" v="9594" actId="3062"/>
          <ac:spMkLst>
            <pc:docMk/>
            <pc:sldMk cId="260637141" sldId="377"/>
            <ac:spMk id="39" creationId="{02A9BC74-03D1-63B7-39EC-4933CF97F104}"/>
          </ac:spMkLst>
        </pc:spChg>
        <pc:spChg chg="add mod">
          <ac:chgData name="Hartanto Tantriawan" userId="82e33306d5002250" providerId="LiveId" clId="{5753A697-1038-5003-83F6-CC341650460F}" dt="2026-03-03T04:37:54.406" v="9594" actId="3062"/>
          <ac:spMkLst>
            <pc:docMk/>
            <pc:sldMk cId="260637141" sldId="377"/>
            <ac:spMk id="40" creationId="{92E6FE41-5316-D7E4-0A27-46211DAA3826}"/>
          </ac:spMkLst>
        </pc:spChg>
        <pc:spChg chg="add mod">
          <ac:chgData name="Hartanto Tantriawan" userId="82e33306d5002250" providerId="LiveId" clId="{5753A697-1038-5003-83F6-CC341650460F}" dt="2026-03-03T04:37:54.406" v="9594" actId="3062"/>
          <ac:spMkLst>
            <pc:docMk/>
            <pc:sldMk cId="260637141" sldId="377"/>
            <ac:spMk id="42" creationId="{9F415663-2B3C-E0BE-D7E3-C9BB6BF2CA8D}"/>
          </ac:spMkLst>
        </pc:spChg>
        <pc:spChg chg="add mod">
          <ac:chgData name="Hartanto Tantriawan" userId="82e33306d5002250" providerId="LiveId" clId="{5753A697-1038-5003-83F6-CC341650460F}" dt="2026-03-03T04:37:54.406" v="9594" actId="3062"/>
          <ac:spMkLst>
            <pc:docMk/>
            <pc:sldMk cId="260637141" sldId="377"/>
            <ac:spMk id="43" creationId="{9ABF33D0-F81D-A900-EE04-444D82F487C4}"/>
          </ac:spMkLst>
        </pc:spChg>
        <pc:spChg chg="add mod">
          <ac:chgData name="Hartanto Tantriawan" userId="82e33306d5002250" providerId="LiveId" clId="{5753A697-1038-5003-83F6-CC341650460F}" dt="2026-03-03T04:37:54.406" v="9594" actId="3062"/>
          <ac:spMkLst>
            <pc:docMk/>
            <pc:sldMk cId="260637141" sldId="377"/>
            <ac:spMk id="45" creationId="{B63B7067-50B3-303F-E069-33BBAEE220F7}"/>
          </ac:spMkLst>
        </pc:spChg>
        <pc:spChg chg="add mod">
          <ac:chgData name="Hartanto Tantriawan" userId="82e33306d5002250" providerId="LiveId" clId="{5753A697-1038-5003-83F6-CC341650460F}" dt="2026-03-03T04:37:54.406" v="9594" actId="3062"/>
          <ac:spMkLst>
            <pc:docMk/>
            <pc:sldMk cId="260637141" sldId="377"/>
            <ac:spMk id="47" creationId="{3D6B1312-35B9-0BC1-B450-C4E46A6E4F16}"/>
          </ac:spMkLst>
        </pc:spChg>
        <pc:spChg chg="add mod">
          <ac:chgData name="Hartanto Tantriawan" userId="82e33306d5002250" providerId="LiveId" clId="{5753A697-1038-5003-83F6-CC341650460F}" dt="2026-03-03T04:37:54.406" v="9594" actId="3062"/>
          <ac:spMkLst>
            <pc:docMk/>
            <pc:sldMk cId="260637141" sldId="377"/>
            <ac:spMk id="50" creationId="{9901F6BA-9514-B4E5-711A-4DA1DD78E896}"/>
          </ac:spMkLst>
        </pc:spChg>
        <pc:spChg chg="add mod">
          <ac:chgData name="Hartanto Tantriawan" userId="82e33306d5002250" providerId="LiveId" clId="{5753A697-1038-5003-83F6-CC341650460F}" dt="2026-03-03T04:37:54.406" v="9594" actId="3062"/>
          <ac:spMkLst>
            <pc:docMk/>
            <pc:sldMk cId="260637141" sldId="377"/>
            <ac:spMk id="52" creationId="{08FB9663-383A-447A-FC6F-16430F2FD8B1}"/>
          </ac:spMkLst>
        </pc:spChg>
        <pc:spChg chg="add mod">
          <ac:chgData name="Hartanto Tantriawan" userId="82e33306d5002250" providerId="LiveId" clId="{5753A697-1038-5003-83F6-CC341650460F}" dt="2026-03-03T04:37:54.406" v="9594" actId="3062"/>
          <ac:spMkLst>
            <pc:docMk/>
            <pc:sldMk cId="260637141" sldId="377"/>
            <ac:spMk id="61" creationId="{2DC4B8A5-C4CA-0547-4A7D-59F2275DE592}"/>
          </ac:spMkLst>
        </pc:spChg>
        <pc:spChg chg="mod">
          <ac:chgData name="Hartanto Tantriawan" userId="82e33306d5002250" providerId="LiveId" clId="{5753A697-1038-5003-83F6-CC341650460F}" dt="2026-03-03T04:37:49.226" v="9593" actId="207"/>
          <ac:spMkLst>
            <pc:docMk/>
            <pc:sldMk cId="260637141" sldId="377"/>
            <ac:spMk id="62" creationId="{F48111CE-36D2-D1A3-F784-79F9F80E1933}"/>
          </ac:spMkLst>
        </pc:spChg>
        <pc:spChg chg="add mod">
          <ac:chgData name="Hartanto Tantriawan" userId="82e33306d5002250" providerId="LiveId" clId="{5753A697-1038-5003-83F6-CC341650460F}" dt="2026-03-03T04:37:54.406" v="9594" actId="3062"/>
          <ac:spMkLst>
            <pc:docMk/>
            <pc:sldMk cId="260637141" sldId="377"/>
            <ac:spMk id="63" creationId="{EE3C7A15-91E6-4511-374C-B9C7E64A6C04}"/>
          </ac:spMkLst>
        </pc:spChg>
        <pc:spChg chg="mod">
          <ac:chgData name="Hartanto Tantriawan" userId="82e33306d5002250" providerId="LiveId" clId="{5753A697-1038-5003-83F6-CC341650460F}" dt="2026-03-03T04:36:01.048" v="9576" actId="20577"/>
          <ac:spMkLst>
            <pc:docMk/>
            <pc:sldMk cId="260637141" sldId="377"/>
            <ac:spMk id="761" creationId="{FF199A36-F090-D6C7-6A13-90F19A86154B}"/>
          </ac:spMkLst>
        </pc:spChg>
        <pc:spChg chg="del mod">
          <ac:chgData name="Hartanto Tantriawan" userId="82e33306d5002250" providerId="LiveId" clId="{5753A697-1038-5003-83F6-CC341650460F}" dt="2026-03-03T04:36:51.145" v="9584" actId="478"/>
          <ac:spMkLst>
            <pc:docMk/>
            <pc:sldMk cId="260637141" sldId="377"/>
            <ac:spMk id="763" creationId="{DB3FFF00-A21A-E221-060B-3593DA8B56FA}"/>
          </ac:spMkLst>
        </pc:spChg>
        <pc:grpChg chg="add mod">
          <ac:chgData name="Hartanto Tantriawan" userId="82e33306d5002250" providerId="LiveId" clId="{5753A697-1038-5003-83F6-CC341650460F}" dt="2026-03-03T04:37:59.463" v="9595" actId="1076"/>
          <ac:grpSpMkLst>
            <pc:docMk/>
            <pc:sldMk cId="260637141" sldId="377"/>
            <ac:grpSpMk id="705" creationId="{F563CD2B-7475-D050-9AAC-CD8EBF60F9A7}"/>
          </ac:grpSpMkLst>
        </pc:grpChg>
        <pc:graphicFrameChg chg="add mod modGraphic">
          <ac:chgData name="Hartanto Tantriawan" userId="82e33306d5002250" providerId="LiveId" clId="{5753A697-1038-5003-83F6-CC341650460F}" dt="2026-03-03T04:39:43.791" v="9606" actId="2084"/>
          <ac:graphicFrameMkLst>
            <pc:docMk/>
            <pc:sldMk cId="260637141" sldId="377"/>
            <ac:graphicFrameMk id="706" creationId="{46E519FA-8416-3FB7-F449-131093F15A47}"/>
          </ac:graphicFrameMkLst>
        </pc:graphicFrameChg>
        <pc:graphicFrameChg chg="add mod modGraphic">
          <ac:chgData name="Hartanto Tantriawan" userId="82e33306d5002250" providerId="LiveId" clId="{5753A697-1038-5003-83F6-CC341650460F}" dt="2026-03-03T04:39:50.339" v="9607" actId="2084"/>
          <ac:graphicFrameMkLst>
            <pc:docMk/>
            <pc:sldMk cId="260637141" sldId="377"/>
            <ac:graphicFrameMk id="707" creationId="{5F96806E-F0B1-C429-198C-87B1EF25F9D5}"/>
          </ac:graphicFrameMkLst>
        </pc:graphicFrameChg>
        <pc:picChg chg="add del mod">
          <ac:chgData name="Hartanto Tantriawan" userId="82e33306d5002250" providerId="LiveId" clId="{5753A697-1038-5003-83F6-CC341650460F}" dt="2026-03-03T04:36:02.658" v="9577" actId="478"/>
          <ac:picMkLst>
            <pc:docMk/>
            <pc:sldMk cId="260637141" sldId="377"/>
            <ac:picMk id="2" creationId="{1722AE82-57D4-3BD0-FDE8-A38EC9400D9A}"/>
          </ac:picMkLst>
        </pc:picChg>
      </pc:sldChg>
      <pc:sldChg chg="addSp delSp modSp new del mod modAnim modNotesTx">
        <pc:chgData name="Hartanto Tantriawan" userId="82e33306d5002250" providerId="LiveId" clId="{5753A697-1038-5003-83F6-CC341650460F}" dt="2026-03-03T07:28:04.578" v="10936" actId="2696"/>
        <pc:sldMkLst>
          <pc:docMk/>
          <pc:sldMk cId="1842625694" sldId="378"/>
        </pc:sldMkLst>
      </pc:sldChg>
      <pc:sldChg chg="modSp add del mod ord modNotesTx">
        <pc:chgData name="Hartanto Tantriawan" userId="82e33306d5002250" providerId="LiveId" clId="{5753A697-1038-5003-83F6-CC341650460F}" dt="2026-03-03T07:34:42.977" v="11070" actId="2696"/>
        <pc:sldMkLst>
          <pc:docMk/>
          <pc:sldMk cId="2260922358" sldId="379"/>
        </pc:sldMkLst>
      </pc:sldChg>
      <pc:sldChg chg="addSp modSp new del mod modNotesTx">
        <pc:chgData name="Hartanto Tantriawan" userId="82e33306d5002250" providerId="LiveId" clId="{5753A697-1038-5003-83F6-CC341650460F}" dt="2026-03-03T07:34:42.996" v="11071" actId="2696"/>
        <pc:sldMkLst>
          <pc:docMk/>
          <pc:sldMk cId="566248482" sldId="380"/>
        </pc:sldMkLst>
      </pc:sldChg>
      <pc:sldChg chg="addSp delSp modSp add mod ord modNotesTx">
        <pc:chgData name="Hartanto Tantriawan" userId="82e33306d5002250" providerId="LiveId" clId="{5753A697-1038-5003-83F6-CC341650460F}" dt="2026-03-03T07:33:56.447" v="11066" actId="207"/>
        <pc:sldMkLst>
          <pc:docMk/>
          <pc:sldMk cId="2940571005" sldId="381"/>
        </pc:sldMkLst>
        <pc:spChg chg="mod">
          <ac:chgData name="Hartanto Tantriawan" userId="82e33306d5002250" providerId="LiveId" clId="{5753A697-1038-5003-83F6-CC341650460F}" dt="2026-03-03T07:31:02.727" v="11030" actId="1036"/>
          <ac:spMkLst>
            <pc:docMk/>
            <pc:sldMk cId="2940571005" sldId="381"/>
            <ac:spMk id="761" creationId="{48656601-1098-DEB6-EB43-CC0B5F10A1A2}"/>
          </ac:spMkLst>
        </pc:spChg>
        <pc:spChg chg="mod">
          <ac:chgData name="Hartanto Tantriawan" userId="82e33306d5002250" providerId="LiveId" clId="{5753A697-1038-5003-83F6-CC341650460F}" dt="2026-03-03T07:33:56.447" v="11066" actId="207"/>
          <ac:spMkLst>
            <pc:docMk/>
            <pc:sldMk cId="2940571005" sldId="381"/>
            <ac:spMk id="763" creationId="{5015A882-2C8A-B8C9-0208-6C4CB93F0640}"/>
          </ac:spMkLst>
        </pc:spChg>
        <pc:picChg chg="add del mod">
          <ac:chgData name="Hartanto Tantriawan" userId="82e33306d5002250" providerId="LiveId" clId="{5753A697-1038-5003-83F6-CC341650460F}" dt="2026-03-03T07:31:24.283" v="11033" actId="478"/>
          <ac:picMkLst>
            <pc:docMk/>
            <pc:sldMk cId="2940571005" sldId="381"/>
            <ac:picMk id="2" creationId="{5240EE09-A71D-64F9-7B96-02A10A923E0F}"/>
          </ac:picMkLst>
        </pc:picChg>
        <pc:picChg chg="add mod">
          <ac:chgData name="Hartanto Tantriawan" userId="82e33306d5002250" providerId="LiveId" clId="{5753A697-1038-5003-83F6-CC341650460F}" dt="2026-03-03T07:32:24.019" v="11049" actId="1076"/>
          <ac:picMkLst>
            <pc:docMk/>
            <pc:sldMk cId="2940571005" sldId="381"/>
            <ac:picMk id="3" creationId="{DB2B53A8-5023-36DF-62B6-970B9AD340D1}"/>
          </ac:picMkLst>
        </pc:picChg>
      </pc:sldChg>
      <pc:sldChg chg="delSp modSp add del mod modNotesTx">
        <pc:chgData name="Hartanto Tantriawan" userId="82e33306d5002250" providerId="LiveId" clId="{5753A697-1038-5003-83F6-CC341650460F}" dt="2026-03-03T07:34:43.005" v="11072" actId="2696"/>
        <pc:sldMkLst>
          <pc:docMk/>
          <pc:sldMk cId="1173263431" sldId="382"/>
        </pc:sldMkLst>
      </pc:sldChg>
      <pc:sldChg chg="modSp add del mod">
        <pc:chgData name="Hartanto Tantriawan" userId="82e33306d5002250" providerId="LiveId" clId="{5753A697-1038-5003-83F6-CC341650460F}" dt="2026-03-03T07:34:43.014" v="11073" actId="2696"/>
        <pc:sldMkLst>
          <pc:docMk/>
          <pc:sldMk cId="1170093311" sldId="383"/>
        </pc:sldMkLst>
      </pc:sldChg>
      <pc:sldChg chg="modSp add del mod">
        <pc:chgData name="Hartanto Tantriawan" userId="82e33306d5002250" providerId="LiveId" clId="{5753A697-1038-5003-83F6-CC341650460F}" dt="2026-03-03T07:34:43.023" v="11074" actId="2696"/>
        <pc:sldMkLst>
          <pc:docMk/>
          <pc:sldMk cId="3410693200" sldId="384"/>
        </pc:sldMkLst>
      </pc:sldChg>
      <pc:sldChg chg="modSp add del mod">
        <pc:chgData name="Hartanto Tantriawan" userId="82e33306d5002250" providerId="LiveId" clId="{5753A697-1038-5003-83F6-CC341650460F}" dt="2026-03-03T07:34:43.032" v="11075" actId="2696"/>
        <pc:sldMkLst>
          <pc:docMk/>
          <pc:sldMk cId="97530127" sldId="385"/>
        </pc:sldMkLst>
      </pc:sldChg>
      <pc:sldChg chg="addSp delSp modSp add del mod">
        <pc:chgData name="Hartanto Tantriawan" userId="82e33306d5002250" providerId="LiveId" clId="{5753A697-1038-5003-83F6-CC341650460F}" dt="2026-03-03T07:34:43.043" v="11076" actId="2696"/>
        <pc:sldMkLst>
          <pc:docMk/>
          <pc:sldMk cId="2334645837" sldId="386"/>
        </pc:sldMkLst>
      </pc:sldChg>
      <pc:sldChg chg="addSp delSp modSp add del mod">
        <pc:chgData name="Hartanto Tantriawan" userId="82e33306d5002250" providerId="LiveId" clId="{5753A697-1038-5003-83F6-CC341650460F}" dt="2026-03-03T07:34:43.053" v="11077" actId="2696"/>
        <pc:sldMkLst>
          <pc:docMk/>
          <pc:sldMk cId="1708957662" sldId="387"/>
        </pc:sldMkLst>
      </pc:sldChg>
      <pc:sldChg chg="addSp delSp modSp new del mod">
        <pc:chgData name="Hartanto Tantriawan" userId="82e33306d5002250" providerId="LiveId" clId="{5753A697-1038-5003-83F6-CC341650460F}" dt="2026-03-03T07:34:43.133" v="11083" actId="2696"/>
        <pc:sldMkLst>
          <pc:docMk/>
          <pc:sldMk cId="2935329694" sldId="388"/>
        </pc:sldMkLst>
      </pc:sldChg>
      <pc:sldChg chg="modSp add del mod ord">
        <pc:chgData name="Hartanto Tantriawan" userId="82e33306d5002250" providerId="LiveId" clId="{5753A697-1038-5003-83F6-CC341650460F}" dt="2026-03-03T07:34:43.063" v="11078" actId="2696"/>
        <pc:sldMkLst>
          <pc:docMk/>
          <pc:sldMk cId="2285410041" sldId="389"/>
        </pc:sldMkLst>
      </pc:sldChg>
      <pc:sldChg chg="addSp delSp modSp add del mod ord">
        <pc:chgData name="Hartanto Tantriawan" userId="82e33306d5002250" providerId="LiveId" clId="{5753A697-1038-5003-83F6-CC341650460F}" dt="2026-03-03T07:34:43.073" v="11079" actId="2696"/>
        <pc:sldMkLst>
          <pc:docMk/>
          <pc:sldMk cId="2731724854" sldId="390"/>
        </pc:sldMkLst>
      </pc:sldChg>
      <pc:sldChg chg="addSp delSp modSp add del mod ord">
        <pc:chgData name="Hartanto Tantriawan" userId="82e33306d5002250" providerId="LiveId" clId="{5753A697-1038-5003-83F6-CC341650460F}" dt="2026-03-03T07:34:43.082" v="11080" actId="2696"/>
        <pc:sldMkLst>
          <pc:docMk/>
          <pc:sldMk cId="4063720342" sldId="391"/>
        </pc:sldMkLst>
      </pc:sldChg>
      <pc:sldChg chg="modSp add del mod">
        <pc:chgData name="Hartanto Tantriawan" userId="82e33306d5002250" providerId="LiveId" clId="{5753A697-1038-5003-83F6-CC341650460F}" dt="2026-03-03T07:34:43.091" v="11081" actId="2696"/>
        <pc:sldMkLst>
          <pc:docMk/>
          <pc:sldMk cId="3076203859" sldId="392"/>
        </pc:sldMkLst>
      </pc:sldChg>
      <pc:sldChg chg="addSp delSp modSp add del mod ord">
        <pc:chgData name="Hartanto Tantriawan" userId="82e33306d5002250" providerId="LiveId" clId="{5753A697-1038-5003-83F6-CC341650460F}" dt="2026-03-03T07:34:43.110" v="11082" actId="2696"/>
        <pc:sldMkLst>
          <pc:docMk/>
          <pc:sldMk cId="1922297718" sldId="393"/>
        </pc:sldMkLst>
      </pc:sldChg>
      <pc:sldChg chg="modSp add del mod">
        <pc:chgData name="Hartanto Tantriawan" userId="82e33306d5002250" providerId="LiveId" clId="{5753A697-1038-5003-83F6-CC341650460F}" dt="2026-03-03T07:34:43.206" v="11090" actId="2696"/>
        <pc:sldMkLst>
          <pc:docMk/>
          <pc:sldMk cId="758076122" sldId="394"/>
        </pc:sldMkLst>
      </pc:sldChg>
      <pc:sldChg chg="modSp add del mod">
        <pc:chgData name="Hartanto Tantriawan" userId="82e33306d5002250" providerId="LiveId" clId="{5753A697-1038-5003-83F6-CC341650460F}" dt="2026-03-03T07:34:43.142" v="11084" actId="2696"/>
        <pc:sldMkLst>
          <pc:docMk/>
          <pc:sldMk cId="1735735355" sldId="396"/>
        </pc:sldMkLst>
      </pc:sldChg>
      <pc:sldChg chg="addSp delSp modSp add del mod">
        <pc:chgData name="Hartanto Tantriawan" userId="82e33306d5002250" providerId="LiveId" clId="{5753A697-1038-5003-83F6-CC341650460F}" dt="2026-03-03T07:34:43.152" v="11085" actId="2696"/>
        <pc:sldMkLst>
          <pc:docMk/>
          <pc:sldMk cId="3242336315" sldId="397"/>
        </pc:sldMkLst>
      </pc:sldChg>
      <pc:sldChg chg="modSp add del mod ord">
        <pc:chgData name="Hartanto Tantriawan" userId="82e33306d5002250" providerId="LiveId" clId="{5753A697-1038-5003-83F6-CC341650460F}" dt="2026-03-03T07:34:43.160" v="11086" actId="2696"/>
        <pc:sldMkLst>
          <pc:docMk/>
          <pc:sldMk cId="2476555747" sldId="399"/>
        </pc:sldMkLst>
      </pc:sldChg>
      <pc:sldChg chg="addSp delSp modSp add del mod ord">
        <pc:chgData name="Hartanto Tantriawan" userId="82e33306d5002250" providerId="LiveId" clId="{5753A697-1038-5003-83F6-CC341650460F}" dt="2026-03-03T07:34:43.175" v="11087" actId="2696"/>
        <pc:sldMkLst>
          <pc:docMk/>
          <pc:sldMk cId="2969134496" sldId="400"/>
        </pc:sldMkLst>
      </pc:sldChg>
      <pc:sldChg chg="addSp delSp modSp new del mod">
        <pc:chgData name="Hartanto Tantriawan" userId="82e33306d5002250" providerId="LiveId" clId="{5753A697-1038-5003-83F6-CC341650460F}" dt="2026-03-03T07:34:43.187" v="11088" actId="2696"/>
        <pc:sldMkLst>
          <pc:docMk/>
          <pc:sldMk cId="3980004385" sldId="401"/>
        </pc:sldMkLst>
      </pc:sldChg>
      <pc:sldChg chg="addSp delSp modSp add del mod">
        <pc:chgData name="Hartanto Tantriawan" userId="82e33306d5002250" providerId="LiveId" clId="{5753A697-1038-5003-83F6-CC341650460F}" dt="2026-03-03T07:34:43.218" v="11091" actId="2696"/>
        <pc:sldMkLst>
          <pc:docMk/>
          <pc:sldMk cId="1511322070" sldId="402"/>
        </pc:sldMkLst>
      </pc:sldChg>
      <pc:sldChg chg="addSp modSp new del mod">
        <pc:chgData name="Hartanto Tantriawan" userId="82e33306d5002250" providerId="LiveId" clId="{5753A697-1038-5003-83F6-CC341650460F}" dt="2026-03-03T07:34:43.284" v="11095" actId="2696"/>
        <pc:sldMkLst>
          <pc:docMk/>
          <pc:sldMk cId="593946689" sldId="403"/>
        </pc:sldMkLst>
      </pc:sldChg>
      <pc:sldChg chg="addSp modSp add del mod ord">
        <pc:chgData name="Hartanto Tantriawan" userId="82e33306d5002250" providerId="LiveId" clId="{5753A697-1038-5003-83F6-CC341650460F}" dt="2026-03-03T07:34:43.237" v="11092" actId="2696"/>
        <pc:sldMkLst>
          <pc:docMk/>
          <pc:sldMk cId="1805002638" sldId="404"/>
        </pc:sldMkLst>
      </pc:sldChg>
      <pc:sldChg chg="addSp delSp modSp add del mod modNotesTx">
        <pc:chgData name="Hartanto Tantriawan" userId="82e33306d5002250" providerId="LiveId" clId="{5753A697-1038-5003-83F6-CC341650460F}" dt="2026-03-03T07:34:43.272" v="11094" actId="2696"/>
        <pc:sldMkLst>
          <pc:docMk/>
          <pc:sldMk cId="3668222828" sldId="405"/>
        </pc:sldMkLst>
      </pc:sldChg>
      <pc:sldChg chg="addSp delSp modSp add mod">
        <pc:chgData name="Hartanto Tantriawan" userId="82e33306d5002250" providerId="LiveId" clId="{5753A697-1038-5003-83F6-CC341650460F}" dt="2026-03-03T04:20:18.965" v="9489" actId="20577"/>
        <pc:sldMkLst>
          <pc:docMk/>
          <pc:sldMk cId="2482314517" sldId="407"/>
        </pc:sldMkLst>
        <pc:spChg chg="add mod">
          <ac:chgData name="Hartanto Tantriawan" userId="82e33306d5002250" providerId="LiveId" clId="{5753A697-1038-5003-83F6-CC341650460F}" dt="2026-03-03T04:17:58.703" v="9485" actId="207"/>
          <ac:spMkLst>
            <pc:docMk/>
            <pc:sldMk cId="2482314517" sldId="407"/>
            <ac:spMk id="19" creationId="{F15D6255-4B72-4C57-A9F1-9D615479C15C}"/>
          </ac:spMkLst>
        </pc:spChg>
        <pc:spChg chg="mod">
          <ac:chgData name="Hartanto Tantriawan" userId="82e33306d5002250" providerId="LiveId" clId="{5753A697-1038-5003-83F6-CC341650460F}" dt="2026-03-03T04:20:18.965" v="9489" actId="20577"/>
          <ac:spMkLst>
            <pc:docMk/>
            <pc:sldMk cId="2482314517" sldId="407"/>
            <ac:spMk id="761" creationId="{A8E84B55-8C37-3BF3-FBF2-A58F72B0F60F}"/>
          </ac:spMkLst>
        </pc:spChg>
      </pc:sldChg>
      <pc:sldChg chg="modSp add mod">
        <pc:chgData name="Hartanto Tantriawan" userId="82e33306d5002250" providerId="LiveId" clId="{5753A697-1038-5003-83F6-CC341650460F}" dt="2026-03-03T07:30:44.885" v="11001" actId="20577"/>
        <pc:sldMkLst>
          <pc:docMk/>
          <pc:sldMk cId="157275241" sldId="408"/>
        </pc:sldMkLst>
        <pc:spChg chg="mod">
          <ac:chgData name="Hartanto Tantriawan" userId="82e33306d5002250" providerId="LiveId" clId="{5753A697-1038-5003-83F6-CC341650460F}" dt="2026-03-03T07:29:26.610" v="10998" actId="207"/>
          <ac:spMkLst>
            <pc:docMk/>
            <pc:sldMk cId="157275241" sldId="408"/>
            <ac:spMk id="19" creationId="{089E4F69-1AD9-81D0-8E5C-0DBF3DC8CD07}"/>
          </ac:spMkLst>
        </pc:spChg>
        <pc:spChg chg="mod">
          <ac:chgData name="Hartanto Tantriawan" userId="82e33306d5002250" providerId="LiveId" clId="{5753A697-1038-5003-83F6-CC341650460F}" dt="2026-03-03T07:30:44.885" v="11001" actId="20577"/>
          <ac:spMkLst>
            <pc:docMk/>
            <pc:sldMk cId="157275241" sldId="408"/>
            <ac:spMk id="761" creationId="{651BA0A0-3D85-F461-AEE6-7132C5FF3BC1}"/>
          </ac:spMkLst>
        </pc:spChg>
      </pc:sldChg>
      <pc:sldChg chg="addSp modSp new del mod">
        <pc:chgData name="Hartanto Tantriawan" userId="82e33306d5002250" providerId="LiveId" clId="{5753A697-1038-5003-83F6-CC341650460F}" dt="2026-03-03T07:34:42.919" v="11067" actId="2696"/>
        <pc:sldMkLst>
          <pc:docMk/>
          <pc:sldMk cId="1631316868" sldId="409"/>
        </pc:sldMkLst>
      </pc:sldChg>
      <pc:sldChg chg="modSp add del mod">
        <pc:chgData name="Hartanto Tantriawan" userId="82e33306d5002250" providerId="LiveId" clId="{5753A697-1038-5003-83F6-CC341650460F}" dt="2026-03-03T07:34:42.933" v="11068" actId="2696"/>
        <pc:sldMkLst>
          <pc:docMk/>
          <pc:sldMk cId="1330670009" sldId="410"/>
        </pc:sldMkLst>
      </pc:sldChg>
      <pc:sldChg chg="addSp delSp modSp add del mod">
        <pc:chgData name="Hartanto Tantriawan" userId="82e33306d5002250" providerId="LiveId" clId="{5753A697-1038-5003-83F6-CC341650460F}" dt="2026-03-03T07:34:42.961" v="11069" actId="2696"/>
        <pc:sldMkLst>
          <pc:docMk/>
          <pc:sldMk cId="1338750370" sldId="412"/>
        </pc:sldMkLst>
      </pc:sldChg>
      <pc:sldChg chg="addSp delSp modSp new del mod">
        <pc:chgData name="Hartanto Tantriawan" userId="82e33306d5002250" providerId="LiveId" clId="{5753A697-1038-5003-83F6-CC341650460F}" dt="2026-03-03T07:34:43.262" v="11093" actId="2696"/>
        <pc:sldMkLst>
          <pc:docMk/>
          <pc:sldMk cId="1285047120" sldId="413"/>
        </pc:sldMkLst>
      </pc:sldChg>
      <pc:sldChg chg="addSp modSp add del mod">
        <pc:chgData name="Hartanto Tantriawan" userId="82e33306d5002250" providerId="LiveId" clId="{5753A697-1038-5003-83F6-CC341650460F}" dt="2026-03-03T07:34:43.302" v="11096" actId="2696"/>
        <pc:sldMkLst>
          <pc:docMk/>
          <pc:sldMk cId="1531348679" sldId="414"/>
        </pc:sldMkLst>
      </pc:sldChg>
      <pc:sldChg chg="addSp delSp modSp add del mod">
        <pc:chgData name="Hartanto Tantriawan" userId="82e33306d5002250" providerId="LiveId" clId="{5753A697-1038-5003-83F6-CC341650460F}" dt="2026-03-03T07:34:43.325" v="11097" actId="2696"/>
        <pc:sldMkLst>
          <pc:docMk/>
          <pc:sldMk cId="4273899271" sldId="415"/>
        </pc:sldMkLst>
      </pc:sldChg>
      <pc:sldChg chg="addSp delSp modSp add del mod">
        <pc:chgData name="Hartanto Tantriawan" userId="82e33306d5002250" providerId="LiveId" clId="{5753A697-1038-5003-83F6-CC341650460F}" dt="2026-03-03T07:34:43.351" v="11099" actId="2696"/>
        <pc:sldMkLst>
          <pc:docMk/>
          <pc:sldMk cId="1906101947" sldId="417"/>
        </pc:sldMkLst>
      </pc:sldChg>
      <pc:sldChg chg="delSp modSp add del mod">
        <pc:chgData name="Hartanto Tantriawan" userId="82e33306d5002250" providerId="LiveId" clId="{5753A697-1038-5003-83F6-CC341650460F}" dt="2026-03-03T07:34:43.387" v="11101" actId="2696"/>
        <pc:sldMkLst>
          <pc:docMk/>
          <pc:sldMk cId="3006338097" sldId="418"/>
        </pc:sldMkLst>
      </pc:sldChg>
      <pc:sldChg chg="modSp add del mod">
        <pc:chgData name="Hartanto Tantriawan" userId="82e33306d5002250" providerId="LiveId" clId="{5753A697-1038-5003-83F6-CC341650460F}" dt="2026-03-03T07:34:43.396" v="11102" actId="2696"/>
        <pc:sldMkLst>
          <pc:docMk/>
          <pc:sldMk cId="231953351" sldId="419"/>
        </pc:sldMkLst>
      </pc:sldChg>
      <pc:sldChg chg="addSp delSp modSp new del mod">
        <pc:chgData name="Hartanto Tantriawan" userId="82e33306d5002250" providerId="LiveId" clId="{5753A697-1038-5003-83F6-CC341650460F}" dt="2026-03-03T07:34:43.405" v="11103" actId="2696"/>
        <pc:sldMkLst>
          <pc:docMk/>
          <pc:sldMk cId="2293880147" sldId="420"/>
        </pc:sldMkLst>
      </pc:sldChg>
      <pc:sldChg chg="addSp delSp modSp new del mod">
        <pc:chgData name="Hartanto Tantriawan" userId="82e33306d5002250" providerId="LiveId" clId="{5753A697-1038-5003-83F6-CC341650460F}" dt="2026-03-03T07:34:43.411" v="11104" actId="2696"/>
        <pc:sldMkLst>
          <pc:docMk/>
          <pc:sldMk cId="3584400459" sldId="421"/>
        </pc:sldMkLst>
      </pc:sldChg>
      <pc:sldChg chg="addSp delSp modSp new del mod">
        <pc:chgData name="Hartanto Tantriawan" userId="82e33306d5002250" providerId="LiveId" clId="{5753A697-1038-5003-83F6-CC341650460F}" dt="2026-03-03T07:34:43.422" v="11105" actId="2696"/>
        <pc:sldMkLst>
          <pc:docMk/>
          <pc:sldMk cId="334301703" sldId="422"/>
        </pc:sldMkLst>
      </pc:sldChg>
      <pc:sldChg chg="addSp modSp new del mod">
        <pc:chgData name="Hartanto Tantriawan" userId="82e33306d5002250" providerId="LiveId" clId="{5753A697-1038-5003-83F6-CC341650460F}" dt="2026-03-03T07:34:43.437" v="11106" actId="2696"/>
        <pc:sldMkLst>
          <pc:docMk/>
          <pc:sldMk cId="1253269546" sldId="423"/>
        </pc:sldMkLst>
      </pc:sldChg>
      <pc:sldChg chg="addSp delSp modSp new del mod">
        <pc:chgData name="Hartanto Tantriawan" userId="82e33306d5002250" providerId="LiveId" clId="{5753A697-1038-5003-83F6-CC341650460F}" dt="2026-03-03T07:34:43.459" v="11107" actId="2696"/>
        <pc:sldMkLst>
          <pc:docMk/>
          <pc:sldMk cId="413650314" sldId="424"/>
        </pc:sldMkLst>
      </pc:sldChg>
      <pc:sldChg chg="modSp add del mod">
        <pc:chgData name="Hartanto Tantriawan" userId="82e33306d5002250" providerId="LiveId" clId="{5753A697-1038-5003-83F6-CC341650460F}" dt="2026-03-03T07:34:48.294" v="11109" actId="2696"/>
        <pc:sldMkLst>
          <pc:docMk/>
          <pc:sldMk cId="748970084" sldId="426"/>
        </pc:sldMkLst>
      </pc:sldChg>
      <pc:sldChg chg="modSp add del mod">
        <pc:chgData name="Hartanto Tantriawan" userId="82e33306d5002250" providerId="LiveId" clId="{5753A697-1038-5003-83F6-CC341650460F}" dt="2026-03-03T07:34:48.331" v="11110" actId="2696"/>
        <pc:sldMkLst>
          <pc:docMk/>
          <pc:sldMk cId="1064163638" sldId="427"/>
        </pc:sldMkLst>
      </pc:sldChg>
      <pc:sldChg chg="modSp add del mod">
        <pc:chgData name="Hartanto Tantriawan" userId="82e33306d5002250" providerId="LiveId" clId="{5753A697-1038-5003-83F6-CC341650460F}" dt="2026-03-03T07:34:48.347" v="11111" actId="2696"/>
        <pc:sldMkLst>
          <pc:docMk/>
          <pc:sldMk cId="2277218935" sldId="428"/>
        </pc:sldMkLst>
        <pc:spChg chg="mod">
          <ac:chgData name="Hartanto Tantriawan" userId="82e33306d5002250" providerId="LiveId" clId="{5753A697-1038-5003-83F6-CC341650460F}" dt="2026-03-03T06:39:18.433" v="10370"/>
          <ac:spMkLst>
            <pc:docMk/>
            <pc:sldMk cId="2277218935" sldId="428"/>
            <ac:spMk id="763" creationId="{EACD259C-773A-7F2E-83A2-F9F8712C323B}"/>
          </ac:spMkLst>
        </pc:spChg>
      </pc:sldChg>
      <pc:sldChg chg="addSp modSp add del mod">
        <pc:chgData name="Hartanto Tantriawan" userId="82e33306d5002250" providerId="LiveId" clId="{5753A697-1038-5003-83F6-CC341650460F}" dt="2026-03-03T07:34:48.367" v="11112" actId="2696"/>
        <pc:sldMkLst>
          <pc:docMk/>
          <pc:sldMk cId="972348206" sldId="429"/>
        </pc:sldMkLst>
      </pc:sldChg>
      <pc:sldChg chg="delSp modSp add del mod">
        <pc:chgData name="Hartanto Tantriawan" userId="82e33306d5002250" providerId="LiveId" clId="{5753A697-1038-5003-83F6-CC341650460F}" dt="2026-03-03T07:34:48.373" v="11113" actId="2696"/>
        <pc:sldMkLst>
          <pc:docMk/>
          <pc:sldMk cId="2742912767" sldId="430"/>
        </pc:sldMkLst>
      </pc:sldChg>
      <pc:sldChg chg="addSp modSp add del mod">
        <pc:chgData name="Hartanto Tantriawan" userId="82e33306d5002250" providerId="LiveId" clId="{5753A697-1038-5003-83F6-CC341650460F}" dt="2026-03-03T07:34:43.468" v="11108" actId="2696"/>
        <pc:sldMkLst>
          <pc:docMk/>
          <pc:sldMk cId="1150418237" sldId="432"/>
        </pc:sldMkLst>
      </pc:sldChg>
      <pc:sldChg chg="addSp modSp new del mod">
        <pc:chgData name="Hartanto Tantriawan" userId="82e33306d5002250" providerId="LiveId" clId="{5753A697-1038-5003-83F6-CC341650460F}" dt="2026-03-03T03:44:59.001" v="9362" actId="2696"/>
        <pc:sldMkLst>
          <pc:docMk/>
          <pc:sldMk cId="4210686458" sldId="433"/>
        </pc:sldMkLst>
        <pc:spChg chg="mod">
          <ac:chgData name="Hartanto Tantriawan" userId="82e33306d5002250" providerId="LiveId" clId="{5753A697-1038-5003-83F6-CC341650460F}" dt="2026-03-03T03:43:39.315" v="9301" actId="207"/>
          <ac:spMkLst>
            <pc:docMk/>
            <pc:sldMk cId="4210686458" sldId="433"/>
            <ac:spMk id="2" creationId="{5AE2A2A6-4E36-B523-8778-E1FFB06970EB}"/>
          </ac:spMkLst>
        </pc:spChg>
        <pc:picChg chg="add mod">
          <ac:chgData name="Hartanto Tantriawan" userId="82e33306d5002250" providerId="LiveId" clId="{5753A697-1038-5003-83F6-CC341650460F}" dt="2026-03-03T03:43:57.644" v="9303" actId="1076"/>
          <ac:picMkLst>
            <pc:docMk/>
            <pc:sldMk cId="4210686458" sldId="433"/>
            <ac:picMk id="7" creationId="{53B160A9-DDD1-B368-9418-1FA73E804B0C}"/>
          </ac:picMkLst>
        </pc:picChg>
      </pc:sldChg>
      <pc:sldChg chg="addSp delSp modSp add mod">
        <pc:chgData name="Hartanto Tantriawan" userId="82e33306d5002250" providerId="LiveId" clId="{5753A697-1038-5003-83F6-CC341650460F}" dt="2026-03-03T03:44:56.221" v="9361" actId="5793"/>
        <pc:sldMkLst>
          <pc:docMk/>
          <pc:sldMk cId="2551532789" sldId="434"/>
        </pc:sldMkLst>
        <pc:spChg chg="mod">
          <ac:chgData name="Hartanto Tantriawan" userId="82e33306d5002250" providerId="LiveId" clId="{5753A697-1038-5003-83F6-CC341650460F}" dt="2026-03-03T03:44:16.429" v="9309" actId="20577"/>
          <ac:spMkLst>
            <pc:docMk/>
            <pc:sldMk cId="2551532789" sldId="434"/>
            <ac:spMk id="761" creationId="{B1AE68F6-3187-3D8F-7419-B43158E4E5ED}"/>
          </ac:spMkLst>
        </pc:spChg>
        <pc:spChg chg="mod">
          <ac:chgData name="Hartanto Tantriawan" userId="82e33306d5002250" providerId="LiveId" clId="{5753A697-1038-5003-83F6-CC341650460F}" dt="2026-03-03T03:44:56.221" v="9361" actId="5793"/>
          <ac:spMkLst>
            <pc:docMk/>
            <pc:sldMk cId="2551532789" sldId="434"/>
            <ac:spMk id="763" creationId="{428952D3-C98E-0BCC-09E5-1ED79DFA5509}"/>
          </ac:spMkLst>
        </pc:spChg>
        <pc:picChg chg="del">
          <ac:chgData name="Hartanto Tantriawan" userId="82e33306d5002250" providerId="LiveId" clId="{5753A697-1038-5003-83F6-CC341650460F}" dt="2026-03-03T03:44:43.964" v="9357" actId="478"/>
          <ac:picMkLst>
            <pc:docMk/>
            <pc:sldMk cId="2551532789" sldId="434"/>
            <ac:picMk id="2" creationId="{E99B69F2-7E09-A4C4-59A0-29BD24486322}"/>
          </ac:picMkLst>
        </pc:picChg>
        <pc:picChg chg="add mod">
          <ac:chgData name="Hartanto Tantriawan" userId="82e33306d5002250" providerId="LiveId" clId="{5753A697-1038-5003-83F6-CC341650460F}" dt="2026-03-03T03:44:53.561" v="9360" actId="1076"/>
          <ac:picMkLst>
            <pc:docMk/>
            <pc:sldMk cId="2551532789" sldId="434"/>
            <ac:picMk id="3" creationId="{2D82FAEE-4246-CE6D-1072-19762614056B}"/>
          </ac:picMkLst>
        </pc:picChg>
      </pc:sldChg>
      <pc:sldChg chg="addSp modSp add mod modClrScheme chgLayout">
        <pc:chgData name="Hartanto Tantriawan" userId="82e33306d5002250" providerId="LiveId" clId="{5753A697-1038-5003-83F6-CC341650460F}" dt="2026-03-03T04:24:31.092" v="9539" actId="1036"/>
        <pc:sldMkLst>
          <pc:docMk/>
          <pc:sldMk cId="2289414502" sldId="435"/>
        </pc:sldMkLst>
        <pc:spChg chg="mod">
          <ac:chgData name="Hartanto Tantriawan" userId="82e33306d5002250" providerId="LiveId" clId="{5753A697-1038-5003-83F6-CC341650460F}" dt="2026-03-03T04:24:31.092" v="9539" actId="1036"/>
          <ac:spMkLst>
            <pc:docMk/>
            <pc:sldMk cId="2289414502" sldId="435"/>
            <ac:spMk id="19" creationId="{47BE0C5F-C8D1-6874-3F6E-AF0A652AD617}"/>
          </ac:spMkLst>
        </pc:spChg>
        <pc:spChg chg="mod">
          <ac:chgData name="Hartanto Tantriawan" userId="82e33306d5002250" providerId="LiveId" clId="{5753A697-1038-5003-83F6-CC341650460F}" dt="2026-03-03T04:23:48.737" v="9518" actId="26606"/>
          <ac:spMkLst>
            <pc:docMk/>
            <pc:sldMk cId="2289414502" sldId="435"/>
            <ac:spMk id="761" creationId="{78951614-8A39-08D2-1612-CF1FFC2BE3A0}"/>
          </ac:spMkLst>
        </pc:spChg>
        <pc:picChg chg="add mod">
          <ac:chgData name="Hartanto Tantriawan" userId="82e33306d5002250" providerId="LiveId" clId="{5753A697-1038-5003-83F6-CC341650460F}" dt="2026-03-03T04:24:23.380" v="9528" actId="1076"/>
          <ac:picMkLst>
            <pc:docMk/>
            <pc:sldMk cId="2289414502" sldId="435"/>
            <ac:picMk id="2" creationId="{93403246-442D-C766-F107-BE95D6E81CE1}"/>
          </ac:picMkLst>
        </pc:picChg>
      </pc:sldChg>
      <pc:sldChg chg="addSp delSp modSp add mod">
        <pc:chgData name="Hartanto Tantriawan" userId="82e33306d5002250" providerId="LiveId" clId="{5753A697-1038-5003-83F6-CC341650460F}" dt="2026-03-03T04:42:49.524" v="9645" actId="1076"/>
        <pc:sldMkLst>
          <pc:docMk/>
          <pc:sldMk cId="2717879868" sldId="436"/>
        </pc:sldMkLst>
        <pc:spChg chg="add mod">
          <ac:chgData name="Hartanto Tantriawan" userId="82e33306d5002250" providerId="LiveId" clId="{5753A697-1038-5003-83F6-CC341650460F}" dt="2026-03-03T04:40:54.302" v="9624" actId="3062"/>
          <ac:spMkLst>
            <pc:docMk/>
            <pc:sldMk cId="2717879868" sldId="436"/>
            <ac:spMk id="2" creationId="{9E1BDD64-D0D3-2E20-C877-101146DDA3C2}"/>
          </ac:spMkLst>
        </pc:spChg>
        <pc:spChg chg="add mod">
          <ac:chgData name="Hartanto Tantriawan" userId="82e33306d5002250" providerId="LiveId" clId="{5753A697-1038-5003-83F6-CC341650460F}" dt="2026-03-03T04:40:54.302" v="9624" actId="3062"/>
          <ac:spMkLst>
            <pc:docMk/>
            <pc:sldMk cId="2717879868" sldId="436"/>
            <ac:spMk id="3" creationId="{435B0CC1-84E0-B6DC-875A-808D2AE2199F}"/>
          </ac:spMkLst>
        </pc:spChg>
        <pc:spChg chg="add mod">
          <ac:chgData name="Hartanto Tantriawan" userId="82e33306d5002250" providerId="LiveId" clId="{5753A697-1038-5003-83F6-CC341650460F}" dt="2026-03-03T04:40:54.302" v="9624" actId="3062"/>
          <ac:spMkLst>
            <pc:docMk/>
            <pc:sldMk cId="2717879868" sldId="436"/>
            <ac:spMk id="11" creationId="{52D352B5-EDBD-7D74-D9A5-62A9835E5E64}"/>
          </ac:spMkLst>
        </pc:spChg>
        <pc:spChg chg="add mod">
          <ac:chgData name="Hartanto Tantriawan" userId="82e33306d5002250" providerId="LiveId" clId="{5753A697-1038-5003-83F6-CC341650460F}" dt="2026-03-03T04:40:54.302" v="9624" actId="3062"/>
          <ac:spMkLst>
            <pc:docMk/>
            <pc:sldMk cId="2717879868" sldId="436"/>
            <ac:spMk id="14" creationId="{5F73D847-44D5-A73A-DD5B-5A85B41E1B4A}"/>
          </ac:spMkLst>
        </pc:spChg>
        <pc:spChg chg="add mod">
          <ac:chgData name="Hartanto Tantriawan" userId="82e33306d5002250" providerId="LiveId" clId="{5753A697-1038-5003-83F6-CC341650460F}" dt="2026-03-03T04:40:54.302" v="9624" actId="3062"/>
          <ac:spMkLst>
            <pc:docMk/>
            <pc:sldMk cId="2717879868" sldId="436"/>
            <ac:spMk id="15" creationId="{F73DE2B5-0F35-70F3-EE0E-0BE5E0AF017B}"/>
          </ac:spMkLst>
        </pc:spChg>
        <pc:spChg chg="add mod">
          <ac:chgData name="Hartanto Tantriawan" userId="82e33306d5002250" providerId="LiveId" clId="{5753A697-1038-5003-83F6-CC341650460F}" dt="2026-03-03T04:40:54.302" v="9624" actId="3062"/>
          <ac:spMkLst>
            <pc:docMk/>
            <pc:sldMk cId="2717879868" sldId="436"/>
            <ac:spMk id="17" creationId="{4830C66B-4AFC-2160-223A-E14D1CB9C063}"/>
          </ac:spMkLst>
        </pc:spChg>
        <pc:spChg chg="add mod">
          <ac:chgData name="Hartanto Tantriawan" userId="82e33306d5002250" providerId="LiveId" clId="{5753A697-1038-5003-83F6-CC341650460F}" dt="2026-03-03T04:40:54.302" v="9624" actId="3062"/>
          <ac:spMkLst>
            <pc:docMk/>
            <pc:sldMk cId="2717879868" sldId="436"/>
            <ac:spMk id="23" creationId="{0FC0105C-874D-60FE-3FD5-18EF68307C30}"/>
          </ac:spMkLst>
        </pc:spChg>
        <pc:spChg chg="add mod">
          <ac:chgData name="Hartanto Tantriawan" userId="82e33306d5002250" providerId="LiveId" clId="{5753A697-1038-5003-83F6-CC341650460F}" dt="2026-03-03T04:40:54.302" v="9624" actId="3062"/>
          <ac:spMkLst>
            <pc:docMk/>
            <pc:sldMk cId="2717879868" sldId="436"/>
            <ac:spMk id="25" creationId="{AD0C157F-A542-6F32-A1C3-4E4200B424FF}"/>
          </ac:spMkLst>
        </pc:spChg>
        <pc:spChg chg="add mod">
          <ac:chgData name="Hartanto Tantriawan" userId="82e33306d5002250" providerId="LiveId" clId="{5753A697-1038-5003-83F6-CC341650460F}" dt="2026-03-03T04:40:54.302" v="9624" actId="3062"/>
          <ac:spMkLst>
            <pc:docMk/>
            <pc:sldMk cId="2717879868" sldId="436"/>
            <ac:spMk id="28" creationId="{58CB0DD3-D951-C88E-1497-DF5393F3AE9F}"/>
          </ac:spMkLst>
        </pc:spChg>
        <pc:spChg chg="add mod">
          <ac:chgData name="Hartanto Tantriawan" userId="82e33306d5002250" providerId="LiveId" clId="{5753A697-1038-5003-83F6-CC341650460F}" dt="2026-03-03T04:40:54.302" v="9624" actId="3062"/>
          <ac:spMkLst>
            <pc:docMk/>
            <pc:sldMk cId="2717879868" sldId="436"/>
            <ac:spMk id="30" creationId="{348A8C17-958B-FC03-7111-53F6373F0E47}"/>
          </ac:spMkLst>
        </pc:spChg>
        <pc:spChg chg="add mod">
          <ac:chgData name="Hartanto Tantriawan" userId="82e33306d5002250" providerId="LiveId" clId="{5753A697-1038-5003-83F6-CC341650460F}" dt="2026-03-03T04:42:49.524" v="9645" actId="1076"/>
          <ac:spMkLst>
            <pc:docMk/>
            <pc:sldMk cId="2717879868" sldId="436"/>
            <ac:spMk id="708" creationId="{A36E04A5-12EE-31CE-3E1E-E4BCD272B9B9}"/>
          </ac:spMkLst>
        </pc:spChg>
        <pc:spChg chg="mod">
          <ac:chgData name="Hartanto Tantriawan" userId="82e33306d5002250" providerId="LiveId" clId="{5753A697-1038-5003-83F6-CC341650460F}" dt="2026-03-03T04:40:15.741" v="9619" actId="20577"/>
          <ac:spMkLst>
            <pc:docMk/>
            <pc:sldMk cId="2717879868" sldId="436"/>
            <ac:spMk id="761" creationId="{775EF0F7-F964-0493-49F2-D256A1260E6D}"/>
          </ac:spMkLst>
        </pc:spChg>
        <pc:grpChg chg="add mod">
          <ac:chgData name="Hartanto Tantriawan" userId="82e33306d5002250" providerId="LiveId" clId="{5753A697-1038-5003-83F6-CC341650460F}" dt="2026-03-03T04:40:41.897" v="9623" actId="14100"/>
          <ac:grpSpMkLst>
            <pc:docMk/>
            <pc:sldMk cId="2717879868" sldId="436"/>
            <ac:grpSpMk id="33" creationId="{5941BE7E-4790-08D1-2546-13E2079F20AE}"/>
          </ac:grpSpMkLst>
        </pc:grpChg>
        <pc:grpChg chg="del">
          <ac:chgData name="Hartanto Tantriawan" userId="82e33306d5002250" providerId="LiveId" clId="{5753A697-1038-5003-83F6-CC341650460F}" dt="2026-03-03T04:40:19.361" v="9620" actId="478"/>
          <ac:grpSpMkLst>
            <pc:docMk/>
            <pc:sldMk cId="2717879868" sldId="436"/>
            <ac:grpSpMk id="705" creationId="{4D807A68-08E5-1C22-D49C-1349420845AA}"/>
          </ac:grpSpMkLst>
        </pc:grpChg>
        <pc:graphicFrameChg chg="del">
          <ac:chgData name="Hartanto Tantriawan" userId="82e33306d5002250" providerId="LiveId" clId="{5753A697-1038-5003-83F6-CC341650460F}" dt="2026-03-03T04:40:58.780" v="9625" actId="478"/>
          <ac:graphicFrameMkLst>
            <pc:docMk/>
            <pc:sldMk cId="2717879868" sldId="436"/>
            <ac:graphicFrameMk id="706" creationId="{D354939E-BB67-066B-3E47-7A9C8E6010D4}"/>
          </ac:graphicFrameMkLst>
        </pc:graphicFrameChg>
        <pc:graphicFrameChg chg="mod modGraphic">
          <ac:chgData name="Hartanto Tantriawan" userId="82e33306d5002250" providerId="LiveId" clId="{5753A697-1038-5003-83F6-CC341650460F}" dt="2026-03-03T04:41:38.943" v="9631" actId="1076"/>
          <ac:graphicFrameMkLst>
            <pc:docMk/>
            <pc:sldMk cId="2717879868" sldId="436"/>
            <ac:graphicFrameMk id="707" creationId="{2D6571B2-B8F5-EDEC-66ED-C931CD40C036}"/>
          </ac:graphicFrameMkLst>
        </pc:graphicFrameChg>
      </pc:sldChg>
      <pc:sldChg chg="addSp delSp modSp add mod ord modNotesTx">
        <pc:chgData name="Hartanto Tantriawan" userId="82e33306d5002250" providerId="LiveId" clId="{5753A697-1038-5003-83F6-CC341650460F}" dt="2026-03-03T05:00:44.691" v="9694" actId="12"/>
        <pc:sldMkLst>
          <pc:docMk/>
          <pc:sldMk cId="3001138295" sldId="437"/>
        </pc:sldMkLst>
        <pc:spChg chg="mod">
          <ac:chgData name="Hartanto Tantriawan" userId="82e33306d5002250" providerId="LiveId" clId="{5753A697-1038-5003-83F6-CC341650460F}" dt="2026-03-03T04:51:54.955" v="9692" actId="207"/>
          <ac:spMkLst>
            <pc:docMk/>
            <pc:sldMk cId="3001138295" sldId="437"/>
            <ac:spMk id="19" creationId="{4DEAF716-CE1E-80DB-FD3D-076E558BA5E6}"/>
          </ac:spMkLst>
        </pc:spChg>
        <pc:spChg chg="mod">
          <ac:chgData name="Hartanto Tantriawan" userId="82e33306d5002250" providerId="LiveId" clId="{5753A697-1038-5003-83F6-CC341650460F}" dt="2026-03-03T04:49:10.294" v="9675" actId="1076"/>
          <ac:spMkLst>
            <pc:docMk/>
            <pc:sldMk cId="3001138295" sldId="437"/>
            <ac:spMk id="761" creationId="{58887889-2A3A-AE5B-D066-33D1D29891B3}"/>
          </ac:spMkLst>
        </pc:spChg>
        <pc:picChg chg="del">
          <ac:chgData name="Hartanto Tantriawan" userId="82e33306d5002250" providerId="LiveId" clId="{5753A697-1038-5003-83F6-CC341650460F}" dt="2026-03-03T04:48:13.042" v="9656" actId="478"/>
          <ac:picMkLst>
            <pc:docMk/>
            <pc:sldMk cId="3001138295" sldId="437"/>
            <ac:picMk id="2" creationId="{038FCF07-B047-AE81-A445-EDB25F6B4D0A}"/>
          </ac:picMkLst>
        </pc:picChg>
        <pc:picChg chg="add mod">
          <ac:chgData name="Hartanto Tantriawan" userId="82e33306d5002250" providerId="LiveId" clId="{5753A697-1038-5003-83F6-CC341650460F}" dt="2026-03-03T04:50:29.367" v="9687" actId="1076"/>
          <ac:picMkLst>
            <pc:docMk/>
            <pc:sldMk cId="3001138295" sldId="437"/>
            <ac:picMk id="3" creationId="{903E2961-3BD7-48D7-093E-89A2975275DC}"/>
          </ac:picMkLst>
        </pc:picChg>
      </pc:sldChg>
      <pc:sldChg chg="addSp delSp modSp add mod">
        <pc:chgData name="Hartanto Tantriawan" userId="82e33306d5002250" providerId="LiveId" clId="{5753A697-1038-5003-83F6-CC341650460F}" dt="2026-03-03T05:31:23.209" v="9768" actId="1076"/>
        <pc:sldMkLst>
          <pc:docMk/>
          <pc:sldMk cId="346729698" sldId="438"/>
        </pc:sldMkLst>
        <pc:spChg chg="mod">
          <ac:chgData name="Hartanto Tantriawan" userId="82e33306d5002250" providerId="LiveId" clId="{5753A697-1038-5003-83F6-CC341650460F}" dt="2026-03-03T05:31:19.024" v="9767" actId="20577"/>
          <ac:spMkLst>
            <pc:docMk/>
            <pc:sldMk cId="346729698" sldId="438"/>
            <ac:spMk id="19" creationId="{9D23D976-7AEF-B809-8B7F-7C3B2DA55958}"/>
          </ac:spMkLst>
        </pc:spChg>
        <pc:spChg chg="mod">
          <ac:chgData name="Hartanto Tantriawan" userId="82e33306d5002250" providerId="LiveId" clId="{5753A697-1038-5003-83F6-CC341650460F}" dt="2026-03-03T05:02:49.855" v="9704" actId="404"/>
          <ac:spMkLst>
            <pc:docMk/>
            <pc:sldMk cId="346729698" sldId="438"/>
            <ac:spMk id="761" creationId="{25D5B922-F128-C140-5326-323291E9110C}"/>
          </ac:spMkLst>
        </pc:spChg>
        <pc:picChg chg="add mod">
          <ac:chgData name="Hartanto Tantriawan" userId="82e33306d5002250" providerId="LiveId" clId="{5753A697-1038-5003-83F6-CC341650460F}" dt="2026-03-03T05:31:23.209" v="9768" actId="1076"/>
          <ac:picMkLst>
            <pc:docMk/>
            <pc:sldMk cId="346729698" sldId="438"/>
            <ac:picMk id="2" creationId="{3D3ACC16-FCB1-04E8-B128-3A21936A7622}"/>
          </ac:picMkLst>
        </pc:picChg>
        <pc:picChg chg="del">
          <ac:chgData name="Hartanto Tantriawan" userId="82e33306d5002250" providerId="LiveId" clId="{5753A697-1038-5003-83F6-CC341650460F}" dt="2026-03-03T05:02:12.233" v="9695" actId="478"/>
          <ac:picMkLst>
            <pc:docMk/>
            <pc:sldMk cId="346729698" sldId="438"/>
            <ac:picMk id="3" creationId="{8C730606-2F91-BC1E-5E13-DE65B3E7EA3C}"/>
          </ac:picMkLst>
        </pc:picChg>
      </pc:sldChg>
      <pc:sldChg chg="addSp delSp modSp add mod ord">
        <pc:chgData name="Hartanto Tantriawan" userId="82e33306d5002250" providerId="LiveId" clId="{5753A697-1038-5003-83F6-CC341650460F}" dt="2026-03-03T05:40:06.811" v="9851" actId="113"/>
        <pc:sldMkLst>
          <pc:docMk/>
          <pc:sldMk cId="2331797336" sldId="439"/>
        </pc:sldMkLst>
        <pc:spChg chg="add mod">
          <ac:chgData name="Hartanto Tantriawan" userId="82e33306d5002250" providerId="LiveId" clId="{5753A697-1038-5003-83F6-CC341650460F}" dt="2026-03-03T05:35:48.839" v="9814" actId="404"/>
          <ac:spMkLst>
            <pc:docMk/>
            <pc:sldMk cId="2331797336" sldId="439"/>
            <ac:spMk id="36" creationId="{8AFA7C24-3853-1019-7F8B-D316D774F499}"/>
          </ac:spMkLst>
        </pc:spChg>
        <pc:spChg chg="add mod">
          <ac:chgData name="Hartanto Tantriawan" userId="82e33306d5002250" providerId="LiveId" clId="{5753A697-1038-5003-83F6-CC341650460F}" dt="2026-03-03T05:35:48.839" v="9814" actId="404"/>
          <ac:spMkLst>
            <pc:docMk/>
            <pc:sldMk cId="2331797336" sldId="439"/>
            <ac:spMk id="45" creationId="{D423AFFD-18B4-6EC5-EE75-2D1E6900AD32}"/>
          </ac:spMkLst>
        </pc:spChg>
        <pc:spChg chg="add mod">
          <ac:chgData name="Hartanto Tantriawan" userId="82e33306d5002250" providerId="LiveId" clId="{5753A697-1038-5003-83F6-CC341650460F}" dt="2026-03-03T05:35:48.839" v="9814" actId="404"/>
          <ac:spMkLst>
            <pc:docMk/>
            <pc:sldMk cId="2331797336" sldId="439"/>
            <ac:spMk id="47" creationId="{FED15CF4-41AF-CBFD-76CD-F4260FAF24AE}"/>
          </ac:spMkLst>
        </pc:spChg>
        <pc:spChg chg="add mod">
          <ac:chgData name="Hartanto Tantriawan" userId="82e33306d5002250" providerId="LiveId" clId="{5753A697-1038-5003-83F6-CC341650460F}" dt="2026-03-03T05:35:48.839" v="9814" actId="404"/>
          <ac:spMkLst>
            <pc:docMk/>
            <pc:sldMk cId="2331797336" sldId="439"/>
            <ac:spMk id="55" creationId="{C5267D8C-1C32-5CD2-6A11-245560FC4180}"/>
          </ac:spMkLst>
        </pc:spChg>
        <pc:spChg chg="add mod">
          <ac:chgData name="Hartanto Tantriawan" userId="82e33306d5002250" providerId="LiveId" clId="{5753A697-1038-5003-83F6-CC341650460F}" dt="2026-03-03T05:35:48.839" v="9814" actId="404"/>
          <ac:spMkLst>
            <pc:docMk/>
            <pc:sldMk cId="2331797336" sldId="439"/>
            <ac:spMk id="56" creationId="{9C9853A4-70C5-B5F2-B4B8-14545A003415}"/>
          </ac:spMkLst>
        </pc:spChg>
        <pc:spChg chg="add mod">
          <ac:chgData name="Hartanto Tantriawan" userId="82e33306d5002250" providerId="LiveId" clId="{5753A697-1038-5003-83F6-CC341650460F}" dt="2026-03-03T05:35:48.839" v="9814" actId="404"/>
          <ac:spMkLst>
            <pc:docMk/>
            <pc:sldMk cId="2331797336" sldId="439"/>
            <ac:spMk id="59" creationId="{97D5ABD9-B170-6593-8E2C-638E8A294E8C}"/>
          </ac:spMkLst>
        </pc:spChg>
        <pc:spChg chg="add mod">
          <ac:chgData name="Hartanto Tantriawan" userId="82e33306d5002250" providerId="LiveId" clId="{5753A697-1038-5003-83F6-CC341650460F}" dt="2026-03-03T05:35:48.839" v="9814" actId="404"/>
          <ac:spMkLst>
            <pc:docMk/>
            <pc:sldMk cId="2331797336" sldId="439"/>
            <ac:spMk id="62" creationId="{B522A048-FF92-8C45-12E1-903B4D3F3474}"/>
          </ac:spMkLst>
        </pc:spChg>
        <pc:spChg chg="add mod">
          <ac:chgData name="Hartanto Tantriawan" userId="82e33306d5002250" providerId="LiveId" clId="{5753A697-1038-5003-83F6-CC341650460F}" dt="2026-03-03T05:35:48.839" v="9814" actId="404"/>
          <ac:spMkLst>
            <pc:docMk/>
            <pc:sldMk cId="2331797336" sldId="439"/>
            <ac:spMk id="63" creationId="{6565723B-D89F-15F9-0508-539EFB6C132E}"/>
          </ac:spMkLst>
        </pc:spChg>
        <pc:spChg chg="add mod">
          <ac:chgData name="Hartanto Tantriawan" userId="82e33306d5002250" providerId="LiveId" clId="{5753A697-1038-5003-83F6-CC341650460F}" dt="2026-03-03T05:35:48.839" v="9814" actId="404"/>
          <ac:spMkLst>
            <pc:docMk/>
            <pc:sldMk cId="2331797336" sldId="439"/>
            <ac:spMk id="705" creationId="{D617483B-A6C3-AD36-2FFB-F463F4C554A1}"/>
          </ac:spMkLst>
        </pc:spChg>
        <pc:spChg chg="add mod">
          <ac:chgData name="Hartanto Tantriawan" userId="82e33306d5002250" providerId="LiveId" clId="{5753A697-1038-5003-83F6-CC341650460F}" dt="2026-03-03T05:35:48.839" v="9814" actId="404"/>
          <ac:spMkLst>
            <pc:docMk/>
            <pc:sldMk cId="2331797336" sldId="439"/>
            <ac:spMk id="706" creationId="{74203DD8-1D6D-AA59-CE78-AC0CA4537E96}"/>
          </ac:spMkLst>
        </pc:spChg>
        <pc:spChg chg="mod">
          <ac:chgData name="Hartanto Tantriawan" userId="82e33306d5002250" providerId="LiveId" clId="{5753A697-1038-5003-83F6-CC341650460F}" dt="2026-03-03T05:40:06.811" v="9851" actId="113"/>
          <ac:spMkLst>
            <pc:docMk/>
            <pc:sldMk cId="2331797336" sldId="439"/>
            <ac:spMk id="708" creationId="{EA80697D-1D4A-7D9E-0762-12DB51C8D047}"/>
          </ac:spMkLst>
        </pc:spChg>
        <pc:spChg chg="mod">
          <ac:chgData name="Hartanto Tantriawan" userId="82e33306d5002250" providerId="LiveId" clId="{5753A697-1038-5003-83F6-CC341650460F}" dt="2026-03-03T05:36:00.745" v="9817" actId="1076"/>
          <ac:spMkLst>
            <pc:docMk/>
            <pc:sldMk cId="2331797336" sldId="439"/>
            <ac:spMk id="761" creationId="{E27010AF-B885-062B-8497-031D058EC61B}"/>
          </ac:spMkLst>
        </pc:spChg>
        <pc:grpChg chg="del">
          <ac:chgData name="Hartanto Tantriawan" userId="82e33306d5002250" providerId="LiveId" clId="{5753A697-1038-5003-83F6-CC341650460F}" dt="2026-03-03T05:35:05.444" v="9802" actId="478"/>
          <ac:grpSpMkLst>
            <pc:docMk/>
            <pc:sldMk cId="2331797336" sldId="439"/>
            <ac:grpSpMk id="33" creationId="{457AE45C-275E-B810-83F6-8478E15230A7}"/>
          </ac:grpSpMkLst>
        </pc:grpChg>
        <pc:grpChg chg="add mod">
          <ac:chgData name="Hartanto Tantriawan" userId="82e33306d5002250" providerId="LiveId" clId="{5753A697-1038-5003-83F6-CC341650460F}" dt="2026-03-03T05:36:10.179" v="9818" actId="1076"/>
          <ac:grpSpMkLst>
            <pc:docMk/>
            <pc:sldMk cId="2331797336" sldId="439"/>
            <ac:grpSpMk id="711" creationId="{DFD0A723-E246-3622-AB33-6C09F1BD3779}"/>
          </ac:grpSpMkLst>
        </pc:grpChg>
        <pc:graphicFrameChg chg="del">
          <ac:chgData name="Hartanto Tantriawan" userId="82e33306d5002250" providerId="LiveId" clId="{5753A697-1038-5003-83F6-CC341650460F}" dt="2026-03-03T05:35:10.640" v="9803" actId="478"/>
          <ac:graphicFrameMkLst>
            <pc:docMk/>
            <pc:sldMk cId="2331797336" sldId="439"/>
            <ac:graphicFrameMk id="707" creationId="{C5AF51FA-A4E9-3765-6F28-12A87704005D}"/>
          </ac:graphicFrameMkLst>
        </pc:graphicFrameChg>
        <pc:graphicFrameChg chg="add mod modGraphic">
          <ac:chgData name="Hartanto Tantriawan" userId="82e33306d5002250" providerId="LiveId" clId="{5753A697-1038-5003-83F6-CC341650460F}" dt="2026-03-03T05:37:00.876" v="9825" actId="2084"/>
          <ac:graphicFrameMkLst>
            <pc:docMk/>
            <pc:sldMk cId="2331797336" sldId="439"/>
            <ac:graphicFrameMk id="712" creationId="{F0A31C59-7F3B-5C7C-2C37-5D9093B3E725}"/>
          </ac:graphicFrameMkLst>
        </pc:graphicFrameChg>
      </pc:sldChg>
      <pc:sldChg chg="delSp modSp add mod">
        <pc:chgData name="Hartanto Tantriawan" userId="82e33306d5002250" providerId="LiveId" clId="{5753A697-1038-5003-83F6-CC341650460F}" dt="2026-03-03T05:49:01.349" v="9928" actId="207"/>
        <pc:sldMkLst>
          <pc:docMk/>
          <pc:sldMk cId="1746721372" sldId="440"/>
        </pc:sldMkLst>
        <pc:spChg chg="mod">
          <ac:chgData name="Hartanto Tantriawan" userId="82e33306d5002250" providerId="LiveId" clId="{5753A697-1038-5003-83F6-CC341650460F}" dt="2026-03-03T05:49:01.349" v="9928" actId="207"/>
          <ac:spMkLst>
            <pc:docMk/>
            <pc:sldMk cId="1746721372" sldId="440"/>
            <ac:spMk id="19" creationId="{4974478A-4CAB-1E68-0A90-F5DD39F95E93}"/>
          </ac:spMkLst>
        </pc:spChg>
        <pc:spChg chg="mod">
          <ac:chgData name="Hartanto Tantriawan" userId="82e33306d5002250" providerId="LiveId" clId="{5753A697-1038-5003-83F6-CC341650460F}" dt="2026-03-03T05:45:02.198" v="9863" actId="20577"/>
          <ac:spMkLst>
            <pc:docMk/>
            <pc:sldMk cId="1746721372" sldId="440"/>
            <ac:spMk id="761" creationId="{8367ABC6-2D2A-80A9-165D-9F20DFD9E1FB}"/>
          </ac:spMkLst>
        </pc:spChg>
        <pc:picChg chg="del">
          <ac:chgData name="Hartanto Tantriawan" userId="82e33306d5002250" providerId="LiveId" clId="{5753A697-1038-5003-83F6-CC341650460F}" dt="2026-03-03T05:45:05.093" v="9864" actId="478"/>
          <ac:picMkLst>
            <pc:docMk/>
            <pc:sldMk cId="1746721372" sldId="440"/>
            <ac:picMk id="2" creationId="{CA7F3355-667D-3960-2AAB-602363962B1B}"/>
          </ac:picMkLst>
        </pc:picChg>
      </pc:sldChg>
      <pc:sldChg chg="addSp delSp modSp add mod ord">
        <pc:chgData name="Hartanto Tantriawan" userId="82e33306d5002250" providerId="LiveId" clId="{5753A697-1038-5003-83F6-CC341650460F}" dt="2026-03-03T05:53:50.732" v="9973" actId="207"/>
        <pc:sldMkLst>
          <pc:docMk/>
          <pc:sldMk cId="3198440868" sldId="441"/>
        </pc:sldMkLst>
        <pc:spChg chg="add mod">
          <ac:chgData name="Hartanto Tantriawan" userId="82e33306d5002250" providerId="LiveId" clId="{5753A697-1038-5003-83F6-CC341650460F}" dt="2026-03-03T05:50:21.852" v="9947" actId="403"/>
          <ac:spMkLst>
            <pc:docMk/>
            <pc:sldMk cId="3198440868" sldId="441"/>
            <ac:spMk id="4" creationId="{4416F8EA-A505-FCAC-E19E-886543200F41}"/>
          </ac:spMkLst>
        </pc:spChg>
        <pc:spChg chg="add mod">
          <ac:chgData name="Hartanto Tantriawan" userId="82e33306d5002250" providerId="LiveId" clId="{5753A697-1038-5003-83F6-CC341650460F}" dt="2026-03-03T05:50:21.852" v="9947" actId="403"/>
          <ac:spMkLst>
            <pc:docMk/>
            <pc:sldMk cId="3198440868" sldId="441"/>
            <ac:spMk id="5" creationId="{D3980A20-E039-9C57-6CC7-6BAF8EEBFC39}"/>
          </ac:spMkLst>
        </pc:spChg>
        <pc:spChg chg="add mod">
          <ac:chgData name="Hartanto Tantriawan" userId="82e33306d5002250" providerId="LiveId" clId="{5753A697-1038-5003-83F6-CC341650460F}" dt="2026-03-03T05:50:21.852" v="9947" actId="403"/>
          <ac:spMkLst>
            <pc:docMk/>
            <pc:sldMk cId="3198440868" sldId="441"/>
            <ac:spMk id="10" creationId="{A7A8C59E-BC5E-0FCC-7285-7133507CE9EE}"/>
          </ac:spMkLst>
        </pc:spChg>
        <pc:spChg chg="add mod">
          <ac:chgData name="Hartanto Tantriawan" userId="82e33306d5002250" providerId="LiveId" clId="{5753A697-1038-5003-83F6-CC341650460F}" dt="2026-03-03T05:50:21.852" v="9947" actId="403"/>
          <ac:spMkLst>
            <pc:docMk/>
            <pc:sldMk cId="3198440868" sldId="441"/>
            <ac:spMk id="13" creationId="{14DA8264-2767-C296-1426-2D74F1FFE395}"/>
          </ac:spMkLst>
        </pc:spChg>
        <pc:spChg chg="add mod">
          <ac:chgData name="Hartanto Tantriawan" userId="82e33306d5002250" providerId="LiveId" clId="{5753A697-1038-5003-83F6-CC341650460F}" dt="2026-03-03T05:50:21.852" v="9947" actId="403"/>
          <ac:spMkLst>
            <pc:docMk/>
            <pc:sldMk cId="3198440868" sldId="441"/>
            <ac:spMk id="18" creationId="{17C94DFB-FF57-5844-D18C-87B93BF6FCEB}"/>
          </ac:spMkLst>
        </pc:spChg>
        <pc:spChg chg="add mod">
          <ac:chgData name="Hartanto Tantriawan" userId="82e33306d5002250" providerId="LiveId" clId="{5753A697-1038-5003-83F6-CC341650460F}" dt="2026-03-03T05:50:21.852" v="9947" actId="403"/>
          <ac:spMkLst>
            <pc:docMk/>
            <pc:sldMk cId="3198440868" sldId="441"/>
            <ac:spMk id="22" creationId="{105B1BD5-BE72-D0D3-A218-269BBCC4802B}"/>
          </ac:spMkLst>
        </pc:spChg>
        <pc:spChg chg="add mod">
          <ac:chgData name="Hartanto Tantriawan" userId="82e33306d5002250" providerId="LiveId" clId="{5753A697-1038-5003-83F6-CC341650460F}" dt="2026-03-03T05:50:21.852" v="9947" actId="403"/>
          <ac:spMkLst>
            <pc:docMk/>
            <pc:sldMk cId="3198440868" sldId="441"/>
            <ac:spMk id="25" creationId="{ACA3BC88-2938-E504-3FB0-2E12AF3BDFE3}"/>
          </ac:spMkLst>
        </pc:spChg>
        <pc:spChg chg="add mod">
          <ac:chgData name="Hartanto Tantriawan" userId="82e33306d5002250" providerId="LiveId" clId="{5753A697-1038-5003-83F6-CC341650460F}" dt="2026-03-03T05:50:21.852" v="9947" actId="403"/>
          <ac:spMkLst>
            <pc:docMk/>
            <pc:sldMk cId="3198440868" sldId="441"/>
            <ac:spMk id="26" creationId="{6C5E08A2-D036-96E7-F328-E8F05240491F}"/>
          </ac:spMkLst>
        </pc:spChg>
        <pc:spChg chg="add mod">
          <ac:chgData name="Hartanto Tantriawan" userId="82e33306d5002250" providerId="LiveId" clId="{5753A697-1038-5003-83F6-CC341650460F}" dt="2026-03-03T05:50:21.852" v="9947" actId="403"/>
          <ac:spMkLst>
            <pc:docMk/>
            <pc:sldMk cId="3198440868" sldId="441"/>
            <ac:spMk id="27" creationId="{7DC1AFFE-24AC-8A29-9DD3-C218F1022A5C}"/>
          </ac:spMkLst>
        </pc:spChg>
        <pc:spChg chg="add mod">
          <ac:chgData name="Hartanto Tantriawan" userId="82e33306d5002250" providerId="LiveId" clId="{5753A697-1038-5003-83F6-CC341650460F}" dt="2026-03-03T05:50:21.852" v="9947" actId="403"/>
          <ac:spMkLst>
            <pc:docMk/>
            <pc:sldMk cId="3198440868" sldId="441"/>
            <ac:spMk id="28" creationId="{E7F600AB-A6C6-4B63-3A84-2AC05B49F138}"/>
          </ac:spMkLst>
        </pc:spChg>
        <pc:spChg chg="mod">
          <ac:chgData name="Hartanto Tantriawan" userId="82e33306d5002250" providerId="LiveId" clId="{5753A697-1038-5003-83F6-CC341650460F}" dt="2026-03-03T05:53:50.732" v="9973" actId="207"/>
          <ac:spMkLst>
            <pc:docMk/>
            <pc:sldMk cId="3198440868" sldId="441"/>
            <ac:spMk id="708" creationId="{F877C2D2-3853-276C-0E7A-E3023A645095}"/>
          </ac:spMkLst>
        </pc:spChg>
        <pc:spChg chg="mod">
          <ac:chgData name="Hartanto Tantriawan" userId="82e33306d5002250" providerId="LiveId" clId="{5753A697-1038-5003-83F6-CC341650460F}" dt="2026-03-03T05:50:03.023" v="9943" actId="1076"/>
          <ac:spMkLst>
            <pc:docMk/>
            <pc:sldMk cId="3198440868" sldId="441"/>
            <ac:spMk id="761" creationId="{3DE956F9-522C-E763-7C54-A92FCF5810B5}"/>
          </ac:spMkLst>
        </pc:spChg>
        <pc:grpChg chg="add mod">
          <ac:chgData name="Hartanto Tantriawan" userId="82e33306d5002250" providerId="LiveId" clId="{5753A697-1038-5003-83F6-CC341650460F}" dt="2026-03-03T05:53:29.338" v="9967" actId="1036"/>
          <ac:grpSpMkLst>
            <pc:docMk/>
            <pc:sldMk cId="3198440868" sldId="441"/>
            <ac:grpSpMk id="29" creationId="{2176F8CE-B2CA-3CD8-8CBE-35BF356AEAF7}"/>
          </ac:grpSpMkLst>
        </pc:grpChg>
        <pc:grpChg chg="del">
          <ac:chgData name="Hartanto Tantriawan" userId="82e33306d5002250" providerId="LiveId" clId="{5753A697-1038-5003-83F6-CC341650460F}" dt="2026-03-03T05:49:46.139" v="9938" actId="478"/>
          <ac:grpSpMkLst>
            <pc:docMk/>
            <pc:sldMk cId="3198440868" sldId="441"/>
            <ac:grpSpMk id="711" creationId="{F61971CC-D381-CC2B-46AF-35F9529F4932}"/>
          </ac:grpSpMkLst>
        </pc:grpChg>
        <pc:graphicFrameChg chg="mod modGraphic">
          <ac:chgData name="Hartanto Tantriawan" userId="82e33306d5002250" providerId="LiveId" clId="{5753A697-1038-5003-83F6-CC341650460F}" dt="2026-03-03T05:53:38.250" v="9970" actId="404"/>
          <ac:graphicFrameMkLst>
            <pc:docMk/>
            <pc:sldMk cId="3198440868" sldId="441"/>
            <ac:graphicFrameMk id="712" creationId="{4946AD58-4256-2BB3-5E84-29623D6BC54D}"/>
          </ac:graphicFrameMkLst>
        </pc:graphicFrameChg>
      </pc:sldChg>
      <pc:sldChg chg="addSp delSp modSp add mod">
        <pc:chgData name="Hartanto Tantriawan" userId="82e33306d5002250" providerId="LiveId" clId="{5753A697-1038-5003-83F6-CC341650460F}" dt="2026-03-03T05:56:04.138" v="10001" actId="207"/>
        <pc:sldMkLst>
          <pc:docMk/>
          <pc:sldMk cId="2975815620" sldId="442"/>
        </pc:sldMkLst>
        <pc:spChg chg="add mod">
          <ac:chgData name="Hartanto Tantriawan" userId="82e33306d5002250" providerId="LiveId" clId="{5753A697-1038-5003-83F6-CC341650460F}" dt="2026-03-03T05:54:38.554" v="9979" actId="404"/>
          <ac:spMkLst>
            <pc:docMk/>
            <pc:sldMk cId="2975815620" sldId="442"/>
            <ac:spMk id="34" creationId="{46B7D3FB-C236-9A3E-56C7-13297F792638}"/>
          </ac:spMkLst>
        </pc:spChg>
        <pc:spChg chg="add mod">
          <ac:chgData name="Hartanto Tantriawan" userId="82e33306d5002250" providerId="LiveId" clId="{5753A697-1038-5003-83F6-CC341650460F}" dt="2026-03-03T05:54:38.554" v="9979" actId="404"/>
          <ac:spMkLst>
            <pc:docMk/>
            <pc:sldMk cId="2975815620" sldId="442"/>
            <ac:spMk id="38" creationId="{558C63CB-D7F9-CACD-04AA-E110279158E5}"/>
          </ac:spMkLst>
        </pc:spChg>
        <pc:spChg chg="add mod">
          <ac:chgData name="Hartanto Tantriawan" userId="82e33306d5002250" providerId="LiveId" clId="{5753A697-1038-5003-83F6-CC341650460F}" dt="2026-03-03T05:54:38.554" v="9979" actId="404"/>
          <ac:spMkLst>
            <pc:docMk/>
            <pc:sldMk cId="2975815620" sldId="442"/>
            <ac:spMk id="39" creationId="{919F5510-B9FC-2A59-0313-4D775A472E22}"/>
          </ac:spMkLst>
        </pc:spChg>
        <pc:spChg chg="add mod">
          <ac:chgData name="Hartanto Tantriawan" userId="82e33306d5002250" providerId="LiveId" clId="{5753A697-1038-5003-83F6-CC341650460F}" dt="2026-03-03T05:54:38.554" v="9979" actId="404"/>
          <ac:spMkLst>
            <pc:docMk/>
            <pc:sldMk cId="2975815620" sldId="442"/>
            <ac:spMk id="42" creationId="{6C22456A-42C9-6908-7E22-4FC4A5F6BAA1}"/>
          </ac:spMkLst>
        </pc:spChg>
        <pc:spChg chg="add mod">
          <ac:chgData name="Hartanto Tantriawan" userId="82e33306d5002250" providerId="LiveId" clId="{5753A697-1038-5003-83F6-CC341650460F}" dt="2026-03-03T05:54:38.554" v="9979" actId="404"/>
          <ac:spMkLst>
            <pc:docMk/>
            <pc:sldMk cId="2975815620" sldId="442"/>
            <ac:spMk id="43" creationId="{7B7F0E03-3B93-9844-AB6B-0790EAE656B9}"/>
          </ac:spMkLst>
        </pc:spChg>
        <pc:spChg chg="add mod">
          <ac:chgData name="Hartanto Tantriawan" userId="82e33306d5002250" providerId="LiveId" clId="{5753A697-1038-5003-83F6-CC341650460F}" dt="2026-03-03T05:54:38.554" v="9979" actId="404"/>
          <ac:spMkLst>
            <pc:docMk/>
            <pc:sldMk cId="2975815620" sldId="442"/>
            <ac:spMk id="44" creationId="{49000354-645D-4E0D-4996-16B15019BEAD}"/>
          </ac:spMkLst>
        </pc:spChg>
        <pc:spChg chg="add mod">
          <ac:chgData name="Hartanto Tantriawan" userId="82e33306d5002250" providerId="LiveId" clId="{5753A697-1038-5003-83F6-CC341650460F}" dt="2026-03-03T05:54:38.554" v="9979" actId="404"/>
          <ac:spMkLst>
            <pc:docMk/>
            <pc:sldMk cId="2975815620" sldId="442"/>
            <ac:spMk id="48" creationId="{3EA491E5-AF7E-EF1F-82C7-0BA8EEB5F0A4}"/>
          </ac:spMkLst>
        </pc:spChg>
        <pc:spChg chg="add mod">
          <ac:chgData name="Hartanto Tantriawan" userId="82e33306d5002250" providerId="LiveId" clId="{5753A697-1038-5003-83F6-CC341650460F}" dt="2026-03-03T05:54:38.554" v="9979" actId="404"/>
          <ac:spMkLst>
            <pc:docMk/>
            <pc:sldMk cId="2975815620" sldId="442"/>
            <ac:spMk id="55" creationId="{084933FF-C250-D126-9236-43B4C8DAE0B9}"/>
          </ac:spMkLst>
        </pc:spChg>
        <pc:spChg chg="add mod">
          <ac:chgData name="Hartanto Tantriawan" userId="82e33306d5002250" providerId="LiveId" clId="{5753A697-1038-5003-83F6-CC341650460F}" dt="2026-03-03T05:54:38.554" v="9979" actId="404"/>
          <ac:spMkLst>
            <pc:docMk/>
            <pc:sldMk cId="2975815620" sldId="442"/>
            <ac:spMk id="56" creationId="{3C21AC18-E66A-BA99-BC11-5D579E8F4F71}"/>
          </ac:spMkLst>
        </pc:spChg>
        <pc:spChg chg="add mod">
          <ac:chgData name="Hartanto Tantriawan" userId="82e33306d5002250" providerId="LiveId" clId="{5753A697-1038-5003-83F6-CC341650460F}" dt="2026-03-03T05:54:38.554" v="9979" actId="404"/>
          <ac:spMkLst>
            <pc:docMk/>
            <pc:sldMk cId="2975815620" sldId="442"/>
            <ac:spMk id="59" creationId="{6312EEC6-57B4-24B3-F4B4-08E4F9ADBB8A}"/>
          </ac:spMkLst>
        </pc:spChg>
        <pc:spChg chg="mod">
          <ac:chgData name="Hartanto Tantriawan" userId="82e33306d5002250" providerId="LiveId" clId="{5753A697-1038-5003-83F6-CC341650460F}" dt="2026-03-03T05:56:04.138" v="10001" actId="207"/>
          <ac:spMkLst>
            <pc:docMk/>
            <pc:sldMk cId="2975815620" sldId="442"/>
            <ac:spMk id="708" creationId="{D4BAB0F6-5046-F76F-F2FB-43EA803801F6}"/>
          </ac:spMkLst>
        </pc:spChg>
        <pc:grpChg chg="del">
          <ac:chgData name="Hartanto Tantriawan" userId="82e33306d5002250" providerId="LiveId" clId="{5753A697-1038-5003-83F6-CC341650460F}" dt="2026-03-03T05:54:27.323" v="9975" actId="478"/>
          <ac:grpSpMkLst>
            <pc:docMk/>
            <pc:sldMk cId="2975815620" sldId="442"/>
            <ac:grpSpMk id="29" creationId="{A84B1171-C59D-89A3-0254-61E388363092}"/>
          </ac:grpSpMkLst>
        </pc:grpChg>
        <pc:grpChg chg="add mod">
          <ac:chgData name="Hartanto Tantriawan" userId="82e33306d5002250" providerId="LiveId" clId="{5753A697-1038-5003-83F6-CC341650460F}" dt="2026-03-03T05:54:49.895" v="9981" actId="1076"/>
          <ac:grpSpMkLst>
            <pc:docMk/>
            <pc:sldMk cId="2975815620" sldId="442"/>
            <ac:grpSpMk id="62" creationId="{8C0D8FBA-5D52-0DA3-BDBA-8285D8BB5D2B}"/>
          </ac:grpSpMkLst>
        </pc:grpChg>
        <pc:graphicFrameChg chg="add mod modGraphic">
          <ac:chgData name="Hartanto Tantriawan" userId="82e33306d5002250" providerId="LiveId" clId="{5753A697-1038-5003-83F6-CC341650460F}" dt="2026-03-03T05:55:45.137" v="9998" actId="1035"/>
          <ac:graphicFrameMkLst>
            <pc:docMk/>
            <pc:sldMk cId="2975815620" sldId="442"/>
            <ac:graphicFrameMk id="63" creationId="{C148ADCF-0942-D1C8-F257-670252B988FD}"/>
          </ac:graphicFrameMkLst>
        </pc:graphicFrameChg>
        <pc:graphicFrameChg chg="del">
          <ac:chgData name="Hartanto Tantriawan" userId="82e33306d5002250" providerId="LiveId" clId="{5753A697-1038-5003-83F6-CC341650460F}" dt="2026-03-03T05:54:57.056" v="9982" actId="478"/>
          <ac:graphicFrameMkLst>
            <pc:docMk/>
            <pc:sldMk cId="2975815620" sldId="442"/>
            <ac:graphicFrameMk id="712" creationId="{2D551D4B-91D1-25B1-314E-D9491E96239D}"/>
          </ac:graphicFrameMkLst>
        </pc:graphicFrameChg>
      </pc:sldChg>
      <pc:sldChg chg="addSp delSp modSp add mod ord">
        <pc:chgData name="Hartanto Tantriawan" userId="82e33306d5002250" providerId="LiveId" clId="{5753A697-1038-5003-83F6-CC341650460F}" dt="2026-03-03T06:06:09.249" v="10147" actId="20577"/>
        <pc:sldMkLst>
          <pc:docMk/>
          <pc:sldMk cId="3718981830" sldId="443"/>
        </pc:sldMkLst>
        <pc:spChg chg="mod">
          <ac:chgData name="Hartanto Tantriawan" userId="82e33306d5002250" providerId="LiveId" clId="{5753A697-1038-5003-83F6-CC341650460F}" dt="2026-03-03T06:06:09.249" v="10147" actId="20577"/>
          <ac:spMkLst>
            <pc:docMk/>
            <pc:sldMk cId="3718981830" sldId="443"/>
            <ac:spMk id="19" creationId="{C034218B-8147-E913-C17B-FDDC258E9999}"/>
          </ac:spMkLst>
        </pc:spChg>
        <pc:spChg chg="mod">
          <ac:chgData name="Hartanto Tantriawan" userId="82e33306d5002250" providerId="LiveId" clId="{5753A697-1038-5003-83F6-CC341650460F}" dt="2026-03-03T05:59:34.777" v="10044" actId="1036"/>
          <ac:spMkLst>
            <pc:docMk/>
            <pc:sldMk cId="3718981830" sldId="443"/>
            <ac:spMk id="761" creationId="{46451752-2436-9776-4A36-F686E7A03B2A}"/>
          </ac:spMkLst>
        </pc:spChg>
        <pc:picChg chg="del">
          <ac:chgData name="Hartanto Tantriawan" userId="82e33306d5002250" providerId="LiveId" clId="{5753A697-1038-5003-83F6-CC341650460F}" dt="2026-03-03T06:01:43.590" v="10052" actId="478"/>
          <ac:picMkLst>
            <pc:docMk/>
            <pc:sldMk cId="3718981830" sldId="443"/>
            <ac:picMk id="2" creationId="{D5FE7B3F-4924-AE39-E97D-1383DAEF1904}"/>
          </ac:picMkLst>
        </pc:picChg>
        <pc:picChg chg="add mod">
          <ac:chgData name="Hartanto Tantriawan" userId="82e33306d5002250" providerId="LiveId" clId="{5753A697-1038-5003-83F6-CC341650460F}" dt="2026-03-03T06:02:19.348" v="10062" actId="1076"/>
          <ac:picMkLst>
            <pc:docMk/>
            <pc:sldMk cId="3718981830" sldId="443"/>
            <ac:picMk id="3" creationId="{10654040-BE59-D3A6-EF70-6148D111A59D}"/>
          </ac:picMkLst>
        </pc:picChg>
      </pc:sldChg>
      <pc:sldChg chg="addSp delSp modSp add mod">
        <pc:chgData name="Hartanto Tantriawan" userId="82e33306d5002250" providerId="LiveId" clId="{5753A697-1038-5003-83F6-CC341650460F}" dt="2026-03-03T06:11:03.897" v="10190" actId="20577"/>
        <pc:sldMkLst>
          <pc:docMk/>
          <pc:sldMk cId="4208666036" sldId="444"/>
        </pc:sldMkLst>
        <pc:spChg chg="add mod">
          <ac:chgData name="Hartanto Tantriawan" userId="82e33306d5002250" providerId="LiveId" clId="{5753A697-1038-5003-83F6-CC341650460F}" dt="2026-03-03T06:06:40.668" v="10160"/>
          <ac:spMkLst>
            <pc:docMk/>
            <pc:sldMk cId="4208666036" sldId="444"/>
            <ac:spMk id="2" creationId="{18FE9D90-0B33-5218-625C-C953A47BA7F5}"/>
          </ac:spMkLst>
        </pc:spChg>
        <pc:spChg chg="mod">
          <ac:chgData name="Hartanto Tantriawan" userId="82e33306d5002250" providerId="LiveId" clId="{5753A697-1038-5003-83F6-CC341650460F}" dt="2026-03-03T06:11:03.897" v="10190" actId="20577"/>
          <ac:spMkLst>
            <pc:docMk/>
            <pc:sldMk cId="4208666036" sldId="444"/>
            <ac:spMk id="19" creationId="{15DA8E08-59F4-27DA-A5C7-BEE02DB57620}"/>
          </ac:spMkLst>
        </pc:spChg>
        <pc:spChg chg="mod">
          <ac:chgData name="Hartanto Tantriawan" userId="82e33306d5002250" providerId="LiveId" clId="{5753A697-1038-5003-83F6-CC341650460F}" dt="2026-03-03T06:05:37.486" v="10121" actId="20577"/>
          <ac:spMkLst>
            <pc:docMk/>
            <pc:sldMk cId="4208666036" sldId="444"/>
            <ac:spMk id="761" creationId="{A2681ED7-E54E-A1A6-27A7-253F72F3AB26}"/>
          </ac:spMkLst>
        </pc:spChg>
        <pc:picChg chg="del">
          <ac:chgData name="Hartanto Tantriawan" userId="82e33306d5002250" providerId="LiveId" clId="{5753A697-1038-5003-83F6-CC341650460F}" dt="2026-03-03T06:05:40.022" v="10122" actId="478"/>
          <ac:picMkLst>
            <pc:docMk/>
            <pc:sldMk cId="4208666036" sldId="444"/>
            <ac:picMk id="3" creationId="{C07CB60E-D26A-94E2-19A5-3ECD390A5C32}"/>
          </ac:picMkLst>
        </pc:picChg>
        <pc:picChg chg="add mod">
          <ac:chgData name="Hartanto Tantriawan" userId="82e33306d5002250" providerId="LiveId" clId="{5753A697-1038-5003-83F6-CC341650460F}" dt="2026-03-03T06:10:43.419" v="10188" actId="1076"/>
          <ac:picMkLst>
            <pc:docMk/>
            <pc:sldMk cId="4208666036" sldId="444"/>
            <ac:picMk id="4" creationId="{649666DE-D8EB-FE4A-BFE3-97963EC1496D}"/>
          </ac:picMkLst>
        </pc:picChg>
      </pc:sldChg>
      <pc:sldChg chg="delSp modSp add mod">
        <pc:chgData name="Hartanto Tantriawan" userId="82e33306d5002250" providerId="LiveId" clId="{5753A697-1038-5003-83F6-CC341650460F}" dt="2026-03-03T06:13:52.891" v="10234" actId="207"/>
        <pc:sldMkLst>
          <pc:docMk/>
          <pc:sldMk cId="3781739254" sldId="445"/>
        </pc:sldMkLst>
        <pc:spChg chg="mod">
          <ac:chgData name="Hartanto Tantriawan" userId="82e33306d5002250" providerId="LiveId" clId="{5753A697-1038-5003-83F6-CC341650460F}" dt="2026-03-03T06:13:52.891" v="10234" actId="207"/>
          <ac:spMkLst>
            <pc:docMk/>
            <pc:sldMk cId="3781739254" sldId="445"/>
            <ac:spMk id="19" creationId="{620AB431-7526-4D6C-3ACD-73199078F332}"/>
          </ac:spMkLst>
        </pc:spChg>
        <pc:spChg chg="mod">
          <ac:chgData name="Hartanto Tantriawan" userId="82e33306d5002250" providerId="LiveId" clId="{5753A697-1038-5003-83F6-CC341650460F}" dt="2026-03-03T06:11:51.253" v="10207" actId="20577"/>
          <ac:spMkLst>
            <pc:docMk/>
            <pc:sldMk cId="3781739254" sldId="445"/>
            <ac:spMk id="761" creationId="{8F42EFF0-1E73-D998-788F-3E9177FFB9B4}"/>
          </ac:spMkLst>
        </pc:spChg>
        <pc:picChg chg="del">
          <ac:chgData name="Hartanto Tantriawan" userId="82e33306d5002250" providerId="LiveId" clId="{5753A697-1038-5003-83F6-CC341650460F}" dt="2026-03-03T06:11:56.305" v="10208" actId="478"/>
          <ac:picMkLst>
            <pc:docMk/>
            <pc:sldMk cId="3781739254" sldId="445"/>
            <ac:picMk id="4" creationId="{83BD8D0E-2E83-900F-F0E3-64A1F6AF1255}"/>
          </ac:picMkLst>
        </pc:picChg>
      </pc:sldChg>
      <pc:sldChg chg="addSp modSp add mod">
        <pc:chgData name="Hartanto Tantriawan" userId="82e33306d5002250" providerId="LiveId" clId="{5753A697-1038-5003-83F6-CC341650460F}" dt="2026-03-03T06:18:03.724" v="10258" actId="113"/>
        <pc:sldMkLst>
          <pc:docMk/>
          <pc:sldMk cId="2232004849" sldId="446"/>
        </pc:sldMkLst>
        <pc:spChg chg="add mod">
          <ac:chgData name="Hartanto Tantriawan" userId="82e33306d5002250" providerId="LiveId" clId="{5753A697-1038-5003-83F6-CC341650460F}" dt="2026-03-03T06:14:46.918" v="10244" actId="207"/>
          <ac:spMkLst>
            <pc:docMk/>
            <pc:sldMk cId="2232004849" sldId="446"/>
            <ac:spMk id="7" creationId="{B1B57CC3-4C36-5FE4-5597-545418711014}"/>
          </ac:spMkLst>
        </pc:spChg>
        <pc:spChg chg="add mod">
          <ac:chgData name="Hartanto Tantriawan" userId="82e33306d5002250" providerId="LiveId" clId="{5753A697-1038-5003-83F6-CC341650460F}" dt="2026-03-03T06:14:46.918" v="10244" actId="207"/>
          <ac:spMkLst>
            <pc:docMk/>
            <pc:sldMk cId="2232004849" sldId="446"/>
            <ac:spMk id="8" creationId="{9B0129DA-F028-1154-98FC-B6849B63E2F2}"/>
          </ac:spMkLst>
        </pc:spChg>
        <pc:spChg chg="add mod">
          <ac:chgData name="Hartanto Tantriawan" userId="82e33306d5002250" providerId="LiveId" clId="{5753A697-1038-5003-83F6-CC341650460F}" dt="2026-03-03T06:14:46.918" v="10244" actId="207"/>
          <ac:spMkLst>
            <pc:docMk/>
            <pc:sldMk cId="2232004849" sldId="446"/>
            <ac:spMk id="10" creationId="{410D782C-8EF4-BE6A-C977-9638ABDFBA5C}"/>
          </ac:spMkLst>
        </pc:spChg>
        <pc:spChg chg="add mod">
          <ac:chgData name="Hartanto Tantriawan" userId="82e33306d5002250" providerId="LiveId" clId="{5753A697-1038-5003-83F6-CC341650460F}" dt="2026-03-03T06:14:46.918" v="10244" actId="207"/>
          <ac:spMkLst>
            <pc:docMk/>
            <pc:sldMk cId="2232004849" sldId="446"/>
            <ac:spMk id="11" creationId="{32333D53-F9A7-1FEA-1F00-E340E0EB42EC}"/>
          </ac:spMkLst>
        </pc:spChg>
        <pc:spChg chg="add mod">
          <ac:chgData name="Hartanto Tantriawan" userId="82e33306d5002250" providerId="LiveId" clId="{5753A697-1038-5003-83F6-CC341650460F}" dt="2026-03-03T06:14:46.918" v="10244" actId="207"/>
          <ac:spMkLst>
            <pc:docMk/>
            <pc:sldMk cId="2232004849" sldId="446"/>
            <ac:spMk id="15" creationId="{9B0471A7-6217-1268-6855-268D2775694B}"/>
          </ac:spMkLst>
        </pc:spChg>
        <pc:spChg chg="mod">
          <ac:chgData name="Hartanto Tantriawan" userId="82e33306d5002250" providerId="LiveId" clId="{5753A697-1038-5003-83F6-CC341650460F}" dt="2026-03-03T06:14:37.220" v="10239" actId="14100"/>
          <ac:spMkLst>
            <pc:docMk/>
            <pc:sldMk cId="2232004849" sldId="446"/>
            <ac:spMk id="19" creationId="{0C66F0AD-85ED-34C9-EF21-4F4B5AEFC04F}"/>
          </ac:spMkLst>
        </pc:spChg>
        <pc:spChg chg="add mod">
          <ac:chgData name="Hartanto Tantriawan" userId="82e33306d5002250" providerId="LiveId" clId="{5753A697-1038-5003-83F6-CC341650460F}" dt="2026-03-03T06:14:46.918" v="10244" actId="207"/>
          <ac:spMkLst>
            <pc:docMk/>
            <pc:sldMk cId="2232004849" sldId="446"/>
            <ac:spMk id="22" creationId="{988E4C16-8434-D977-BA73-3C5ECF589BB5}"/>
          </ac:spMkLst>
        </pc:spChg>
        <pc:spChg chg="add mod">
          <ac:chgData name="Hartanto Tantriawan" userId="82e33306d5002250" providerId="LiveId" clId="{5753A697-1038-5003-83F6-CC341650460F}" dt="2026-03-03T06:14:46.918" v="10244" actId="207"/>
          <ac:spMkLst>
            <pc:docMk/>
            <pc:sldMk cId="2232004849" sldId="446"/>
            <ac:spMk id="26" creationId="{A126B497-A0E3-81D6-8E67-BD4767AF80B0}"/>
          </ac:spMkLst>
        </pc:spChg>
        <pc:spChg chg="add mod">
          <ac:chgData name="Hartanto Tantriawan" userId="82e33306d5002250" providerId="LiveId" clId="{5753A697-1038-5003-83F6-CC341650460F}" dt="2026-03-03T06:14:46.918" v="10244" actId="207"/>
          <ac:spMkLst>
            <pc:docMk/>
            <pc:sldMk cId="2232004849" sldId="446"/>
            <ac:spMk id="28" creationId="{AE42B36B-6D12-325B-FD43-52796803D740}"/>
          </ac:spMkLst>
        </pc:spChg>
        <pc:spChg chg="add mod">
          <ac:chgData name="Hartanto Tantriawan" userId="82e33306d5002250" providerId="LiveId" clId="{5753A697-1038-5003-83F6-CC341650460F}" dt="2026-03-03T06:14:46.918" v="10244" actId="207"/>
          <ac:spMkLst>
            <pc:docMk/>
            <pc:sldMk cId="2232004849" sldId="446"/>
            <ac:spMk id="29" creationId="{048A3C87-6062-F16A-4B26-65DCB305EA95}"/>
          </ac:spMkLst>
        </pc:spChg>
        <pc:spChg chg="add mod">
          <ac:chgData name="Hartanto Tantriawan" userId="82e33306d5002250" providerId="LiveId" clId="{5753A697-1038-5003-83F6-CC341650460F}" dt="2026-03-03T06:14:46.918" v="10244" actId="207"/>
          <ac:spMkLst>
            <pc:docMk/>
            <pc:sldMk cId="2232004849" sldId="446"/>
            <ac:spMk id="30" creationId="{E2D237B9-C09D-2477-241E-4F3918A02465}"/>
          </ac:spMkLst>
        </pc:spChg>
        <pc:spChg chg="add mod">
          <ac:chgData name="Hartanto Tantriawan" userId="82e33306d5002250" providerId="LiveId" clId="{5753A697-1038-5003-83F6-CC341650460F}" dt="2026-03-03T06:18:03.724" v="10258" actId="113"/>
          <ac:spMkLst>
            <pc:docMk/>
            <pc:sldMk cId="2232004849" sldId="446"/>
            <ac:spMk id="35" creationId="{C668C378-0399-853C-191D-360621E29D38}"/>
          </ac:spMkLst>
        </pc:spChg>
        <pc:grpChg chg="add mod">
          <ac:chgData name="Hartanto Tantriawan" userId="82e33306d5002250" providerId="LiveId" clId="{5753A697-1038-5003-83F6-CC341650460F}" dt="2026-03-03T06:14:55.637" v="10246" actId="1076"/>
          <ac:grpSpMkLst>
            <pc:docMk/>
            <pc:sldMk cId="2232004849" sldId="446"/>
            <ac:grpSpMk id="33" creationId="{54EC912C-2309-1AB7-DD6D-FE74574DDE6F}"/>
          </ac:grpSpMkLst>
        </pc:grpChg>
        <pc:graphicFrameChg chg="add mod modGraphic">
          <ac:chgData name="Hartanto Tantriawan" userId="82e33306d5002250" providerId="LiveId" clId="{5753A697-1038-5003-83F6-CC341650460F}" dt="2026-03-03T06:17:47.237" v="10254" actId="1076"/>
          <ac:graphicFrameMkLst>
            <pc:docMk/>
            <pc:sldMk cId="2232004849" sldId="446"/>
            <ac:graphicFrameMk id="34" creationId="{E466AD02-351B-FD77-E916-9BA5A0B9F150}"/>
          </ac:graphicFrameMkLst>
        </pc:graphicFrameChg>
      </pc:sldChg>
      <pc:sldChg chg="add del">
        <pc:chgData name="Hartanto Tantriawan" userId="82e33306d5002250" providerId="LiveId" clId="{5753A697-1038-5003-83F6-CC341650460F}" dt="2026-03-03T06:14:27.665" v="10236" actId="2890"/>
        <pc:sldMkLst>
          <pc:docMk/>
          <pc:sldMk cId="2969603117" sldId="446"/>
        </pc:sldMkLst>
      </pc:sldChg>
      <pc:sldChg chg="addSp delSp modSp add mod ord">
        <pc:chgData name="Hartanto Tantriawan" userId="82e33306d5002250" providerId="LiveId" clId="{5753A697-1038-5003-83F6-CC341650460F}" dt="2026-03-03T06:23:48.767" v="10327" actId="207"/>
        <pc:sldMkLst>
          <pc:docMk/>
          <pc:sldMk cId="3108869896" sldId="447"/>
        </pc:sldMkLst>
        <pc:spChg chg="mod">
          <ac:chgData name="Hartanto Tantriawan" userId="82e33306d5002250" providerId="LiveId" clId="{5753A697-1038-5003-83F6-CC341650460F}" dt="2026-03-03T06:23:48.767" v="10327" actId="207"/>
          <ac:spMkLst>
            <pc:docMk/>
            <pc:sldMk cId="3108869896" sldId="447"/>
            <ac:spMk id="19" creationId="{3FCBD3E4-7F51-E33C-D9C6-89F3AF2FC073}"/>
          </ac:spMkLst>
        </pc:spChg>
        <pc:spChg chg="mod">
          <ac:chgData name="Hartanto Tantriawan" userId="82e33306d5002250" providerId="LiveId" clId="{5753A697-1038-5003-83F6-CC341650460F}" dt="2026-03-03T06:21:28.007" v="10276" actId="20577"/>
          <ac:spMkLst>
            <pc:docMk/>
            <pc:sldMk cId="3108869896" sldId="447"/>
            <ac:spMk id="761" creationId="{BC384C9B-5B5F-2F77-E395-BB1910D66220}"/>
          </ac:spMkLst>
        </pc:spChg>
        <pc:picChg chg="add mod">
          <ac:chgData name="Hartanto Tantriawan" userId="82e33306d5002250" providerId="LiveId" clId="{5753A697-1038-5003-83F6-CC341650460F}" dt="2026-03-03T06:23:11.291" v="10302" actId="1076"/>
          <ac:picMkLst>
            <pc:docMk/>
            <pc:sldMk cId="3108869896" sldId="447"/>
            <ac:picMk id="2" creationId="{915E3CBD-521A-8186-2917-325847EBA2BA}"/>
          </ac:picMkLst>
        </pc:picChg>
        <pc:picChg chg="del">
          <ac:chgData name="Hartanto Tantriawan" userId="82e33306d5002250" providerId="LiveId" clId="{5753A697-1038-5003-83F6-CC341650460F}" dt="2026-03-03T06:21:32.135" v="10277" actId="478"/>
          <ac:picMkLst>
            <pc:docMk/>
            <pc:sldMk cId="3108869896" sldId="447"/>
            <ac:picMk id="4" creationId="{757614F4-DBCF-0EE8-DBFA-D0B5429AC5BA}"/>
          </ac:picMkLst>
        </pc:picChg>
      </pc:sldChg>
      <pc:sldChg chg="addSp delSp modSp add mod">
        <pc:chgData name="Hartanto Tantriawan" userId="82e33306d5002250" providerId="LiveId" clId="{5753A697-1038-5003-83F6-CC341650460F}" dt="2026-03-03T06:44:10.245" v="10445" actId="1076"/>
        <pc:sldMkLst>
          <pc:docMk/>
          <pc:sldMk cId="328207591" sldId="448"/>
        </pc:sldMkLst>
        <pc:spChg chg="mod">
          <ac:chgData name="Hartanto Tantriawan" userId="82e33306d5002250" providerId="LiveId" clId="{5753A697-1038-5003-83F6-CC341650460F}" dt="2026-03-03T06:44:04.180" v="10444" actId="1076"/>
          <ac:spMkLst>
            <pc:docMk/>
            <pc:sldMk cId="328207591" sldId="448"/>
            <ac:spMk id="19" creationId="{FD939ECB-14DD-36C5-253D-47D42C51A7CA}"/>
          </ac:spMkLst>
        </pc:spChg>
        <pc:spChg chg="mod">
          <ac:chgData name="Hartanto Tantriawan" userId="82e33306d5002250" providerId="LiveId" clId="{5753A697-1038-5003-83F6-CC341650460F}" dt="2026-03-03T06:37:35.979" v="10364" actId="20577"/>
          <ac:spMkLst>
            <pc:docMk/>
            <pc:sldMk cId="328207591" sldId="448"/>
            <ac:spMk id="761" creationId="{17319295-D5D6-8815-1A55-904C6B8E77E8}"/>
          </ac:spMkLst>
        </pc:spChg>
        <pc:picChg chg="del">
          <ac:chgData name="Hartanto Tantriawan" userId="82e33306d5002250" providerId="LiveId" clId="{5753A697-1038-5003-83F6-CC341650460F}" dt="2026-03-03T06:37:52.028" v="10366" actId="478"/>
          <ac:picMkLst>
            <pc:docMk/>
            <pc:sldMk cId="328207591" sldId="448"/>
            <ac:picMk id="2" creationId="{70E34DB5-81CC-7A16-A7A0-51A34FEB91F5}"/>
          </ac:picMkLst>
        </pc:picChg>
        <pc:picChg chg="add del mod">
          <ac:chgData name="Hartanto Tantriawan" userId="82e33306d5002250" providerId="LiveId" clId="{5753A697-1038-5003-83F6-CC341650460F}" dt="2026-03-03T06:41:40.317" v="10407" actId="21"/>
          <ac:picMkLst>
            <pc:docMk/>
            <pc:sldMk cId="328207591" sldId="448"/>
            <ac:picMk id="3" creationId="{E9CB49A2-0844-00BC-2BEE-7A11EDB933FF}"/>
          </ac:picMkLst>
        </pc:picChg>
        <pc:picChg chg="add mod">
          <ac:chgData name="Hartanto Tantriawan" userId="82e33306d5002250" providerId="LiveId" clId="{5753A697-1038-5003-83F6-CC341650460F}" dt="2026-03-03T06:44:10.245" v="10445" actId="1076"/>
          <ac:picMkLst>
            <pc:docMk/>
            <pc:sldMk cId="328207591" sldId="448"/>
            <ac:picMk id="4" creationId="{B9993220-AFE4-B93E-2A4B-DA33BC69F207}"/>
          </ac:picMkLst>
        </pc:picChg>
      </pc:sldChg>
      <pc:sldChg chg="new del">
        <pc:chgData name="Hartanto Tantriawan" userId="82e33306d5002250" providerId="LiveId" clId="{5753A697-1038-5003-83F6-CC341650460F}" dt="2026-03-03T06:25:25.435" v="10329" actId="680"/>
        <pc:sldMkLst>
          <pc:docMk/>
          <pc:sldMk cId="3878119890" sldId="448"/>
        </pc:sldMkLst>
      </pc:sldChg>
      <pc:sldChg chg="addSp delSp modSp add mod">
        <pc:chgData name="Hartanto Tantriawan" userId="82e33306d5002250" providerId="LiveId" clId="{5753A697-1038-5003-83F6-CC341650460F}" dt="2026-03-03T06:47:52.503" v="10496" actId="207"/>
        <pc:sldMkLst>
          <pc:docMk/>
          <pc:sldMk cId="1880676870" sldId="449"/>
        </pc:sldMkLst>
        <pc:spChg chg="mod">
          <ac:chgData name="Hartanto Tantriawan" userId="82e33306d5002250" providerId="LiveId" clId="{5753A697-1038-5003-83F6-CC341650460F}" dt="2026-03-03T06:47:52.503" v="10496" actId="207"/>
          <ac:spMkLst>
            <pc:docMk/>
            <pc:sldMk cId="1880676870" sldId="449"/>
            <ac:spMk id="19" creationId="{98283418-661F-FD8D-FC1C-C35AE082F67C}"/>
          </ac:spMkLst>
        </pc:spChg>
        <pc:spChg chg="mod">
          <ac:chgData name="Hartanto Tantriawan" userId="82e33306d5002250" providerId="LiveId" clId="{5753A697-1038-5003-83F6-CC341650460F}" dt="2026-03-03T06:45:53.328" v="10464" actId="14100"/>
          <ac:spMkLst>
            <pc:docMk/>
            <pc:sldMk cId="1880676870" sldId="449"/>
            <ac:spMk id="761" creationId="{AF91C270-1020-EF29-1332-91C0D42B3BE3}"/>
          </ac:spMkLst>
        </pc:spChg>
        <pc:picChg chg="add mod">
          <ac:chgData name="Hartanto Tantriawan" userId="82e33306d5002250" providerId="LiveId" clId="{5753A697-1038-5003-83F6-CC341650460F}" dt="2026-03-03T06:47:24.948" v="10490" actId="1076"/>
          <ac:picMkLst>
            <pc:docMk/>
            <pc:sldMk cId="1880676870" sldId="449"/>
            <ac:picMk id="2" creationId="{7D95C24A-F52C-13C8-AD28-1851D207A3A7}"/>
          </ac:picMkLst>
        </pc:picChg>
        <pc:picChg chg="del">
          <ac:chgData name="Hartanto Tantriawan" userId="82e33306d5002250" providerId="LiveId" clId="{5753A697-1038-5003-83F6-CC341650460F}" dt="2026-03-03T06:45:54.843" v="10465" actId="478"/>
          <ac:picMkLst>
            <pc:docMk/>
            <pc:sldMk cId="1880676870" sldId="449"/>
            <ac:picMk id="4" creationId="{599F7E7A-0997-407E-7019-EF1FB458C94B}"/>
          </ac:picMkLst>
        </pc:picChg>
      </pc:sldChg>
      <pc:sldChg chg="delSp modSp add mod">
        <pc:chgData name="Hartanto Tantriawan" userId="82e33306d5002250" providerId="LiveId" clId="{5753A697-1038-5003-83F6-CC341650460F}" dt="2026-03-03T06:53:25.524" v="10524" actId="179"/>
        <pc:sldMkLst>
          <pc:docMk/>
          <pc:sldMk cId="786456734" sldId="450"/>
        </pc:sldMkLst>
        <pc:spChg chg="mod">
          <ac:chgData name="Hartanto Tantriawan" userId="82e33306d5002250" providerId="LiveId" clId="{5753A697-1038-5003-83F6-CC341650460F}" dt="2026-03-03T06:53:25.524" v="10524" actId="179"/>
          <ac:spMkLst>
            <pc:docMk/>
            <pc:sldMk cId="786456734" sldId="450"/>
            <ac:spMk id="19" creationId="{7346A023-BFEA-2D55-AE59-1A2A8371FCF9}"/>
          </ac:spMkLst>
        </pc:spChg>
        <pc:spChg chg="mod">
          <ac:chgData name="Hartanto Tantriawan" userId="82e33306d5002250" providerId="LiveId" clId="{5753A697-1038-5003-83F6-CC341650460F}" dt="2026-03-03T06:50:49.830" v="10501" actId="20577"/>
          <ac:spMkLst>
            <pc:docMk/>
            <pc:sldMk cId="786456734" sldId="450"/>
            <ac:spMk id="761" creationId="{1F5F43E6-9B6E-26A3-8522-A317630F3FFD}"/>
          </ac:spMkLst>
        </pc:spChg>
        <pc:picChg chg="del">
          <ac:chgData name="Hartanto Tantriawan" userId="82e33306d5002250" providerId="LiveId" clId="{5753A697-1038-5003-83F6-CC341650460F}" dt="2026-03-03T06:50:58.906" v="10503" actId="478"/>
          <ac:picMkLst>
            <pc:docMk/>
            <pc:sldMk cId="786456734" sldId="450"/>
            <ac:picMk id="2" creationId="{33366A65-7A8D-EE8F-2A6F-505782CDBBBC}"/>
          </ac:picMkLst>
        </pc:picChg>
      </pc:sldChg>
      <pc:sldChg chg="addSp delSp modSp add mod ord">
        <pc:chgData name="Hartanto Tantriawan" userId="82e33306d5002250" providerId="LiveId" clId="{5753A697-1038-5003-83F6-CC341650460F}" dt="2026-03-03T06:57:58.257" v="10601"/>
        <pc:sldMkLst>
          <pc:docMk/>
          <pc:sldMk cId="1996439422" sldId="451"/>
        </pc:sldMkLst>
        <pc:spChg chg="del mod">
          <ac:chgData name="Hartanto Tantriawan" userId="82e33306d5002250" providerId="LiveId" clId="{5753A697-1038-5003-83F6-CC341650460F}" dt="2026-03-03T06:55:52.499" v="10573" actId="478"/>
          <ac:spMkLst>
            <pc:docMk/>
            <pc:sldMk cId="1996439422" sldId="451"/>
            <ac:spMk id="19" creationId="{FD43875A-C856-0EA7-C5E6-2600BF059666}"/>
          </ac:spMkLst>
        </pc:spChg>
        <pc:spChg chg="mod">
          <ac:chgData name="Hartanto Tantriawan" userId="82e33306d5002250" providerId="LiveId" clId="{5753A697-1038-5003-83F6-CC341650460F}" dt="2026-03-03T06:57:30.485" v="10598" actId="20577"/>
          <ac:spMkLst>
            <pc:docMk/>
            <pc:sldMk cId="1996439422" sldId="451"/>
            <ac:spMk id="35" creationId="{52597113-5406-A0EE-A140-258A3E37B505}"/>
          </ac:spMkLst>
        </pc:spChg>
        <pc:spChg chg="mod">
          <ac:chgData name="Hartanto Tantriawan" userId="82e33306d5002250" providerId="LiveId" clId="{5753A697-1038-5003-83F6-CC341650460F}" dt="2026-03-03T06:55:34.894" v="10571" actId="404"/>
          <ac:spMkLst>
            <pc:docMk/>
            <pc:sldMk cId="1996439422" sldId="451"/>
            <ac:spMk id="39" creationId="{F4B92B55-F01F-B343-292E-6840494B8827}"/>
          </ac:spMkLst>
        </pc:spChg>
        <pc:spChg chg="mod">
          <ac:chgData name="Hartanto Tantriawan" userId="82e33306d5002250" providerId="LiveId" clId="{5753A697-1038-5003-83F6-CC341650460F}" dt="2026-03-03T06:55:34.894" v="10571" actId="404"/>
          <ac:spMkLst>
            <pc:docMk/>
            <pc:sldMk cId="1996439422" sldId="451"/>
            <ac:spMk id="41" creationId="{B7D8B6FA-416F-F87F-7D92-51591D4C291D}"/>
          </ac:spMkLst>
        </pc:spChg>
        <pc:spChg chg="mod">
          <ac:chgData name="Hartanto Tantriawan" userId="82e33306d5002250" providerId="LiveId" clId="{5753A697-1038-5003-83F6-CC341650460F}" dt="2026-03-03T06:55:34.894" v="10571" actId="404"/>
          <ac:spMkLst>
            <pc:docMk/>
            <pc:sldMk cId="1996439422" sldId="451"/>
            <ac:spMk id="43" creationId="{2724A9C0-B084-663C-AD2D-5F957076B662}"/>
          </ac:spMkLst>
        </pc:spChg>
        <pc:spChg chg="mod">
          <ac:chgData name="Hartanto Tantriawan" userId="82e33306d5002250" providerId="LiveId" clId="{5753A697-1038-5003-83F6-CC341650460F}" dt="2026-03-03T06:55:34.894" v="10571" actId="404"/>
          <ac:spMkLst>
            <pc:docMk/>
            <pc:sldMk cId="1996439422" sldId="451"/>
            <ac:spMk id="49" creationId="{0206F2DF-70E9-383E-3AFD-BBA1E0E3550D}"/>
          </ac:spMkLst>
        </pc:spChg>
        <pc:spChg chg="mod">
          <ac:chgData name="Hartanto Tantriawan" userId="82e33306d5002250" providerId="LiveId" clId="{5753A697-1038-5003-83F6-CC341650460F}" dt="2026-03-03T06:55:34.894" v="10571" actId="404"/>
          <ac:spMkLst>
            <pc:docMk/>
            <pc:sldMk cId="1996439422" sldId="451"/>
            <ac:spMk id="50" creationId="{4C0E0E35-6540-9498-CF61-6CC22E3FF0E5}"/>
          </ac:spMkLst>
        </pc:spChg>
        <pc:spChg chg="mod">
          <ac:chgData name="Hartanto Tantriawan" userId="82e33306d5002250" providerId="LiveId" clId="{5753A697-1038-5003-83F6-CC341650460F}" dt="2026-03-03T06:55:34.894" v="10571" actId="404"/>
          <ac:spMkLst>
            <pc:docMk/>
            <pc:sldMk cId="1996439422" sldId="451"/>
            <ac:spMk id="51" creationId="{8ECD0416-BEE5-68F9-1A08-62684F5E62D8}"/>
          </ac:spMkLst>
        </pc:spChg>
        <pc:spChg chg="mod">
          <ac:chgData name="Hartanto Tantriawan" userId="82e33306d5002250" providerId="LiveId" clId="{5753A697-1038-5003-83F6-CC341650460F}" dt="2026-03-03T06:55:34.894" v="10571" actId="404"/>
          <ac:spMkLst>
            <pc:docMk/>
            <pc:sldMk cId="1996439422" sldId="451"/>
            <ac:spMk id="52" creationId="{1F1D6FDC-EC27-1248-E966-170FE5F86CCF}"/>
          </ac:spMkLst>
        </pc:spChg>
        <pc:spChg chg="mod">
          <ac:chgData name="Hartanto Tantriawan" userId="82e33306d5002250" providerId="LiveId" clId="{5753A697-1038-5003-83F6-CC341650460F}" dt="2026-03-03T06:55:34.894" v="10571" actId="404"/>
          <ac:spMkLst>
            <pc:docMk/>
            <pc:sldMk cId="1996439422" sldId="451"/>
            <ac:spMk id="53" creationId="{00426907-77E1-E3B3-4EE0-36A364111938}"/>
          </ac:spMkLst>
        </pc:spChg>
        <pc:spChg chg="mod">
          <ac:chgData name="Hartanto Tantriawan" userId="82e33306d5002250" providerId="LiveId" clId="{5753A697-1038-5003-83F6-CC341650460F}" dt="2026-03-03T06:55:34.894" v="10571" actId="404"/>
          <ac:spMkLst>
            <pc:docMk/>
            <pc:sldMk cId="1996439422" sldId="451"/>
            <ac:spMk id="57" creationId="{C2977B82-F373-F2CC-C11D-C9968B0E8DA5}"/>
          </ac:spMkLst>
        </pc:spChg>
        <pc:spChg chg="mod">
          <ac:chgData name="Hartanto Tantriawan" userId="82e33306d5002250" providerId="LiveId" clId="{5753A697-1038-5003-83F6-CC341650460F}" dt="2026-03-03T06:55:34.894" v="10571" actId="404"/>
          <ac:spMkLst>
            <pc:docMk/>
            <pc:sldMk cId="1996439422" sldId="451"/>
            <ac:spMk id="58" creationId="{91B3A0BC-AE26-8E61-C206-2CE6694DAEE7}"/>
          </ac:spMkLst>
        </pc:spChg>
        <pc:spChg chg="add mod">
          <ac:chgData name="Hartanto Tantriawan" userId="82e33306d5002250" providerId="LiveId" clId="{5753A697-1038-5003-83F6-CC341650460F}" dt="2026-03-03T06:57:58.257" v="10601"/>
          <ac:spMkLst>
            <pc:docMk/>
            <pc:sldMk cId="1996439422" sldId="451"/>
            <ac:spMk id="61" creationId="{A034D058-92CB-2BB9-241E-748FEDB4FA97}"/>
          </ac:spMkLst>
        </pc:spChg>
        <pc:spChg chg="mod">
          <ac:chgData name="Hartanto Tantriawan" userId="82e33306d5002250" providerId="LiveId" clId="{5753A697-1038-5003-83F6-CC341650460F}" dt="2026-03-03T06:54:09.201" v="10557" actId="20577"/>
          <ac:spMkLst>
            <pc:docMk/>
            <pc:sldMk cId="1996439422" sldId="451"/>
            <ac:spMk id="761" creationId="{43FA6FC8-0F2E-0BEB-DDA5-F3731D2129EF}"/>
          </ac:spMkLst>
        </pc:spChg>
        <pc:grpChg chg="del">
          <ac:chgData name="Hartanto Tantriawan" userId="82e33306d5002250" providerId="LiveId" clId="{5753A697-1038-5003-83F6-CC341650460F}" dt="2026-03-03T06:54:39.010" v="10558" actId="478"/>
          <ac:grpSpMkLst>
            <pc:docMk/>
            <pc:sldMk cId="1996439422" sldId="451"/>
            <ac:grpSpMk id="33" creationId="{4AE8ACB2-14F3-BDF1-2F5C-D826A43C3585}"/>
          </ac:grpSpMkLst>
        </pc:grpChg>
        <pc:grpChg chg="mod">
          <ac:chgData name="Hartanto Tantriawan" userId="82e33306d5002250" providerId="LiveId" clId="{5753A697-1038-5003-83F6-CC341650460F}" dt="2026-03-03T06:57:20.504" v="10596" actId="1076"/>
          <ac:grpSpMkLst>
            <pc:docMk/>
            <pc:sldMk cId="1996439422" sldId="451"/>
            <ac:grpSpMk id="38" creationId="{16762E29-96E0-3D16-3614-F2D80D1A5418}"/>
          </ac:grpSpMkLst>
        </pc:grpChg>
        <pc:graphicFrameChg chg="del">
          <ac:chgData name="Hartanto Tantriawan" userId="82e33306d5002250" providerId="LiveId" clId="{5753A697-1038-5003-83F6-CC341650460F}" dt="2026-03-03T06:54:42.159" v="10559" actId="478"/>
          <ac:graphicFrameMkLst>
            <pc:docMk/>
            <pc:sldMk cId="1996439422" sldId="451"/>
            <ac:graphicFrameMk id="34" creationId="{0E2005AD-A2F5-F50B-D833-5A313821773E}"/>
          </ac:graphicFrameMkLst>
        </pc:graphicFrameChg>
        <pc:graphicFrameChg chg="add mod modGraphic">
          <ac:chgData name="Hartanto Tantriawan" userId="82e33306d5002250" providerId="LiveId" clId="{5753A697-1038-5003-83F6-CC341650460F}" dt="2026-03-03T06:56:28.254" v="10584" actId="1076"/>
          <ac:graphicFrameMkLst>
            <pc:docMk/>
            <pc:sldMk cId="1996439422" sldId="451"/>
            <ac:graphicFrameMk id="59" creationId="{4407705B-E6BA-2AD0-CA4B-16D0C7C1D4B3}"/>
          </ac:graphicFrameMkLst>
        </pc:graphicFrameChg>
        <pc:graphicFrameChg chg="add mod modGraphic">
          <ac:chgData name="Hartanto Tantriawan" userId="82e33306d5002250" providerId="LiveId" clId="{5753A697-1038-5003-83F6-CC341650460F}" dt="2026-03-03T06:57:24.252" v="10597" actId="1076"/>
          <ac:graphicFrameMkLst>
            <pc:docMk/>
            <pc:sldMk cId="1996439422" sldId="451"/>
            <ac:graphicFrameMk id="60" creationId="{F25E278A-E985-ACA7-930A-51600E6FEEF3}"/>
          </ac:graphicFrameMkLst>
        </pc:graphicFrameChg>
        <pc:picChg chg="add del mod">
          <ac:chgData name="Hartanto Tantriawan" userId="82e33306d5002250" providerId="LiveId" clId="{5753A697-1038-5003-83F6-CC341650460F}" dt="2026-03-03T06:54:51.381" v="10561" actId="478"/>
          <ac:picMkLst>
            <pc:docMk/>
            <pc:sldMk cId="1996439422" sldId="451"/>
            <ac:picMk id="36" creationId="{6F1E8EB0-6E07-8AA5-1BB8-0427AE3F314B}"/>
          </ac:picMkLst>
        </pc:picChg>
        <pc:picChg chg="add mod">
          <ac:chgData name="Hartanto Tantriawan" userId="82e33306d5002250" providerId="LiveId" clId="{5753A697-1038-5003-83F6-CC341650460F}" dt="2026-03-03T06:55:07.193" v="10563"/>
          <ac:picMkLst>
            <pc:docMk/>
            <pc:sldMk cId="1996439422" sldId="451"/>
            <ac:picMk id="37" creationId="{20463FBF-001E-9972-4861-2DFCAD87F3B5}"/>
          </ac:picMkLst>
        </pc:picChg>
      </pc:sldChg>
      <pc:sldChg chg="addSp delSp modSp add mod ord">
        <pc:chgData name="Hartanto Tantriawan" userId="82e33306d5002250" providerId="LiveId" clId="{5753A697-1038-5003-83F6-CC341650460F}" dt="2026-03-03T07:04:28.343" v="10708" actId="1035"/>
        <pc:sldMkLst>
          <pc:docMk/>
          <pc:sldMk cId="1455139208" sldId="452"/>
        </pc:sldMkLst>
        <pc:spChg chg="add mod">
          <ac:chgData name="Hartanto Tantriawan" userId="82e33306d5002250" providerId="LiveId" clId="{5753A697-1038-5003-83F6-CC341650460F}" dt="2026-03-03T07:02:22.011" v="10661" actId="207"/>
          <ac:spMkLst>
            <pc:docMk/>
            <pc:sldMk cId="1455139208" sldId="452"/>
            <ac:spMk id="3" creationId="{7CAE94CA-EB8E-FA8D-5BB1-24C3DD3ACF16}"/>
          </ac:spMkLst>
        </pc:spChg>
        <pc:spChg chg="mod">
          <ac:chgData name="Hartanto Tantriawan" userId="82e33306d5002250" providerId="LiveId" clId="{5753A697-1038-5003-83F6-CC341650460F}" dt="2026-03-03T07:04:28.343" v="10708" actId="1035"/>
          <ac:spMkLst>
            <pc:docMk/>
            <pc:sldMk cId="1455139208" sldId="452"/>
            <ac:spMk id="19" creationId="{B1A71C66-9F70-EE43-11F0-D5EB4EBFD28C}"/>
          </ac:spMkLst>
        </pc:spChg>
        <pc:spChg chg="mod">
          <ac:chgData name="Hartanto Tantriawan" userId="82e33306d5002250" providerId="LiveId" clId="{5753A697-1038-5003-83F6-CC341650460F}" dt="2026-03-03T06:59:41.644" v="10621" actId="20577"/>
          <ac:spMkLst>
            <pc:docMk/>
            <pc:sldMk cId="1455139208" sldId="452"/>
            <ac:spMk id="761" creationId="{BB0B5FAA-AC1A-74DC-A73F-51BF88413031}"/>
          </ac:spMkLst>
        </pc:spChg>
        <pc:picChg chg="add mod">
          <ac:chgData name="Hartanto Tantriawan" userId="82e33306d5002250" providerId="LiveId" clId="{5753A697-1038-5003-83F6-CC341650460F}" dt="2026-03-03T07:04:24.089" v="10702" actId="1076"/>
          <ac:picMkLst>
            <pc:docMk/>
            <pc:sldMk cId="1455139208" sldId="452"/>
            <ac:picMk id="2" creationId="{8F184412-38A0-CAA9-D4DC-B35F8B24A2E7}"/>
          </ac:picMkLst>
        </pc:picChg>
        <pc:picChg chg="del">
          <ac:chgData name="Hartanto Tantriawan" userId="82e33306d5002250" providerId="LiveId" clId="{5753A697-1038-5003-83F6-CC341650460F}" dt="2026-03-03T06:59:46.362" v="10622" actId="478"/>
          <ac:picMkLst>
            <pc:docMk/>
            <pc:sldMk cId="1455139208" sldId="452"/>
            <ac:picMk id="4" creationId="{6B0504AE-E326-F969-EAC5-A5B188E9D70A}"/>
          </ac:picMkLst>
        </pc:picChg>
      </pc:sldChg>
      <pc:sldChg chg="addSp delSp modSp add mod modNotesTx">
        <pc:chgData name="Hartanto Tantriawan" userId="82e33306d5002250" providerId="LiveId" clId="{5753A697-1038-5003-83F6-CC341650460F}" dt="2026-03-03T07:09:31.898" v="10850" actId="20577"/>
        <pc:sldMkLst>
          <pc:docMk/>
          <pc:sldMk cId="974087023" sldId="453"/>
        </pc:sldMkLst>
        <pc:spChg chg="del">
          <ac:chgData name="Hartanto Tantriawan" userId="82e33306d5002250" providerId="LiveId" clId="{5753A697-1038-5003-83F6-CC341650460F}" dt="2026-03-03T07:06:51.870" v="10732" actId="478"/>
          <ac:spMkLst>
            <pc:docMk/>
            <pc:sldMk cId="974087023" sldId="453"/>
            <ac:spMk id="3" creationId="{43BFE721-34C0-BF30-5E21-8A419F6935E9}"/>
          </ac:spMkLst>
        </pc:spChg>
        <pc:spChg chg="mod">
          <ac:chgData name="Hartanto Tantriawan" userId="82e33306d5002250" providerId="LiveId" clId="{5753A697-1038-5003-83F6-CC341650460F}" dt="2026-03-03T07:09:31.898" v="10850" actId="20577"/>
          <ac:spMkLst>
            <pc:docMk/>
            <pc:sldMk cId="974087023" sldId="453"/>
            <ac:spMk id="19" creationId="{B0C9D5F6-83AD-4194-B1E8-F238C74BF9D0}"/>
          </ac:spMkLst>
        </pc:spChg>
        <pc:spChg chg="mod">
          <ac:chgData name="Hartanto Tantriawan" userId="82e33306d5002250" providerId="LiveId" clId="{5753A697-1038-5003-83F6-CC341650460F}" dt="2026-03-03T07:07:22.021" v="10760" actId="20577"/>
          <ac:spMkLst>
            <pc:docMk/>
            <pc:sldMk cId="974087023" sldId="453"/>
            <ac:spMk id="761" creationId="{CCFEDC26-40AB-C811-880D-EA929F2DF7B5}"/>
          </ac:spMkLst>
        </pc:spChg>
        <pc:picChg chg="del">
          <ac:chgData name="Hartanto Tantriawan" userId="82e33306d5002250" providerId="LiveId" clId="{5753A697-1038-5003-83F6-CC341650460F}" dt="2026-03-03T07:06:30.878" v="10711" actId="478"/>
          <ac:picMkLst>
            <pc:docMk/>
            <pc:sldMk cId="974087023" sldId="453"/>
            <ac:picMk id="2" creationId="{949E82E8-A676-2A81-1446-E67019355608}"/>
          </ac:picMkLst>
        </pc:picChg>
        <pc:picChg chg="add mod">
          <ac:chgData name="Hartanto Tantriawan" userId="82e33306d5002250" providerId="LiveId" clId="{5753A697-1038-5003-83F6-CC341650460F}" dt="2026-03-03T07:08:47.441" v="10777" actId="1076"/>
          <ac:picMkLst>
            <pc:docMk/>
            <pc:sldMk cId="974087023" sldId="453"/>
            <ac:picMk id="4" creationId="{15FF1ECB-77B1-DA57-B8C1-6364011C1295}"/>
          </ac:picMkLst>
        </pc:picChg>
      </pc:sldChg>
      <pc:sldChg chg="addSp modSp add mod">
        <pc:chgData name="Hartanto Tantriawan" userId="82e33306d5002250" providerId="LiveId" clId="{5753A697-1038-5003-83F6-CC341650460F}" dt="2026-03-03T07:18:52.720" v="10882" actId="207"/>
        <pc:sldMkLst>
          <pc:docMk/>
          <pc:sldMk cId="947861546" sldId="454"/>
        </pc:sldMkLst>
        <pc:spChg chg="add">
          <ac:chgData name="Hartanto Tantriawan" userId="82e33306d5002250" providerId="LiveId" clId="{5753A697-1038-5003-83F6-CC341650460F}" dt="2026-03-03T07:16:02.876" v="10853"/>
          <ac:spMkLst>
            <pc:docMk/>
            <pc:sldMk cId="947861546" sldId="454"/>
            <ac:spMk id="2" creationId="{DF98ECF3-F02D-F01C-9F74-FD7688E74874}"/>
          </ac:spMkLst>
        </pc:spChg>
        <pc:spChg chg="add">
          <ac:chgData name="Hartanto Tantriawan" userId="82e33306d5002250" providerId="LiveId" clId="{5753A697-1038-5003-83F6-CC341650460F}" dt="2026-03-03T07:16:09.059" v="10854"/>
          <ac:spMkLst>
            <pc:docMk/>
            <pc:sldMk cId="947861546" sldId="454"/>
            <ac:spMk id="3" creationId="{ED760D8C-502D-024C-4715-355D81754030}"/>
          </ac:spMkLst>
        </pc:spChg>
        <pc:spChg chg="mod">
          <ac:chgData name="Hartanto Tantriawan" userId="82e33306d5002250" providerId="LiveId" clId="{5753A697-1038-5003-83F6-CC341650460F}" dt="2026-03-03T07:18:52.720" v="10882" actId="207"/>
          <ac:spMkLst>
            <pc:docMk/>
            <pc:sldMk cId="947861546" sldId="454"/>
            <ac:spMk id="19" creationId="{E6D2FFF9-AAB5-7345-7AB6-1014E04B854C}"/>
          </ac:spMkLst>
        </pc:spChg>
        <pc:picChg chg="mod">
          <ac:chgData name="Hartanto Tantriawan" userId="82e33306d5002250" providerId="LiveId" clId="{5753A697-1038-5003-83F6-CC341650460F}" dt="2026-03-03T07:18:09.546" v="10880" actId="1076"/>
          <ac:picMkLst>
            <pc:docMk/>
            <pc:sldMk cId="947861546" sldId="454"/>
            <ac:picMk id="4" creationId="{1F698118-EA8A-DAD0-8904-73541BA9BBCD}"/>
          </ac:picMkLst>
        </pc:picChg>
      </pc:sldChg>
      <pc:sldChg chg="addSp delSp modSp add mod ord">
        <pc:chgData name="Hartanto Tantriawan" userId="82e33306d5002250" providerId="LiveId" clId="{5753A697-1038-5003-83F6-CC341650460F}" dt="2026-03-03T07:21:34.084" v="10922" actId="404"/>
        <pc:sldMkLst>
          <pc:docMk/>
          <pc:sldMk cId="4207813222" sldId="455"/>
        </pc:sldMkLst>
        <pc:spChg chg="add del mod">
          <ac:chgData name="Hartanto Tantriawan" userId="82e33306d5002250" providerId="LiveId" clId="{5753A697-1038-5003-83F6-CC341650460F}" dt="2026-03-03T07:21:11.051" v="10918" actId="478"/>
          <ac:spMkLst>
            <pc:docMk/>
            <pc:sldMk cId="4207813222" sldId="455"/>
            <ac:spMk id="2" creationId="{E1E2C0EC-2EA4-FDB8-4B32-BD4D9CA9E297}"/>
          </ac:spMkLst>
        </pc:spChg>
        <pc:spChg chg="add mod">
          <ac:chgData name="Hartanto Tantriawan" userId="82e33306d5002250" providerId="LiveId" clId="{5753A697-1038-5003-83F6-CC341650460F}" dt="2026-03-03T07:20:07.555" v="10909" actId="207"/>
          <ac:spMkLst>
            <pc:docMk/>
            <pc:sldMk cId="4207813222" sldId="455"/>
            <ac:spMk id="6" creationId="{1E022543-02B0-438D-9C45-48AB66CB56CA}"/>
          </ac:spMkLst>
        </pc:spChg>
        <pc:spChg chg="add mod">
          <ac:chgData name="Hartanto Tantriawan" userId="82e33306d5002250" providerId="LiveId" clId="{5753A697-1038-5003-83F6-CC341650460F}" dt="2026-03-03T07:20:07.555" v="10909" actId="207"/>
          <ac:spMkLst>
            <pc:docMk/>
            <pc:sldMk cId="4207813222" sldId="455"/>
            <ac:spMk id="7" creationId="{525B4BDE-512B-D783-C46F-462D12DB97C6}"/>
          </ac:spMkLst>
        </pc:spChg>
        <pc:spChg chg="add mod">
          <ac:chgData name="Hartanto Tantriawan" userId="82e33306d5002250" providerId="LiveId" clId="{5753A697-1038-5003-83F6-CC341650460F}" dt="2026-03-03T07:20:07.555" v="10909" actId="207"/>
          <ac:spMkLst>
            <pc:docMk/>
            <pc:sldMk cId="4207813222" sldId="455"/>
            <ac:spMk id="10" creationId="{1E90FA2A-157B-41D8-F342-00F86E42C04D}"/>
          </ac:spMkLst>
        </pc:spChg>
        <pc:spChg chg="add mod">
          <ac:chgData name="Hartanto Tantriawan" userId="82e33306d5002250" providerId="LiveId" clId="{5753A697-1038-5003-83F6-CC341650460F}" dt="2026-03-03T07:20:07.555" v="10909" actId="207"/>
          <ac:spMkLst>
            <pc:docMk/>
            <pc:sldMk cId="4207813222" sldId="455"/>
            <ac:spMk id="17" creationId="{40CD0A7B-7EB4-AB78-9665-F90BEFF4A1F9}"/>
          </ac:spMkLst>
        </pc:spChg>
        <pc:spChg chg="add mod">
          <ac:chgData name="Hartanto Tantriawan" userId="82e33306d5002250" providerId="LiveId" clId="{5753A697-1038-5003-83F6-CC341650460F}" dt="2026-03-03T07:20:07.555" v="10909" actId="207"/>
          <ac:spMkLst>
            <pc:docMk/>
            <pc:sldMk cId="4207813222" sldId="455"/>
            <ac:spMk id="19" creationId="{C94F94A9-4854-2224-5BB6-C8E7172ED8AE}"/>
          </ac:spMkLst>
        </pc:spChg>
        <pc:spChg chg="add mod">
          <ac:chgData name="Hartanto Tantriawan" userId="82e33306d5002250" providerId="LiveId" clId="{5753A697-1038-5003-83F6-CC341650460F}" dt="2026-03-03T07:20:07.555" v="10909" actId="207"/>
          <ac:spMkLst>
            <pc:docMk/>
            <pc:sldMk cId="4207813222" sldId="455"/>
            <ac:spMk id="21" creationId="{B6B69A31-9047-6D8E-B263-F05B33FFC109}"/>
          </ac:spMkLst>
        </pc:spChg>
        <pc:spChg chg="add mod">
          <ac:chgData name="Hartanto Tantriawan" userId="82e33306d5002250" providerId="LiveId" clId="{5753A697-1038-5003-83F6-CC341650460F}" dt="2026-03-03T07:20:07.555" v="10909" actId="207"/>
          <ac:spMkLst>
            <pc:docMk/>
            <pc:sldMk cId="4207813222" sldId="455"/>
            <ac:spMk id="28" creationId="{7F091C1A-5C6F-0239-7D16-FAFBDE6887D3}"/>
          </ac:spMkLst>
        </pc:spChg>
        <pc:spChg chg="mod">
          <ac:chgData name="Hartanto Tantriawan" userId="82e33306d5002250" providerId="LiveId" clId="{5753A697-1038-5003-83F6-CC341650460F}" dt="2026-03-03T07:20:07.555" v="10909" actId="207"/>
          <ac:spMkLst>
            <pc:docMk/>
            <pc:sldMk cId="4207813222" sldId="455"/>
            <ac:spMk id="29" creationId="{0005C5A2-90FB-5B32-99D7-881417AA05DD}"/>
          </ac:spMkLst>
        </pc:spChg>
        <pc:spChg chg="add mod">
          <ac:chgData name="Hartanto Tantriawan" userId="82e33306d5002250" providerId="LiveId" clId="{5753A697-1038-5003-83F6-CC341650460F}" dt="2026-03-03T07:20:07.555" v="10909" actId="207"/>
          <ac:spMkLst>
            <pc:docMk/>
            <pc:sldMk cId="4207813222" sldId="455"/>
            <ac:spMk id="30" creationId="{590CB98E-03D6-6542-796E-69AF21C62BAA}"/>
          </ac:spMkLst>
        </pc:spChg>
        <pc:spChg chg="add mod">
          <ac:chgData name="Hartanto Tantriawan" userId="82e33306d5002250" providerId="LiveId" clId="{5753A697-1038-5003-83F6-CC341650460F}" dt="2026-03-03T07:20:07.555" v="10909" actId="207"/>
          <ac:spMkLst>
            <pc:docMk/>
            <pc:sldMk cId="4207813222" sldId="455"/>
            <ac:spMk id="31" creationId="{BF42C7AF-A12D-1958-37B9-891254EBC26D}"/>
          </ac:spMkLst>
        </pc:spChg>
        <pc:spChg chg="del">
          <ac:chgData name="Hartanto Tantriawan" userId="82e33306d5002250" providerId="LiveId" clId="{5753A697-1038-5003-83F6-CC341650460F}" dt="2026-03-03T07:20:23.531" v="10912" actId="478"/>
          <ac:spMkLst>
            <pc:docMk/>
            <pc:sldMk cId="4207813222" sldId="455"/>
            <ac:spMk id="35" creationId="{B475040D-1F5F-98BF-5D46-DF7FC5EDFD47}"/>
          </ac:spMkLst>
        </pc:spChg>
        <pc:spChg chg="del">
          <ac:chgData name="Hartanto Tantriawan" userId="82e33306d5002250" providerId="LiveId" clId="{5753A697-1038-5003-83F6-CC341650460F}" dt="2026-03-03T07:20:17.358" v="10911" actId="478"/>
          <ac:spMkLst>
            <pc:docMk/>
            <pc:sldMk cId="4207813222" sldId="455"/>
            <ac:spMk id="61" creationId="{80F4D86E-92CE-B3E5-7B77-AC16C5B6D71D}"/>
          </ac:spMkLst>
        </pc:spChg>
        <pc:spChg chg="mod">
          <ac:chgData name="Hartanto Tantriawan" userId="82e33306d5002250" providerId="LiveId" clId="{5753A697-1038-5003-83F6-CC341650460F}" dt="2026-03-03T07:19:17.681" v="10903" actId="20577"/>
          <ac:spMkLst>
            <pc:docMk/>
            <pc:sldMk cId="4207813222" sldId="455"/>
            <ac:spMk id="761" creationId="{FBD563D6-358C-79CF-787C-0A99F315C2CC}"/>
          </ac:spMkLst>
        </pc:spChg>
        <pc:grpChg chg="add mod">
          <ac:chgData name="Hartanto Tantriawan" userId="82e33306d5002250" providerId="LiveId" clId="{5753A697-1038-5003-83F6-CC341650460F}" dt="2026-03-03T07:20:15.749" v="10910" actId="1076"/>
          <ac:grpSpMkLst>
            <pc:docMk/>
            <pc:sldMk cId="4207813222" sldId="455"/>
            <ac:grpSpMk id="34" creationId="{965284BA-938A-0DDF-E166-2E189BC711A5}"/>
          </ac:grpSpMkLst>
        </pc:grpChg>
        <pc:grpChg chg="del">
          <ac:chgData name="Hartanto Tantriawan" userId="82e33306d5002250" providerId="LiveId" clId="{5753A697-1038-5003-83F6-CC341650460F}" dt="2026-03-03T07:19:21.125" v="10904" actId="478"/>
          <ac:grpSpMkLst>
            <pc:docMk/>
            <pc:sldMk cId="4207813222" sldId="455"/>
            <ac:grpSpMk id="38" creationId="{39386F76-F9CA-27F8-20A6-B98D24473D63}"/>
          </ac:grpSpMkLst>
        </pc:grpChg>
        <pc:graphicFrameChg chg="add mod modGraphic">
          <ac:chgData name="Hartanto Tantriawan" userId="82e33306d5002250" providerId="LiveId" clId="{5753A697-1038-5003-83F6-CC341650460F}" dt="2026-03-03T07:21:23.701" v="10921" actId="404"/>
          <ac:graphicFrameMkLst>
            <pc:docMk/>
            <pc:sldMk cId="4207813222" sldId="455"/>
            <ac:graphicFrameMk id="36" creationId="{DC6F66F9-3ECE-8E9B-0A8F-5E42CD37B6E6}"/>
          </ac:graphicFrameMkLst>
        </pc:graphicFrameChg>
        <pc:graphicFrameChg chg="mod modGraphic">
          <ac:chgData name="Hartanto Tantriawan" userId="82e33306d5002250" providerId="LiveId" clId="{5753A697-1038-5003-83F6-CC341650460F}" dt="2026-03-03T07:21:34.084" v="10922" actId="404"/>
          <ac:graphicFrameMkLst>
            <pc:docMk/>
            <pc:sldMk cId="4207813222" sldId="455"/>
            <ac:graphicFrameMk id="59" creationId="{5EDFA26A-B64E-E0A3-479B-4E19FC5F401D}"/>
          </ac:graphicFrameMkLst>
        </pc:graphicFrameChg>
        <pc:graphicFrameChg chg="del">
          <ac:chgData name="Hartanto Tantriawan" userId="82e33306d5002250" providerId="LiveId" clId="{5753A697-1038-5003-83F6-CC341650460F}" dt="2026-03-03T07:20:29.846" v="10913" actId="478"/>
          <ac:graphicFrameMkLst>
            <pc:docMk/>
            <pc:sldMk cId="4207813222" sldId="455"/>
            <ac:graphicFrameMk id="60" creationId="{179CCD46-E39C-6463-A983-4C80FD02F98C}"/>
          </ac:graphicFrameMkLst>
        </pc:graphicFrameChg>
      </pc:sldChg>
      <pc:sldChg chg="addSp delSp modSp add mod">
        <pc:chgData name="Hartanto Tantriawan" userId="82e33306d5002250" providerId="LiveId" clId="{5753A697-1038-5003-83F6-CC341650460F}" dt="2026-03-03T07:23:58.060" v="10935"/>
        <pc:sldMkLst>
          <pc:docMk/>
          <pc:sldMk cId="2103822380" sldId="456"/>
        </pc:sldMkLst>
        <pc:spChg chg="add mod">
          <ac:chgData name="Hartanto Tantriawan" userId="82e33306d5002250" providerId="LiveId" clId="{5753A697-1038-5003-83F6-CC341650460F}" dt="2026-03-03T07:22:50.091" v="10930" actId="207"/>
          <ac:spMkLst>
            <pc:docMk/>
            <pc:sldMk cId="2103822380" sldId="456"/>
            <ac:spMk id="2" creationId="{AE92C5E0-8857-31F3-006F-AB97BDC598C2}"/>
          </ac:spMkLst>
        </pc:spChg>
        <pc:spChg chg="add mod">
          <ac:chgData name="Hartanto Tantriawan" userId="82e33306d5002250" providerId="LiveId" clId="{5753A697-1038-5003-83F6-CC341650460F}" dt="2026-03-03T07:22:50.091" v="10930" actId="207"/>
          <ac:spMkLst>
            <pc:docMk/>
            <pc:sldMk cId="2103822380" sldId="456"/>
            <ac:spMk id="38" creationId="{4968CC68-6D83-5034-9ABA-61FB1810E650}"/>
          </ac:spMkLst>
        </pc:spChg>
        <pc:spChg chg="add mod">
          <ac:chgData name="Hartanto Tantriawan" userId="82e33306d5002250" providerId="LiveId" clId="{5753A697-1038-5003-83F6-CC341650460F}" dt="2026-03-03T07:22:50.091" v="10930" actId="207"/>
          <ac:spMkLst>
            <pc:docMk/>
            <pc:sldMk cId="2103822380" sldId="456"/>
            <ac:spMk id="40" creationId="{FB613622-3D49-A939-95BE-F44F9C5B8CD3}"/>
          </ac:spMkLst>
        </pc:spChg>
        <pc:spChg chg="add mod">
          <ac:chgData name="Hartanto Tantriawan" userId="82e33306d5002250" providerId="LiveId" clId="{5753A697-1038-5003-83F6-CC341650460F}" dt="2026-03-03T07:22:50.091" v="10930" actId="207"/>
          <ac:spMkLst>
            <pc:docMk/>
            <pc:sldMk cId="2103822380" sldId="456"/>
            <ac:spMk id="42" creationId="{9D491A00-B634-81E7-4639-6729E1035946}"/>
          </ac:spMkLst>
        </pc:spChg>
        <pc:spChg chg="add mod">
          <ac:chgData name="Hartanto Tantriawan" userId="82e33306d5002250" providerId="LiveId" clId="{5753A697-1038-5003-83F6-CC341650460F}" dt="2026-03-03T07:22:50.091" v="10930" actId="207"/>
          <ac:spMkLst>
            <pc:docMk/>
            <pc:sldMk cId="2103822380" sldId="456"/>
            <ac:spMk id="52" creationId="{C675FF44-EF58-74D3-60E7-9B1F2E76AE1A}"/>
          </ac:spMkLst>
        </pc:spChg>
        <pc:spChg chg="add mod">
          <ac:chgData name="Hartanto Tantriawan" userId="82e33306d5002250" providerId="LiveId" clId="{5753A697-1038-5003-83F6-CC341650460F}" dt="2026-03-03T07:22:50.091" v="10930" actId="207"/>
          <ac:spMkLst>
            <pc:docMk/>
            <pc:sldMk cId="2103822380" sldId="456"/>
            <ac:spMk id="55" creationId="{E18E143C-F475-9A89-AD9C-EFEC8C298FEB}"/>
          </ac:spMkLst>
        </pc:spChg>
        <pc:spChg chg="add mod">
          <ac:chgData name="Hartanto Tantriawan" userId="82e33306d5002250" providerId="LiveId" clId="{5753A697-1038-5003-83F6-CC341650460F}" dt="2026-03-03T07:22:50.091" v="10930" actId="207"/>
          <ac:spMkLst>
            <pc:docMk/>
            <pc:sldMk cId="2103822380" sldId="456"/>
            <ac:spMk id="57" creationId="{F0CEF984-8436-4437-84A4-B3FC408ECF36}"/>
          </ac:spMkLst>
        </pc:spChg>
        <pc:spChg chg="add mod">
          <ac:chgData name="Hartanto Tantriawan" userId="82e33306d5002250" providerId="LiveId" clId="{5753A697-1038-5003-83F6-CC341650460F}" dt="2026-03-03T07:22:50.091" v="10930" actId="207"/>
          <ac:spMkLst>
            <pc:docMk/>
            <pc:sldMk cId="2103822380" sldId="456"/>
            <ac:spMk id="58" creationId="{810E429B-85B0-753E-B96E-E9E8913E463B}"/>
          </ac:spMkLst>
        </pc:spChg>
        <pc:spChg chg="add mod">
          <ac:chgData name="Hartanto Tantriawan" userId="82e33306d5002250" providerId="LiveId" clId="{5753A697-1038-5003-83F6-CC341650460F}" dt="2026-03-03T07:22:50.091" v="10930" actId="207"/>
          <ac:spMkLst>
            <pc:docMk/>
            <pc:sldMk cId="2103822380" sldId="456"/>
            <ac:spMk id="60" creationId="{943361C2-0AF2-AFE3-5C4A-8C26A4EE5ABF}"/>
          </ac:spMkLst>
        </pc:spChg>
        <pc:spChg chg="add mod">
          <ac:chgData name="Hartanto Tantriawan" userId="82e33306d5002250" providerId="LiveId" clId="{5753A697-1038-5003-83F6-CC341650460F}" dt="2026-03-03T07:22:50.091" v="10930" actId="207"/>
          <ac:spMkLst>
            <pc:docMk/>
            <pc:sldMk cId="2103822380" sldId="456"/>
            <ac:spMk id="704" creationId="{C09E351D-29D1-3B7A-D3B0-4B2E66D72E41}"/>
          </ac:spMkLst>
        </pc:spChg>
        <pc:grpChg chg="del">
          <ac:chgData name="Hartanto Tantriawan" userId="82e33306d5002250" providerId="LiveId" clId="{5753A697-1038-5003-83F6-CC341650460F}" dt="2026-03-03T07:22:28.150" v="10924" actId="478"/>
          <ac:grpSpMkLst>
            <pc:docMk/>
            <pc:sldMk cId="2103822380" sldId="456"/>
            <ac:grpSpMk id="34" creationId="{155C7E42-7B8D-539F-7B8C-E1DD78866F07}"/>
          </ac:grpSpMkLst>
        </pc:grpChg>
        <pc:grpChg chg="add mod">
          <ac:chgData name="Hartanto Tantriawan" userId="82e33306d5002250" providerId="LiveId" clId="{5753A697-1038-5003-83F6-CC341650460F}" dt="2026-03-03T07:22:45.382" v="10928" actId="1076"/>
          <ac:grpSpMkLst>
            <pc:docMk/>
            <pc:sldMk cId="2103822380" sldId="456"/>
            <ac:grpSpMk id="710" creationId="{A14D58D9-1660-077D-11AE-87DABC31248D}"/>
          </ac:grpSpMkLst>
        </pc:grpChg>
        <pc:graphicFrameChg chg="mod">
          <ac:chgData name="Hartanto Tantriawan" userId="82e33306d5002250" providerId="LiveId" clId="{5753A697-1038-5003-83F6-CC341650460F}" dt="2026-03-03T07:23:58.060" v="10935"/>
          <ac:graphicFrameMkLst>
            <pc:docMk/>
            <pc:sldMk cId="2103822380" sldId="456"/>
            <ac:graphicFrameMk id="36" creationId="{0285D5F1-A9DB-6498-2F05-1C16D00E48F5}"/>
          </ac:graphicFrameMkLst>
        </pc:graphicFrameChg>
        <pc:graphicFrameChg chg="mod">
          <ac:chgData name="Hartanto Tantriawan" userId="82e33306d5002250" providerId="LiveId" clId="{5753A697-1038-5003-83F6-CC341650460F}" dt="2026-03-03T07:23:21.021" v="10934"/>
          <ac:graphicFrameMkLst>
            <pc:docMk/>
            <pc:sldMk cId="2103822380" sldId="456"/>
            <ac:graphicFrameMk id="59" creationId="{04FD174E-E0F2-12B6-3FEF-93ADF82D1C67}"/>
          </ac:graphicFrameMkLst>
        </pc:graphicFrameChg>
      </pc:sldChg>
      <pc:sldChg chg="addSp delSp modSp add mod modNotesTx">
        <pc:chgData name="Hartanto Tantriawan" userId="82e33306d5002250" providerId="LiveId" clId="{5753A697-1038-5003-83F6-CC341650460F}" dt="2026-03-03T07:39:42.812" v="11160" actId="20577"/>
        <pc:sldMkLst>
          <pc:docMk/>
          <pc:sldMk cId="3207876034" sldId="457"/>
        </pc:sldMkLst>
        <pc:spChg chg="add del mod">
          <ac:chgData name="Hartanto Tantriawan" userId="82e33306d5002250" providerId="LiveId" clId="{5753A697-1038-5003-83F6-CC341650460F}" dt="2026-03-03T07:35:33.246" v="11134" actId="478"/>
          <ac:spMkLst>
            <pc:docMk/>
            <pc:sldMk cId="3207876034" sldId="457"/>
            <ac:spMk id="4" creationId="{1C1745C5-66C6-86F1-A050-34F17E6A3994}"/>
          </ac:spMkLst>
        </pc:spChg>
        <pc:spChg chg="add mod topLvl">
          <ac:chgData name="Hartanto Tantriawan" userId="82e33306d5002250" providerId="LiveId" clId="{5753A697-1038-5003-83F6-CC341650460F}" dt="2026-03-03T07:35:57.019" v="11141" actId="164"/>
          <ac:spMkLst>
            <pc:docMk/>
            <pc:sldMk cId="3207876034" sldId="457"/>
            <ac:spMk id="5" creationId="{4561B77D-21F3-CAB0-D985-F447635863EA}"/>
          </ac:spMkLst>
        </pc:spChg>
        <pc:spChg chg="add mod topLvl">
          <ac:chgData name="Hartanto Tantriawan" userId="82e33306d5002250" providerId="LiveId" clId="{5753A697-1038-5003-83F6-CC341650460F}" dt="2026-03-03T07:35:57.019" v="11141" actId="164"/>
          <ac:spMkLst>
            <pc:docMk/>
            <pc:sldMk cId="3207876034" sldId="457"/>
            <ac:spMk id="10" creationId="{774F6DEE-9C68-C061-8B97-C882A35337EF}"/>
          </ac:spMkLst>
        </pc:spChg>
        <pc:spChg chg="add mod topLvl">
          <ac:chgData name="Hartanto Tantriawan" userId="82e33306d5002250" providerId="LiveId" clId="{5753A697-1038-5003-83F6-CC341650460F}" dt="2026-03-03T07:35:57.019" v="11141" actId="164"/>
          <ac:spMkLst>
            <pc:docMk/>
            <pc:sldMk cId="3207876034" sldId="457"/>
            <ac:spMk id="13" creationId="{198E705C-4DFB-8370-5DEE-F6F8D062227D}"/>
          </ac:spMkLst>
        </pc:spChg>
        <pc:spChg chg="add mod topLvl">
          <ac:chgData name="Hartanto Tantriawan" userId="82e33306d5002250" providerId="LiveId" clId="{5753A697-1038-5003-83F6-CC341650460F}" dt="2026-03-03T07:35:57.019" v="11141" actId="164"/>
          <ac:spMkLst>
            <pc:docMk/>
            <pc:sldMk cId="3207876034" sldId="457"/>
            <ac:spMk id="14" creationId="{B0D4CEF4-B91E-29D3-D821-381942780E0F}"/>
          </ac:spMkLst>
        </pc:spChg>
        <pc:spChg chg="add mod topLvl">
          <ac:chgData name="Hartanto Tantriawan" userId="82e33306d5002250" providerId="LiveId" clId="{5753A697-1038-5003-83F6-CC341650460F}" dt="2026-03-03T07:35:57.019" v="11141" actId="164"/>
          <ac:spMkLst>
            <pc:docMk/>
            <pc:sldMk cId="3207876034" sldId="457"/>
            <ac:spMk id="17" creationId="{DB879DCE-947D-400C-F6DD-EBAF8BBCAE9E}"/>
          </ac:spMkLst>
        </pc:spChg>
        <pc:spChg chg="add mod topLvl">
          <ac:chgData name="Hartanto Tantriawan" userId="82e33306d5002250" providerId="LiveId" clId="{5753A697-1038-5003-83F6-CC341650460F}" dt="2026-03-03T07:35:57.019" v="11141" actId="164"/>
          <ac:spMkLst>
            <pc:docMk/>
            <pc:sldMk cId="3207876034" sldId="457"/>
            <ac:spMk id="27" creationId="{D7997149-606A-7F7A-6EAF-53719E6E09E6}"/>
          </ac:spMkLst>
        </pc:spChg>
        <pc:spChg chg="add mod topLvl">
          <ac:chgData name="Hartanto Tantriawan" userId="82e33306d5002250" providerId="LiveId" clId="{5753A697-1038-5003-83F6-CC341650460F}" dt="2026-03-03T07:35:57.019" v="11141" actId="164"/>
          <ac:spMkLst>
            <pc:docMk/>
            <pc:sldMk cId="3207876034" sldId="457"/>
            <ac:spMk id="28" creationId="{C117FB08-DCD5-5381-5401-A48DB78F4068}"/>
          </ac:spMkLst>
        </pc:spChg>
        <pc:spChg chg="add mod topLvl">
          <ac:chgData name="Hartanto Tantriawan" userId="82e33306d5002250" providerId="LiveId" clId="{5753A697-1038-5003-83F6-CC341650460F}" dt="2026-03-03T07:35:57.019" v="11141" actId="164"/>
          <ac:spMkLst>
            <pc:docMk/>
            <pc:sldMk cId="3207876034" sldId="457"/>
            <ac:spMk id="33" creationId="{730F3D84-92ED-C3C5-8E2B-6631746C8ACE}"/>
          </ac:spMkLst>
        </pc:spChg>
        <pc:spChg chg="add mod topLvl">
          <ac:chgData name="Hartanto Tantriawan" userId="82e33306d5002250" providerId="LiveId" clId="{5753A697-1038-5003-83F6-CC341650460F}" dt="2026-03-03T07:35:57.019" v="11141" actId="164"/>
          <ac:spMkLst>
            <pc:docMk/>
            <pc:sldMk cId="3207876034" sldId="457"/>
            <ac:spMk id="38" creationId="{37124F86-9461-D8BA-AF29-7D49EB30AAC5}"/>
          </ac:spMkLst>
        </pc:spChg>
        <pc:spChg chg="add mod topLvl">
          <ac:chgData name="Hartanto Tantriawan" userId="82e33306d5002250" providerId="LiveId" clId="{5753A697-1038-5003-83F6-CC341650460F}" dt="2026-03-03T07:35:57.019" v="11141" actId="164"/>
          <ac:spMkLst>
            <pc:docMk/>
            <pc:sldMk cId="3207876034" sldId="457"/>
            <ac:spMk id="45" creationId="{EA03A458-637F-BC95-AC6A-DA6129D0F01B}"/>
          </ac:spMkLst>
        </pc:spChg>
        <pc:spChg chg="add mod">
          <ac:chgData name="Hartanto Tantriawan" userId="82e33306d5002250" providerId="LiveId" clId="{5753A697-1038-5003-83F6-CC341650460F}" dt="2026-03-03T07:36:09.636" v="11142"/>
          <ac:spMkLst>
            <pc:docMk/>
            <pc:sldMk cId="3207876034" sldId="457"/>
            <ac:spMk id="49" creationId="{A822B6FA-F285-4EC2-77A7-49C37EE69722}"/>
          </ac:spMkLst>
        </pc:spChg>
        <pc:spChg chg="add mod">
          <ac:chgData name="Hartanto Tantriawan" userId="82e33306d5002250" providerId="LiveId" clId="{5753A697-1038-5003-83F6-CC341650460F}" dt="2026-03-03T07:36:09.636" v="11142"/>
          <ac:spMkLst>
            <pc:docMk/>
            <pc:sldMk cId="3207876034" sldId="457"/>
            <ac:spMk id="50" creationId="{94FE2EB4-CCAA-F43A-5FC0-B859D38C60A3}"/>
          </ac:spMkLst>
        </pc:spChg>
        <pc:spChg chg="add mod">
          <ac:chgData name="Hartanto Tantriawan" userId="82e33306d5002250" providerId="LiveId" clId="{5753A697-1038-5003-83F6-CC341650460F}" dt="2026-03-03T07:36:09.636" v="11142"/>
          <ac:spMkLst>
            <pc:docMk/>
            <pc:sldMk cId="3207876034" sldId="457"/>
            <ac:spMk id="52" creationId="{6C711095-0DB4-A048-A9D0-886DA82A40CE}"/>
          </ac:spMkLst>
        </pc:spChg>
        <pc:spChg chg="mod">
          <ac:chgData name="Hartanto Tantriawan" userId="82e33306d5002250" providerId="LiveId" clId="{5753A697-1038-5003-83F6-CC341650460F}" dt="2026-03-03T07:36:38.193" v="11145" actId="255"/>
          <ac:spMkLst>
            <pc:docMk/>
            <pc:sldMk cId="3207876034" sldId="457"/>
            <ac:spMk id="53" creationId="{37FB61A2-F467-7FF0-53C5-67F17FF508A5}"/>
          </ac:spMkLst>
        </pc:spChg>
        <pc:spChg chg="add mod">
          <ac:chgData name="Hartanto Tantriawan" userId="82e33306d5002250" providerId="LiveId" clId="{5753A697-1038-5003-83F6-CC341650460F}" dt="2026-03-03T07:36:09.636" v="11142"/>
          <ac:spMkLst>
            <pc:docMk/>
            <pc:sldMk cId="3207876034" sldId="457"/>
            <ac:spMk id="56" creationId="{8D606D20-6646-673E-6E74-5C4CF934B0E6}"/>
          </ac:spMkLst>
        </pc:spChg>
        <pc:spChg chg="add mod">
          <ac:chgData name="Hartanto Tantriawan" userId="82e33306d5002250" providerId="LiveId" clId="{5753A697-1038-5003-83F6-CC341650460F}" dt="2026-03-03T07:36:09.636" v="11142"/>
          <ac:spMkLst>
            <pc:docMk/>
            <pc:sldMk cId="3207876034" sldId="457"/>
            <ac:spMk id="58" creationId="{D142ABB9-18A4-F24F-68AB-BB1ADF1AE862}"/>
          </ac:spMkLst>
        </pc:spChg>
        <pc:spChg chg="add mod">
          <ac:chgData name="Hartanto Tantriawan" userId="82e33306d5002250" providerId="LiveId" clId="{5753A697-1038-5003-83F6-CC341650460F}" dt="2026-03-03T07:36:38.193" v="11145" actId="255"/>
          <ac:spMkLst>
            <pc:docMk/>
            <pc:sldMk cId="3207876034" sldId="457"/>
            <ac:spMk id="59" creationId="{8E458840-5036-2D87-91A4-515BC04FDB89}"/>
          </ac:spMkLst>
        </pc:spChg>
        <pc:spChg chg="mod">
          <ac:chgData name="Hartanto Tantriawan" userId="82e33306d5002250" providerId="LiveId" clId="{5753A697-1038-5003-83F6-CC341650460F}" dt="2026-03-03T07:36:38.193" v="11145" actId="255"/>
          <ac:spMkLst>
            <pc:docMk/>
            <pc:sldMk cId="3207876034" sldId="457"/>
            <ac:spMk id="60" creationId="{042F4DD0-93C3-7BA1-C56D-E8AD828717CE}"/>
          </ac:spMkLst>
        </pc:spChg>
        <pc:spChg chg="mod">
          <ac:chgData name="Hartanto Tantriawan" userId="82e33306d5002250" providerId="LiveId" clId="{5753A697-1038-5003-83F6-CC341650460F}" dt="2026-03-03T07:36:38.193" v="11145" actId="255"/>
          <ac:spMkLst>
            <pc:docMk/>
            <pc:sldMk cId="3207876034" sldId="457"/>
            <ac:spMk id="704" creationId="{4ADE6CC7-11F4-8DA0-0CDF-9A981184760A}"/>
          </ac:spMkLst>
        </pc:spChg>
        <pc:spChg chg="mod">
          <ac:chgData name="Hartanto Tantriawan" userId="82e33306d5002250" providerId="LiveId" clId="{5753A697-1038-5003-83F6-CC341650460F}" dt="2026-03-03T07:36:38.193" v="11145" actId="255"/>
          <ac:spMkLst>
            <pc:docMk/>
            <pc:sldMk cId="3207876034" sldId="457"/>
            <ac:spMk id="710" creationId="{06F433B6-CA30-7432-17FA-6F2011922789}"/>
          </ac:spMkLst>
        </pc:spChg>
        <pc:spChg chg="mod">
          <ac:chgData name="Hartanto Tantriawan" userId="82e33306d5002250" providerId="LiveId" clId="{5753A697-1038-5003-83F6-CC341650460F}" dt="2026-03-03T07:36:38.193" v="11145" actId="255"/>
          <ac:spMkLst>
            <pc:docMk/>
            <pc:sldMk cId="3207876034" sldId="457"/>
            <ac:spMk id="711" creationId="{C12290C1-87DE-905D-5A87-1BE5F3DC3819}"/>
          </ac:spMkLst>
        </pc:spChg>
        <pc:spChg chg="add mod">
          <ac:chgData name="Hartanto Tantriawan" userId="82e33306d5002250" providerId="LiveId" clId="{5753A697-1038-5003-83F6-CC341650460F}" dt="2026-03-03T07:36:09.636" v="11142"/>
          <ac:spMkLst>
            <pc:docMk/>
            <pc:sldMk cId="3207876034" sldId="457"/>
            <ac:spMk id="712" creationId="{092341A7-5A69-8781-1D8A-3A9910F78349}"/>
          </ac:spMkLst>
        </pc:spChg>
        <pc:spChg chg="mod">
          <ac:chgData name="Hartanto Tantriawan" userId="82e33306d5002250" providerId="LiveId" clId="{5753A697-1038-5003-83F6-CC341650460F}" dt="2026-03-03T07:36:38.193" v="11145" actId="255"/>
          <ac:spMkLst>
            <pc:docMk/>
            <pc:sldMk cId="3207876034" sldId="457"/>
            <ac:spMk id="713" creationId="{5DCABD25-E9AC-0B54-924C-1259038BC35A}"/>
          </ac:spMkLst>
        </pc:spChg>
        <pc:spChg chg="mod">
          <ac:chgData name="Hartanto Tantriawan" userId="82e33306d5002250" providerId="LiveId" clId="{5753A697-1038-5003-83F6-CC341650460F}" dt="2026-03-03T07:36:38.193" v="11145" actId="255"/>
          <ac:spMkLst>
            <pc:docMk/>
            <pc:sldMk cId="3207876034" sldId="457"/>
            <ac:spMk id="715" creationId="{C1DA6123-4B3E-30F1-A99D-99BE34E0E971}"/>
          </ac:spMkLst>
        </pc:spChg>
        <pc:spChg chg="mod">
          <ac:chgData name="Hartanto Tantriawan" userId="82e33306d5002250" providerId="LiveId" clId="{5753A697-1038-5003-83F6-CC341650460F}" dt="2026-03-03T07:36:38.193" v="11145" actId="255"/>
          <ac:spMkLst>
            <pc:docMk/>
            <pc:sldMk cId="3207876034" sldId="457"/>
            <ac:spMk id="717" creationId="{252DF5A4-75D2-AB41-05C6-413780825A7D}"/>
          </ac:spMkLst>
        </pc:spChg>
        <pc:spChg chg="add mod">
          <ac:chgData name="Hartanto Tantriawan" userId="82e33306d5002250" providerId="LiveId" clId="{5753A697-1038-5003-83F6-CC341650460F}" dt="2026-03-03T07:36:09.636" v="11142"/>
          <ac:spMkLst>
            <pc:docMk/>
            <pc:sldMk cId="3207876034" sldId="457"/>
            <ac:spMk id="719" creationId="{5C30EE59-C6BF-D292-7463-6D02972BF83D}"/>
          </ac:spMkLst>
        </pc:spChg>
        <pc:spChg chg="add mod">
          <ac:chgData name="Hartanto Tantriawan" userId="82e33306d5002250" providerId="LiveId" clId="{5753A697-1038-5003-83F6-CC341650460F}" dt="2026-03-03T07:36:09.636" v="11142"/>
          <ac:spMkLst>
            <pc:docMk/>
            <pc:sldMk cId="3207876034" sldId="457"/>
            <ac:spMk id="721" creationId="{481630A9-7F2B-6B72-EDA7-3101CB8E0167}"/>
          </ac:spMkLst>
        </pc:spChg>
        <pc:spChg chg="mod">
          <ac:chgData name="Hartanto Tantriawan" userId="82e33306d5002250" providerId="LiveId" clId="{5753A697-1038-5003-83F6-CC341650460F}" dt="2026-03-03T07:37:18.364" v="11153" actId="14100"/>
          <ac:spMkLst>
            <pc:docMk/>
            <pc:sldMk cId="3207876034" sldId="457"/>
            <ac:spMk id="725" creationId="{41C75A37-0EB6-B08B-48ED-6145090F3306}"/>
          </ac:spMkLst>
        </pc:spChg>
        <pc:spChg chg="add mod">
          <ac:chgData name="Hartanto Tantriawan" userId="82e33306d5002250" providerId="LiveId" clId="{5753A697-1038-5003-83F6-CC341650460F}" dt="2026-03-03T07:36:38.193" v="11145" actId="255"/>
          <ac:spMkLst>
            <pc:docMk/>
            <pc:sldMk cId="3207876034" sldId="457"/>
            <ac:spMk id="727" creationId="{7593F73F-67A4-484B-9171-049580EE8456}"/>
          </ac:spMkLst>
        </pc:spChg>
        <pc:spChg chg="del">
          <ac:chgData name="Hartanto Tantriawan" userId="82e33306d5002250" providerId="LiveId" clId="{5753A697-1038-5003-83F6-CC341650460F}" dt="2026-03-03T07:37:40.316" v="11155" actId="478"/>
          <ac:spMkLst>
            <pc:docMk/>
            <pc:sldMk cId="3207876034" sldId="457"/>
            <ac:spMk id="729" creationId="{3E2C72E8-36C8-3DF5-A301-6FAE77DED2CB}"/>
          </ac:spMkLst>
        </pc:spChg>
        <pc:spChg chg="del">
          <ac:chgData name="Hartanto Tantriawan" userId="82e33306d5002250" providerId="LiveId" clId="{5753A697-1038-5003-83F6-CC341650460F}" dt="2026-03-03T07:37:40.316" v="11155" actId="478"/>
          <ac:spMkLst>
            <pc:docMk/>
            <pc:sldMk cId="3207876034" sldId="457"/>
            <ac:spMk id="730" creationId="{92A92941-B49F-9739-B8D4-630BF7BA9D27}"/>
          </ac:spMkLst>
        </pc:spChg>
        <pc:spChg chg="del">
          <ac:chgData name="Hartanto Tantriawan" userId="82e33306d5002250" providerId="LiveId" clId="{5753A697-1038-5003-83F6-CC341650460F}" dt="2026-03-03T07:37:40.316" v="11155" actId="478"/>
          <ac:spMkLst>
            <pc:docMk/>
            <pc:sldMk cId="3207876034" sldId="457"/>
            <ac:spMk id="731" creationId="{8C4C3B4B-F51A-0125-175B-E46192025864}"/>
          </ac:spMkLst>
        </pc:spChg>
        <pc:spChg chg="mod">
          <ac:chgData name="Hartanto Tantriawan" userId="82e33306d5002250" providerId="LiveId" clId="{5753A697-1038-5003-83F6-CC341650460F}" dt="2026-03-03T07:36:57.221" v="11150" actId="1076"/>
          <ac:spMkLst>
            <pc:docMk/>
            <pc:sldMk cId="3207876034" sldId="457"/>
            <ac:spMk id="761" creationId="{5BBDCD42-EF43-8DD0-8C81-12F0BB146239}"/>
          </ac:spMkLst>
        </pc:spChg>
        <pc:spChg chg="del">
          <ac:chgData name="Hartanto Tantriawan" userId="82e33306d5002250" providerId="LiveId" clId="{5753A697-1038-5003-83F6-CC341650460F}" dt="2026-03-03T07:35:29.675" v="11132" actId="478"/>
          <ac:spMkLst>
            <pc:docMk/>
            <pc:sldMk cId="3207876034" sldId="457"/>
            <ac:spMk id="763" creationId="{77E587FF-DEAF-2A9F-DEC2-2F1A5326065A}"/>
          </ac:spMkLst>
        </pc:spChg>
        <pc:grpChg chg="add mod">
          <ac:chgData name="Hartanto Tantriawan" userId="82e33306d5002250" providerId="LiveId" clId="{5753A697-1038-5003-83F6-CC341650460F}" dt="2026-03-03T07:35:56.377" v="11140" actId="14100"/>
          <ac:grpSpMkLst>
            <pc:docMk/>
            <pc:sldMk cId="3207876034" sldId="457"/>
            <ac:grpSpMk id="46" creationId="{A5318DD5-259D-826B-DD24-17163F2997F1}"/>
          </ac:grpSpMkLst>
        </pc:grpChg>
        <pc:grpChg chg="add mod">
          <ac:chgData name="Hartanto Tantriawan" userId="82e33306d5002250" providerId="LiveId" clId="{5753A697-1038-5003-83F6-CC341650460F}" dt="2026-03-03T07:37:02.922" v="11151" actId="1076"/>
          <ac:grpSpMkLst>
            <pc:docMk/>
            <pc:sldMk cId="3207876034" sldId="457"/>
            <ac:grpSpMk id="732" creationId="{FFBBDE07-975F-F340-2AFE-D1838973B612}"/>
          </ac:grpSpMkLst>
        </pc:grpChg>
        <pc:graphicFrameChg chg="mod modGraphic">
          <ac:chgData name="Hartanto Tantriawan" userId="82e33306d5002250" providerId="LiveId" clId="{5753A697-1038-5003-83F6-CC341650460F}" dt="2026-03-03T07:37:27.941" v="11154" actId="2084"/>
          <ac:graphicFrameMkLst>
            <pc:docMk/>
            <pc:sldMk cId="3207876034" sldId="457"/>
            <ac:graphicFrameMk id="723" creationId="{8B646EFA-A5F2-2C8C-811C-BB7A6D25225C}"/>
          </ac:graphicFrameMkLst>
        </pc:graphicFrameChg>
        <pc:picChg chg="del">
          <ac:chgData name="Hartanto Tantriawan" userId="82e33306d5002250" providerId="LiveId" clId="{5753A697-1038-5003-83F6-CC341650460F}" dt="2026-03-03T07:35:31.088" v="11133" actId="478"/>
          <ac:picMkLst>
            <pc:docMk/>
            <pc:sldMk cId="3207876034" sldId="457"/>
            <ac:picMk id="3" creationId="{E8B2B16F-80AE-0D81-2071-8FD98D68FF13}"/>
          </ac:picMkLst>
        </pc:picChg>
      </pc:sldChg>
      <pc:sldChg chg="addSp delSp modSp add mod">
        <pc:chgData name="Hartanto Tantriawan" userId="82e33306d5002250" providerId="LiveId" clId="{5753A697-1038-5003-83F6-CC341650460F}" dt="2026-03-03T07:41:12.824" v="11171" actId="1076"/>
        <pc:sldMkLst>
          <pc:docMk/>
          <pc:sldMk cId="1460893378" sldId="458"/>
        </pc:sldMkLst>
        <pc:spChg chg="add mod">
          <ac:chgData name="Hartanto Tantriawan" userId="82e33306d5002250" providerId="LiveId" clId="{5753A697-1038-5003-83F6-CC341650460F}" dt="2026-03-03T07:40:58.496" v="11169" actId="17032"/>
          <ac:spMkLst>
            <pc:docMk/>
            <pc:sldMk cId="1460893378" sldId="458"/>
            <ac:spMk id="3" creationId="{04FDFAF9-F7FE-2A95-677D-FED9E1B6CC8C}"/>
          </ac:spMkLst>
        </pc:spChg>
        <pc:spChg chg="del">
          <ac:chgData name="Hartanto Tantriawan" userId="82e33306d5002250" providerId="LiveId" clId="{5753A697-1038-5003-83F6-CC341650460F}" dt="2026-03-03T07:40:13.036" v="11161" actId="478"/>
          <ac:spMkLst>
            <pc:docMk/>
            <pc:sldMk cId="1460893378" sldId="458"/>
            <ac:spMk id="19" creationId="{26F7D2F1-D5EB-F68B-2172-BF426F34F372}"/>
          </ac:spMkLst>
        </pc:spChg>
        <pc:spChg chg="mod">
          <ac:chgData name="Hartanto Tantriawan" userId="82e33306d5002250" providerId="LiveId" clId="{5753A697-1038-5003-83F6-CC341650460F}" dt="2026-03-03T07:39:10.876" v="11158"/>
          <ac:spMkLst>
            <pc:docMk/>
            <pc:sldMk cId="1460893378" sldId="458"/>
            <ac:spMk id="761" creationId="{A4E34617-D697-4564-EED1-A4E168452088}"/>
          </ac:spMkLst>
        </pc:spChg>
        <pc:picChg chg="add mod">
          <ac:chgData name="Hartanto Tantriawan" userId="82e33306d5002250" providerId="LiveId" clId="{5753A697-1038-5003-83F6-CC341650460F}" dt="2026-03-03T07:40:29.889" v="11166" actId="14100"/>
          <ac:picMkLst>
            <pc:docMk/>
            <pc:sldMk cId="1460893378" sldId="458"/>
            <ac:picMk id="2" creationId="{6FE2B2A8-642F-5568-1C5A-CBBC3D2FE37C}"/>
          </ac:picMkLst>
        </pc:picChg>
        <pc:picChg chg="add mod">
          <ac:chgData name="Hartanto Tantriawan" userId="82e33306d5002250" providerId="LiveId" clId="{5753A697-1038-5003-83F6-CC341650460F}" dt="2026-03-03T07:41:12.824" v="11171" actId="1076"/>
          <ac:picMkLst>
            <pc:docMk/>
            <pc:sldMk cId="1460893378" sldId="458"/>
            <ac:picMk id="4" creationId="{4C3747C1-4EE0-F475-9819-E89B0A3CDE2E}"/>
          </ac:picMkLst>
        </pc:picChg>
      </pc:sldChg>
      <pc:sldChg chg="addSp modSp new mod">
        <pc:chgData name="Hartanto Tantriawan" userId="82e33306d5002250" providerId="LiveId" clId="{5753A697-1038-5003-83F6-CC341650460F}" dt="2026-03-03T07:47:19.598" v="11345" actId="20577"/>
        <pc:sldMkLst>
          <pc:docMk/>
          <pc:sldMk cId="566625400" sldId="459"/>
        </pc:sldMkLst>
        <pc:spChg chg="mod">
          <ac:chgData name="Hartanto Tantriawan" userId="82e33306d5002250" providerId="LiveId" clId="{5753A697-1038-5003-83F6-CC341650460F}" dt="2026-03-03T07:42:18.167" v="11173"/>
          <ac:spMkLst>
            <pc:docMk/>
            <pc:sldMk cId="566625400" sldId="459"/>
            <ac:spMk id="2" creationId="{D1005D66-40B8-8333-ACF5-ECE7ED65DC56}"/>
          </ac:spMkLst>
        </pc:spChg>
        <pc:spChg chg="mod">
          <ac:chgData name="Hartanto Tantriawan" userId="82e33306d5002250" providerId="LiveId" clId="{5753A697-1038-5003-83F6-CC341650460F}" dt="2026-03-03T07:47:19.598" v="11345" actId="20577"/>
          <ac:spMkLst>
            <pc:docMk/>
            <pc:sldMk cId="566625400" sldId="459"/>
            <ac:spMk id="3" creationId="{23780CCB-51F2-E362-1C91-582BB3507405}"/>
          </ac:spMkLst>
        </pc:spChg>
        <pc:spChg chg="mod">
          <ac:chgData name="Hartanto Tantriawan" userId="82e33306d5002250" providerId="LiveId" clId="{5753A697-1038-5003-83F6-CC341650460F}" dt="2026-03-03T07:42:44.590" v="11188" actId="1076"/>
          <ac:spMkLst>
            <pc:docMk/>
            <pc:sldMk cId="566625400" sldId="459"/>
            <ac:spMk id="6" creationId="{0F1F35E4-6902-8F8D-49BA-07B5B0EA899B}"/>
          </ac:spMkLst>
        </pc:spChg>
        <pc:picChg chg="add mod">
          <ac:chgData name="Hartanto Tantriawan" userId="82e33306d5002250" providerId="LiveId" clId="{5753A697-1038-5003-83F6-CC341650460F}" dt="2026-03-03T07:42:56.040" v="11192" actId="1076"/>
          <ac:picMkLst>
            <pc:docMk/>
            <pc:sldMk cId="566625400" sldId="459"/>
            <ac:picMk id="7" creationId="{62D87A33-0E04-1FF0-07D9-83134C9B59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448D0B6-00C7-CC96-4C3D-2054E8E2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78881C4-FA86-275C-E622-2FC4DE47A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B4E4A9B-E076-A339-AE5F-D363C0CF7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82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62D4ED2-5351-93C6-BB71-898865D1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F2F16B9-A68B-BC32-00B7-E32782F1D5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2776010-0FD3-1BA8-A676-669DA4524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4561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E0514EDF-EE5E-B17F-9688-F467AAE0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4DA4355-EFAC-70CF-BED3-AD204FAA4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BF1C434-4FCD-E4C7-6B1F-778C63366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0323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2B7C1FF-8919-C782-78A9-BEFA5717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26018C3-9C24-A1CC-68D6-26D4C4B039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4A1A8EF-6A26-916D-9B19-A05730A7C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4126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9B71667-AE98-1D10-0457-C471008A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6CAF2E6-226F-0FE5-0240-CFFEDCD51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EA4486B-58B8-67EF-BAAB-40AA4DF75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24562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59E914F-329D-4119-EF5C-9722A7E7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F5EDD74-80B9-9D08-9591-1B4D2D837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1A191D7-A866-5D62-9FA2-BB79F179F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4058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2ED911FB-1E81-5BC8-8D70-95D8F9A5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A372EF1-F220-4658-24F0-259B39E42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2F81160-D4A7-8D28-524B-154907AD6D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9623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7EF71516-1F47-E27C-D337-1B12E96A1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540EA783-41EF-B79E-62FA-2029AB145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02866A6-5BC9-FD42-EF60-423CF6B12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b="1" dirty="0" err="1"/>
              <a:t>Ringkasan</a:t>
            </a:r>
            <a:r>
              <a:rPr lang="en-ID" b="1" dirty="0"/>
              <a:t> </a:t>
            </a:r>
            <a:r>
              <a:rPr lang="en-ID" b="1" dirty="0" err="1"/>
              <a:t>Poin</a:t>
            </a:r>
            <a:r>
              <a:rPr lang="en-ID" b="1" dirty="0"/>
              <a:t> </a:t>
            </a:r>
            <a:r>
              <a:rPr lang="en-ID" b="1" dirty="0" err="1"/>
              <a:t>Penting</a:t>
            </a:r>
            <a:r>
              <a:rPr lang="en-ID" b="1" dirty="0"/>
              <a:t>:</a:t>
            </a:r>
          </a:p>
          <a:p>
            <a:r>
              <a:rPr lang="en-ID" b="1" dirty="0" err="1"/>
              <a:t>Atribut</a:t>
            </a:r>
            <a:r>
              <a:rPr lang="en-ID" b="1" dirty="0"/>
              <a:t> </a:t>
            </a:r>
            <a:r>
              <a:rPr lang="en-ID" b="1" dirty="0" err="1"/>
              <a:t>Kunci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kedua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(</a:t>
            </a:r>
            <a:r>
              <a:rPr lang="en-ID" dirty="0" err="1"/>
              <a:t>misalnya</a:t>
            </a:r>
            <a:r>
              <a:rPr lang="en-ID" dirty="0"/>
              <a:t>: </a:t>
            </a:r>
            <a:r>
              <a:rPr lang="en-ID" i="1" dirty="0"/>
              <a:t>customer-id</a:t>
            </a:r>
            <a:r>
              <a:rPr lang="en-ID" dirty="0"/>
              <a:t> dan </a:t>
            </a:r>
            <a:r>
              <a:rPr lang="en-ID" i="1" dirty="0"/>
              <a:t>account-number</a:t>
            </a:r>
            <a:r>
              <a:rPr lang="en-ID" dirty="0"/>
              <a:t>) </a:t>
            </a:r>
            <a:r>
              <a:rPr lang="en-ID" dirty="0" err="1"/>
              <a:t>digabungkan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identitas</a:t>
            </a:r>
            <a:r>
              <a:rPr lang="en-ID" dirty="0"/>
              <a:t> </a:t>
            </a:r>
            <a:r>
              <a:rPr lang="en-ID" dirty="0" err="1"/>
              <a:t>unik</a:t>
            </a:r>
            <a:r>
              <a:rPr lang="en-ID" dirty="0"/>
              <a:t> pada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.</a:t>
            </a:r>
          </a:p>
          <a:p>
            <a:r>
              <a:rPr lang="en-ID" b="1" dirty="0" err="1"/>
              <a:t>Atribut</a:t>
            </a:r>
            <a:r>
              <a:rPr lang="en-ID" b="1" dirty="0"/>
              <a:t> </a:t>
            </a:r>
            <a:r>
              <a:rPr lang="en-ID" b="1" dirty="0" err="1"/>
              <a:t>Tambahan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yang </a:t>
            </a:r>
            <a:r>
              <a:rPr lang="en-ID" dirty="0" err="1"/>
              <a:t>menempel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pada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i="1" dirty="0"/>
              <a:t>access-date</a:t>
            </a:r>
            <a:r>
              <a:rPr lang="en-ID" dirty="0"/>
              <a:t>) juga </a:t>
            </a:r>
            <a:r>
              <a:rPr lang="en-ID" dirty="0" err="1"/>
              <a:t>dimasukkan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0536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8C82115-73C3-E3BB-FC33-AD6EAE68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33EFB99-1BD7-1572-1F65-379B85D47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9534DF6-13AD-8CF9-599F-270973FEA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65411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14AB197-C443-542F-4868-01409450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601178B4-9703-E747-9016-F3BA2A227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4BAD04F-642A-5C6C-172D-39D63D95E4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8252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DB48C089-240F-B5FD-075A-5FDC293F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312914B5-CBE9-4927-36F1-C3AEEBB32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D8BBD63-8D91-BD87-D30B-01993DDC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01721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B02E725-5070-40A3-6CD1-DCA281B5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6C117B97-89AE-5308-8A4E-5CDB4BE21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D3B9DDA4-D227-C17C-08A9-25AFC77FAC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2016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17C1EA8-5948-C527-579C-AE6C5AFC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BE3766C5-344E-2962-4C1E-8EDD12C7E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2ADD953-124E-056D-1A29-4783924D31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6030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519158A7-8035-2A7D-E955-788C218D0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1A5F831-429D-1485-01C2-03B13759B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7669452-2ACC-91E6-AA69-4B6B5E350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611092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4D7CA84-B98D-C33F-DAAD-ED074A9F6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47E41879-16D7-FA1E-2A1B-C5CEDC01E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1BF7026-8AFD-DA6F-DAE7-D52DA78AE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4491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2AC9BC9-E979-D42C-A629-68C93EB8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3FEA8667-B46A-5F31-72FE-4630D927D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7F5DB58-5F07-CF5B-7C5D-D792646286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954519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A6FF3B3A-3E7C-9BA8-D218-F30F15B1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917AE8B-7402-8B99-88B9-9C766311EE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D6D24E20-124C-D700-125B-9FEE7E2FF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38791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B1B132E-FAE3-BD61-D22E-08009AD2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69C34649-73DE-BB65-CD17-1EE266E4DD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93428C1-DD25-2BBA-A1B7-A9F3B09306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070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DFDBD142-158D-4F1C-9472-DA1AEDE3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19953917-F6AF-3CA5-DDB8-3E2610B3A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5FD234D8-EF08-3445-C918-7C69BE733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617502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212C88B7-E682-64B3-3B2D-A84E9FD61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54056C10-A358-855B-156D-966147F76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EA0F27CA-B237-90B3-8734-4C6C4D683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/>
              <a:t>ika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menampung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kumpulan</a:t>
            </a:r>
            <a:r>
              <a:rPr lang="en-ID" dirty="0"/>
              <a:t> data yang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slot </a:t>
            </a:r>
            <a:r>
              <a:rPr lang="en-ID" dirty="0" err="1"/>
              <a:t>waktu</a:t>
            </a:r>
            <a:r>
              <a:rPr lang="en-ID" dirty="0"/>
              <a:t> yang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, jam </a:t>
            </a:r>
            <a:r>
              <a:rPr lang="en-ID" dirty="0" err="1"/>
              <a:t>mulai</a:t>
            </a:r>
            <a:r>
              <a:rPr lang="en-ID" dirty="0"/>
              <a:t>, dan jam </a:t>
            </a:r>
            <a:r>
              <a:rPr lang="en-ID" dirty="0" err="1"/>
              <a:t>selesai</a:t>
            </a:r>
            <a:r>
              <a:rPr lang="en-ID" dirty="0"/>
              <a:t>),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menggabungkannya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daripada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dua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terpisah</a:t>
            </a:r>
            <a:r>
              <a:rPr lang="en-ID" dirty="0"/>
              <a:t> yang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memperumit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konsekuensi</a:t>
            </a:r>
            <a:r>
              <a:rPr lang="en-ID" dirty="0"/>
              <a:t> </a:t>
            </a:r>
            <a:r>
              <a:rPr lang="en-ID" dirty="0" err="1"/>
              <a:t>teknis</a:t>
            </a:r>
            <a:r>
              <a:rPr lang="en-ID" dirty="0"/>
              <a:t> pada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pada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r>
              <a:rPr lang="en-ID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892833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066A278-6B5B-5556-0375-12CF3B31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A9D1884A-AA5A-EAE9-774F-1CFAB78E99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25AEB8C-9CE3-6A43-8129-942561B7F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/>
              <a:t>ika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menampung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kumpulan</a:t>
            </a:r>
            <a:r>
              <a:rPr lang="en-ID" dirty="0"/>
              <a:t> data yang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slot </a:t>
            </a:r>
            <a:r>
              <a:rPr lang="en-ID" dirty="0" err="1"/>
              <a:t>waktu</a:t>
            </a:r>
            <a:r>
              <a:rPr lang="en-ID" dirty="0"/>
              <a:t> yang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, jam </a:t>
            </a:r>
            <a:r>
              <a:rPr lang="en-ID" dirty="0" err="1"/>
              <a:t>mulai</a:t>
            </a:r>
            <a:r>
              <a:rPr lang="en-ID" dirty="0"/>
              <a:t>, dan jam </a:t>
            </a:r>
            <a:r>
              <a:rPr lang="en-ID" dirty="0" err="1"/>
              <a:t>selesai</a:t>
            </a:r>
            <a:r>
              <a:rPr lang="en-ID" dirty="0"/>
              <a:t>),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menggabungkannya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daripada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dua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terpisah</a:t>
            </a:r>
            <a:r>
              <a:rPr lang="en-ID" dirty="0"/>
              <a:t> yang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memperumit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konsekuensi</a:t>
            </a:r>
            <a:r>
              <a:rPr lang="en-ID" dirty="0"/>
              <a:t> </a:t>
            </a:r>
            <a:r>
              <a:rPr lang="en-ID" dirty="0" err="1"/>
              <a:t>teknis</a:t>
            </a:r>
            <a:r>
              <a:rPr lang="en-ID" dirty="0"/>
              <a:t> pada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pada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r>
              <a:rPr lang="en-ID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048203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93FCE0A-0B0D-35D8-2D7A-2613CE6C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F0C2B62-B4AE-0EF6-216E-7764A1CFE3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67355FF9-E5A6-5C71-BA8E-B800DDAD3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373567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4264101-55AB-9247-0C73-6FEE4216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29D107D-D34D-1ECE-AEB2-46E61253DD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19036D1-17B2-E065-91FB-F8751AC9D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/>
              <a:t>Slide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prinsip</a:t>
            </a:r>
            <a:r>
              <a:rPr lang="en-ID" dirty="0"/>
              <a:t>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data. Kita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data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dihitung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 lain (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tanggal</a:t>
            </a:r>
            <a:r>
              <a:rPr lang="en-ID" dirty="0"/>
              <a:t> </a:t>
            </a:r>
            <a:r>
              <a:rPr lang="en-ID" dirty="0" err="1"/>
              <a:t>lahir</a:t>
            </a:r>
            <a:r>
              <a:rPr lang="en-ID" dirty="0"/>
              <a:t>). Jika data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dibutuhkan</a:t>
            </a:r>
            <a:r>
              <a:rPr lang="en-ID" dirty="0"/>
              <a:t>,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menghitungnya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data </a:t>
            </a:r>
            <a:r>
              <a:rPr lang="en-ID" dirty="0" err="1"/>
              <a:t>dipanggil</a:t>
            </a:r>
            <a:r>
              <a:rPr lang="en-ID" dirty="0"/>
              <a:t> (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mekanisme</a:t>
            </a:r>
            <a:r>
              <a:rPr lang="en-ID" dirty="0"/>
              <a:t> </a:t>
            </a:r>
            <a:r>
              <a:rPr lang="en-ID" i="1" dirty="0"/>
              <a:t>View</a:t>
            </a:r>
            <a:r>
              <a:rPr lang="en-ID" dirty="0"/>
              <a:t>) </a:t>
            </a:r>
            <a:r>
              <a:rPr lang="en-ID" dirty="0" err="1"/>
              <a:t>daripada</a:t>
            </a:r>
            <a:r>
              <a:rPr lang="en-ID" dirty="0"/>
              <a:t> </a:t>
            </a:r>
            <a:r>
              <a:rPr lang="en-ID" dirty="0" err="1"/>
              <a:t>menyimpannya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permanen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85421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7F81F4B-DEC2-BACE-8F5F-5AE18CD2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42B151DB-A8F2-5B9B-F206-FCBC3C13F9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771FDE3-7970-3568-C356-077E9D7C91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D" b="1" dirty="0" err="1"/>
              <a:t>Penjelasan</a:t>
            </a:r>
            <a:r>
              <a:rPr lang="en-ID" b="1" dirty="0"/>
              <a:t> </a:t>
            </a:r>
            <a:r>
              <a:rPr lang="en-ID" b="1" dirty="0" err="1"/>
              <a:t>Singkat</a:t>
            </a:r>
            <a:r>
              <a:rPr lang="en-ID" b="1" dirty="0"/>
              <a:t>:</a:t>
            </a:r>
            <a:r>
              <a:rPr lang="en-ID" dirty="0"/>
              <a:t> Metode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agar data </a:t>
            </a:r>
            <a:r>
              <a:rPr lang="en-ID" dirty="0" err="1"/>
              <a:t>umum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alamat</a:t>
            </a:r>
            <a:r>
              <a:rPr lang="en-ID" dirty="0"/>
              <a:t>)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di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, </a:t>
            </a:r>
            <a:r>
              <a:rPr lang="en-ID" dirty="0" err="1"/>
              <a:t>sementara</a:t>
            </a:r>
            <a:r>
              <a:rPr lang="en-ID" dirty="0"/>
              <a:t> data </a:t>
            </a:r>
            <a:r>
              <a:rPr lang="en-ID" dirty="0" err="1"/>
              <a:t>spesifik</a:t>
            </a:r>
            <a:r>
              <a:rPr lang="en-ID" dirty="0"/>
              <a:t> </a:t>
            </a:r>
            <a:r>
              <a:rPr lang="en-ID" dirty="0" err="1"/>
              <a:t>dipisahkan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lain.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yang </a:t>
            </a:r>
            <a:r>
              <a:rPr lang="en-ID" dirty="0" err="1"/>
              <a:t>disebutkan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"</a:t>
            </a:r>
            <a:r>
              <a:rPr lang="en-ID" dirty="0" err="1"/>
              <a:t>kekurangan</a:t>
            </a:r>
            <a:r>
              <a:rPr lang="en-ID" dirty="0"/>
              <a:t>", proses </a:t>
            </a:r>
            <a:r>
              <a:rPr lang="en-ID" dirty="0" err="1"/>
              <a:t>pengambilan</a:t>
            </a:r>
            <a:r>
              <a:rPr lang="en-ID" dirty="0"/>
              <a:t> data </a:t>
            </a:r>
            <a:r>
              <a:rPr lang="en-ID" dirty="0" err="1"/>
              <a:t>lengkap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lambat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database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menggabungkan</a:t>
            </a:r>
            <a:r>
              <a:rPr lang="en-ID" dirty="0"/>
              <a:t> dua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sekaligus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488526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E3072C6-794B-7C71-23DC-35427B069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B2749315-8AA9-7B2A-F5D9-F0B854DA0B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6D59528-8B5A-1B3D-AB45-173ECCCAC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Metode 1, Metode 2 </a:t>
            </a:r>
            <a:r>
              <a:rPr lang="en-ID" dirty="0" err="1"/>
              <a:t>memasukkan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data </a:t>
            </a:r>
            <a:r>
              <a:rPr lang="en-ID" dirty="0" err="1"/>
              <a:t>umum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alamat</a:t>
            </a:r>
            <a:r>
              <a:rPr lang="en-ID" dirty="0"/>
              <a:t>)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spesifik</a:t>
            </a:r>
            <a:r>
              <a:rPr lang="en-ID" dirty="0"/>
              <a:t> (</a:t>
            </a:r>
            <a:r>
              <a:rPr lang="en-ID" i="1" dirty="0"/>
              <a:t>Employee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i="1" dirty="0"/>
              <a:t>Customer</a:t>
            </a:r>
            <a:r>
              <a:rPr lang="en-ID" dirty="0"/>
              <a:t>). 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mempercepat</a:t>
            </a:r>
            <a:r>
              <a:rPr lang="en-ID" dirty="0"/>
              <a:t> </a:t>
            </a:r>
            <a:r>
              <a:rPr lang="en-ID" dirty="0" err="1"/>
              <a:t>pencarian</a:t>
            </a:r>
            <a:r>
              <a:rPr lang="en-ID" dirty="0"/>
              <a:t> data per </a:t>
            </a:r>
            <a:r>
              <a:rPr lang="en-ID" dirty="0" err="1"/>
              <a:t>individu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berisiko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pemborosan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seseorang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peran</a:t>
            </a:r>
            <a:r>
              <a:rPr lang="en-ID" dirty="0"/>
              <a:t> </a:t>
            </a:r>
            <a:r>
              <a:rPr lang="en-ID" dirty="0" err="1"/>
              <a:t>ganda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39448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5457BFA7-6D36-0E1E-9BC5-AD419AC4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034E3DCB-066F-A77F-9CF1-54EBA496D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7B57DEB-3D0B-682D-80C9-19D81BF1D2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b="1" dirty="0"/>
              <a:t>Metode 1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representasi</a:t>
            </a:r>
            <a:r>
              <a:rPr lang="en-ID" dirty="0"/>
              <a:t> </a:t>
            </a:r>
            <a:r>
              <a:rPr lang="en-ID" dirty="0" err="1"/>
              <a:t>spesialisasi</a:t>
            </a:r>
            <a:r>
              <a:rPr lang="en-ID" dirty="0"/>
              <a:t>. Data </a:t>
            </a:r>
            <a:r>
              <a:rPr lang="en-ID" dirty="0" err="1"/>
              <a:t>umum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di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</a:t>
            </a:r>
            <a:r>
              <a:rPr lang="en-ID" dirty="0"/>
              <a:t>, </a:t>
            </a:r>
            <a:r>
              <a:rPr lang="en-ID" dirty="0" err="1"/>
              <a:t>sementara</a:t>
            </a:r>
            <a:r>
              <a:rPr lang="en-ID" dirty="0"/>
              <a:t> data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di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lang="en-ID" dirty="0"/>
              <a:t>.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SSN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di </a:t>
            </a:r>
            <a:r>
              <a:rPr lang="en-ID" dirty="0" err="1"/>
              <a:t>kedua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data </a:t>
            </a:r>
            <a:r>
              <a:rPr lang="en-ID" dirty="0" err="1"/>
              <a:t>mahasiswa</a:t>
            </a:r>
            <a:r>
              <a:rPr lang="en-ID" dirty="0"/>
              <a:t> di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kedua</a:t>
            </a:r>
            <a:r>
              <a:rPr lang="en-ID" dirty="0"/>
              <a:t> </a:t>
            </a:r>
            <a:r>
              <a:rPr lang="en-ID" dirty="0" err="1"/>
              <a:t>merujuk</a:t>
            </a:r>
            <a:r>
              <a:rPr lang="en-ID" dirty="0"/>
              <a:t> pada orang yang </a:t>
            </a:r>
            <a:r>
              <a:rPr lang="en-ID" dirty="0" err="1"/>
              <a:t>benar</a:t>
            </a:r>
            <a:r>
              <a:rPr lang="en-ID" dirty="0"/>
              <a:t> di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28644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24826876-89D2-7716-B26F-9E4F3630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83A6B81-1CE5-0F5B-C10D-F578A490BD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A111D98-854E-D73F-8883-2ED62345A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D" dirty="0" err="1"/>
              <a:t>praktik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b="1" dirty="0"/>
              <a:t>Metode 2</a:t>
            </a:r>
            <a:r>
              <a:rPr lang="en-ID" dirty="0"/>
              <a:t>, di mana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(</a:t>
            </a:r>
            <a:r>
              <a:rPr lang="en-ID" i="1" dirty="0"/>
              <a:t>SJSU people</a:t>
            </a:r>
            <a:r>
              <a:rPr lang="en-ID" dirty="0"/>
              <a:t>)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tabelnya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datanya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"</a:t>
            </a:r>
            <a:r>
              <a:rPr lang="en-ID" dirty="0" err="1"/>
              <a:t>dilebur</a:t>
            </a:r>
            <a:r>
              <a:rPr lang="en-ID" dirty="0"/>
              <a:t>"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spesifik</a:t>
            </a:r>
            <a:r>
              <a:rPr lang="en-ID" dirty="0"/>
              <a:t> (</a:t>
            </a:r>
            <a:r>
              <a:rPr lang="en-ID" i="1" dirty="0"/>
              <a:t>Student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i="1" dirty="0"/>
              <a:t>Faculty</a:t>
            </a:r>
            <a:r>
              <a:rPr lang="en-ID" dirty="0"/>
              <a:t>). Ini sangat </a:t>
            </a:r>
            <a:r>
              <a:rPr lang="en-ID" dirty="0" err="1"/>
              <a:t>efisien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Anda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mencari</a:t>
            </a:r>
            <a:r>
              <a:rPr lang="en-ID" dirty="0"/>
              <a:t> data </a:t>
            </a:r>
            <a:r>
              <a:rPr lang="en-ID" dirty="0" err="1"/>
              <a:t>lengkap</a:t>
            </a:r>
            <a:r>
              <a:rPr lang="en-ID" dirty="0"/>
              <a:t>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proses </a:t>
            </a:r>
            <a:r>
              <a:rPr lang="en-ID" i="1" dirty="0"/>
              <a:t>join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lain.</a:t>
            </a:r>
            <a:endParaRPr lang="en-US" dirty="0"/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088229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B714C28E-39AB-F3F6-C9AC-050F9E75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B20C3651-8729-D3E4-E84C-66355BC98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4EB13C1-B44A-10B0-0DAB-98D91B857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b="1" dirty="0" err="1"/>
              <a:t>agregasi</a:t>
            </a:r>
            <a:r>
              <a:rPr lang="en-ID" dirty="0"/>
              <a:t> (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tunggal</a:t>
            </a:r>
            <a:r>
              <a:rPr lang="en-ID" dirty="0"/>
              <a:t> yang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berhubungan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lain) </a:t>
            </a:r>
            <a:r>
              <a:rPr lang="en-ID" dirty="0" err="1"/>
              <a:t>dalam</a:t>
            </a:r>
            <a:r>
              <a:rPr lang="en-ID" dirty="0"/>
              <a:t> model </a:t>
            </a:r>
            <a:r>
              <a:rPr lang="en-ID" dirty="0" err="1"/>
              <a:t>relasional</a:t>
            </a:r>
            <a:r>
              <a:rPr lang="en-ID" dirty="0"/>
              <a:t>. </a:t>
            </a:r>
            <a:r>
              <a:rPr lang="en-ID" dirty="0" err="1"/>
              <a:t>Intinya</a:t>
            </a:r>
            <a:r>
              <a:rPr lang="en-ID" dirty="0"/>
              <a:t>, Anda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yang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"</a:t>
            </a:r>
            <a:r>
              <a:rPr lang="en-ID" dirty="0" err="1"/>
              <a:t>jembatan</a:t>
            </a:r>
            <a:r>
              <a:rPr lang="en-ID" dirty="0"/>
              <a:t>"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yang </a:t>
            </a:r>
            <a:r>
              <a:rPr lang="en-ID" dirty="0" err="1"/>
              <a:t>diagregasikan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dan </a:t>
            </a:r>
            <a:r>
              <a:rPr lang="en-ID" dirty="0" err="1"/>
              <a:t>menggabungkannya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luar</a:t>
            </a:r>
            <a:r>
              <a:rPr lang="en-ID" dirty="0"/>
              <a:t> yang </a:t>
            </a:r>
            <a:r>
              <a:rPr lang="en-ID" dirty="0" err="1"/>
              <a:t>berpartisipasi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3713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F8E95F9-33A7-F69E-07C3-51A35B075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D2572389-713F-B139-ABCC-08E8CCBAA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1E01E1B-A9F7-6ECE-865B-E2A10E1DB4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konkret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menyatukan</a:t>
            </a:r>
            <a:r>
              <a:rPr lang="en-ID" dirty="0"/>
              <a:t> data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yang </a:t>
            </a:r>
            <a:r>
              <a:rPr lang="en-ID" dirty="0" err="1"/>
              <a:t>kompleks</a:t>
            </a:r>
            <a:r>
              <a:rPr lang="en-ID" dirty="0"/>
              <a:t> (</a:t>
            </a:r>
            <a:r>
              <a:rPr lang="en-ID" dirty="0" err="1"/>
              <a:t>agregasi</a:t>
            </a:r>
            <a:r>
              <a:rPr lang="en-ID" dirty="0"/>
              <a:t>). </a:t>
            </a:r>
            <a:r>
              <a:rPr lang="en-ID" dirty="0" err="1"/>
              <a:t>Daripada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dua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terpisah</a:t>
            </a:r>
            <a:r>
              <a:rPr lang="en-ID" dirty="0"/>
              <a:t> yang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tumpang</a:t>
            </a:r>
            <a:r>
              <a:rPr lang="en-ID" dirty="0"/>
              <a:t> </a:t>
            </a:r>
            <a:r>
              <a:rPr lang="en-ID" dirty="0" err="1"/>
              <a:t>tindih</a:t>
            </a:r>
            <a:r>
              <a:rPr lang="en-ID" dirty="0"/>
              <a:t> (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WORKS_ON</a:t>
            </a:r>
            <a:r>
              <a:rPr lang="en-ID" dirty="0"/>
              <a:t> dan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MANAGES</a:t>
            </a:r>
            <a:r>
              <a:rPr lang="en-ID" dirty="0"/>
              <a:t>),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menggabungkannya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konsekuensinya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yang </a:t>
            </a:r>
            <a:r>
              <a:rPr lang="en-ID" dirty="0" err="1"/>
              <a:t>kosong</a:t>
            </a:r>
            <a:r>
              <a:rPr lang="en-ID" dirty="0"/>
              <a:t> (</a:t>
            </a:r>
            <a:r>
              <a:rPr lang="en-ID" i="1" dirty="0"/>
              <a:t>null</a:t>
            </a:r>
            <a:r>
              <a:rPr lang="en-ID" dirty="0"/>
              <a:t>)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karyawan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pada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manajer</a:t>
            </a:r>
            <a:r>
              <a:rPr lang="en-ID" dirty="0"/>
              <a:t> yang </a:t>
            </a:r>
            <a:r>
              <a:rPr lang="en-ID" dirty="0" err="1"/>
              <a:t>mengaturnya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54782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BF551738-A80A-D36E-1FBA-3AA840C96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D516F150-4EA5-3BCC-0DF1-DA8C798A5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8762775-99CF-C196-17A0-33A0D2233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Merepresentasikan</a:t>
            </a:r>
            <a:r>
              <a:rPr lang="en-ID" b="1" dirty="0"/>
              <a:t> </a:t>
            </a:r>
            <a:r>
              <a:rPr lang="en-ID" b="1" dirty="0" err="1"/>
              <a:t>Agregasi</a:t>
            </a:r>
            <a:r>
              <a:rPr lang="en-ID" b="1" dirty="0"/>
              <a:t> (</a:t>
            </a:r>
            <a:r>
              <a:rPr lang="en-ID" b="1" i="1" dirty="0"/>
              <a:t>Representing Aggregation</a:t>
            </a:r>
            <a:r>
              <a:rPr lang="en-ID" b="1" dirty="0"/>
              <a:t>)</a:t>
            </a:r>
          </a:p>
          <a:p>
            <a:r>
              <a:rPr lang="en-ID" dirty="0"/>
              <a:t>Slide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diagram EER (</a:t>
            </a:r>
            <a:r>
              <a:rPr lang="en-ID" i="1" dirty="0"/>
              <a:t>Enhanced Entity-Relationship</a:t>
            </a:r>
            <a:r>
              <a:rPr lang="en-ID" dirty="0"/>
              <a:t>) yang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agregasi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</a:t>
            </a:r>
            <a:r>
              <a:rPr lang="en-ID" b="1" dirty="0"/>
              <a:t>Advisor</a:t>
            </a:r>
            <a:r>
              <a:rPr lang="en-ID" dirty="0"/>
              <a:t> (</a:t>
            </a:r>
            <a:r>
              <a:rPr lang="en-ID" dirty="0" err="1"/>
              <a:t>pembimbing</a:t>
            </a:r>
            <a:r>
              <a:rPr lang="en-ID" dirty="0"/>
              <a:t>) dan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b="1" dirty="0"/>
              <a:t>Dept</a:t>
            </a:r>
            <a:r>
              <a:rPr lang="en-ID" dirty="0"/>
              <a:t> (</a:t>
            </a:r>
            <a:r>
              <a:rPr lang="en-ID" dirty="0" err="1"/>
              <a:t>departemen</a:t>
            </a:r>
            <a:r>
              <a:rPr lang="en-ID" dirty="0"/>
              <a:t>).</a:t>
            </a:r>
          </a:p>
          <a:p>
            <a:r>
              <a:rPr lang="en-ID" b="1" dirty="0" err="1"/>
              <a:t>Agregasi</a:t>
            </a:r>
            <a:r>
              <a:rPr lang="en-ID" b="1" dirty="0"/>
              <a:t> Advisor</a:t>
            </a:r>
            <a:r>
              <a:rPr lang="en-ID" dirty="0"/>
              <a:t>:</a:t>
            </a:r>
          </a:p>
          <a:p>
            <a:pPr lvl="1"/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b="1" dirty="0"/>
              <a:t>Student</a:t>
            </a:r>
            <a:r>
              <a:rPr lang="en-ID" dirty="0"/>
              <a:t> (</a:t>
            </a:r>
            <a:r>
              <a:rPr lang="en-ID" dirty="0" err="1"/>
              <a:t>mahasiswa</a:t>
            </a:r>
            <a:r>
              <a:rPr lang="en-ID" dirty="0"/>
              <a:t>) dan </a:t>
            </a:r>
            <a:r>
              <a:rPr lang="en-ID" b="1" dirty="0"/>
              <a:t>Professor</a:t>
            </a:r>
            <a:r>
              <a:rPr lang="en-ID" dirty="0"/>
              <a:t> (</a:t>
            </a:r>
            <a:r>
              <a:rPr lang="en-ID" dirty="0" err="1"/>
              <a:t>dosen</a:t>
            </a:r>
            <a:r>
              <a:rPr lang="en-ID" dirty="0"/>
              <a:t>).</a:t>
            </a:r>
          </a:p>
          <a:p>
            <a:pPr lvl="1"/>
            <a:r>
              <a:rPr lang="en-ID" dirty="0" err="1"/>
              <a:t>Relasi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kesatuan</a:t>
            </a:r>
            <a:r>
              <a:rPr lang="en-ID" dirty="0"/>
              <a:t> yang </a:t>
            </a:r>
            <a:r>
              <a:rPr lang="en-ID" dirty="0" err="1"/>
              <a:t>berhubungan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lain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</a:t>
            </a:r>
            <a:r>
              <a:rPr lang="en-ID" b="1" dirty="0"/>
              <a:t>member</a:t>
            </a:r>
            <a:r>
              <a:rPr lang="en-ID" dirty="0"/>
              <a:t> (</a:t>
            </a:r>
            <a:r>
              <a:rPr lang="en-ID" dirty="0" err="1"/>
              <a:t>anggota</a:t>
            </a:r>
            <a:r>
              <a:rPr lang="en-ID" dirty="0"/>
              <a:t>).</a:t>
            </a:r>
          </a:p>
          <a:p>
            <a:r>
              <a:rPr lang="en-ID" b="1" dirty="0"/>
              <a:t>Skema Tabel Member</a:t>
            </a:r>
            <a:r>
              <a:rPr lang="en-ID" dirty="0"/>
              <a:t>:</a:t>
            </a:r>
          </a:p>
          <a:p>
            <a:pPr lvl="1"/>
            <a:r>
              <a:rPr lang="en-ID" dirty="0"/>
              <a:t>Tabel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dibentuk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merepresentasikan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agregasi</a:t>
            </a:r>
            <a:r>
              <a:rPr lang="en-ID" dirty="0"/>
              <a:t> </a:t>
            </a:r>
            <a:r>
              <a:rPr lang="en-ID" b="1" dirty="0"/>
              <a:t>Advisor</a:t>
            </a:r>
            <a:r>
              <a:rPr lang="en-ID" dirty="0"/>
              <a:t> dan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b="1" dirty="0"/>
              <a:t>Dept</a:t>
            </a:r>
            <a:r>
              <a:rPr lang="en-ID" dirty="0"/>
              <a:t>.</a:t>
            </a:r>
          </a:p>
          <a:p>
            <a:pPr lvl="1"/>
            <a:r>
              <a:rPr lang="en-ID" b="1" dirty="0"/>
              <a:t>Primary Key </a:t>
            </a:r>
            <a:r>
              <a:rPr lang="en-ID" b="1" dirty="0" err="1"/>
              <a:t>dari</a:t>
            </a:r>
            <a:r>
              <a:rPr lang="en-ID" b="1" dirty="0"/>
              <a:t> Advisor</a:t>
            </a:r>
            <a:r>
              <a:rPr lang="en-ID" dirty="0"/>
              <a:t>: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yang </a:t>
            </a:r>
            <a:r>
              <a:rPr lang="en-ID" dirty="0" err="1"/>
              <a:t>diagregasikan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b="1" dirty="0"/>
              <a:t>SID</a:t>
            </a:r>
            <a:r>
              <a:rPr lang="en-ID" dirty="0"/>
              <a:t> (ID </a:t>
            </a:r>
            <a:r>
              <a:rPr lang="en-ID" dirty="0" err="1"/>
              <a:t>mahasiswa</a:t>
            </a:r>
            <a:r>
              <a:rPr lang="en-ID" dirty="0"/>
              <a:t>).</a:t>
            </a:r>
          </a:p>
          <a:p>
            <a:pPr lvl="1"/>
            <a:r>
              <a:rPr lang="en-ID" b="1" dirty="0"/>
              <a:t>Primary Key </a:t>
            </a:r>
            <a:r>
              <a:rPr lang="en-ID" b="1" dirty="0" err="1"/>
              <a:t>dari</a:t>
            </a:r>
            <a:r>
              <a:rPr lang="en-ID" b="1" dirty="0"/>
              <a:t> Dept</a:t>
            </a:r>
            <a:r>
              <a:rPr lang="en-ID" dirty="0"/>
              <a:t>: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yang </a:t>
            </a:r>
            <a:r>
              <a:rPr lang="en-ID" dirty="0" err="1"/>
              <a:t>terkait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b="1" dirty="0"/>
              <a:t>Code</a:t>
            </a:r>
            <a:r>
              <a:rPr lang="en-ID" dirty="0"/>
              <a:t> (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departemen</a:t>
            </a:r>
            <a:r>
              <a:rPr lang="en-ID" dirty="0"/>
              <a:t>).</a:t>
            </a:r>
          </a:p>
          <a:p>
            <a:pPr marL="158750" indent="0">
              <a:buNone/>
            </a:pPr>
            <a:endParaRPr lang="en-ID" dirty="0"/>
          </a:p>
          <a:p>
            <a:pPr marL="158750" indent="0">
              <a:buNone/>
            </a:pPr>
            <a:r>
              <a:rPr lang="en-ID" dirty="0"/>
              <a:t>Slide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merangkum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akhir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pemetaan</a:t>
            </a:r>
            <a:r>
              <a:rPr lang="en-ID" dirty="0"/>
              <a:t> </a:t>
            </a:r>
            <a:r>
              <a:rPr lang="en-ID" dirty="0" err="1"/>
              <a:t>agregasi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(</a:t>
            </a:r>
            <a:r>
              <a:rPr lang="en-ID" dirty="0" err="1"/>
              <a:t>tabel</a:t>
            </a:r>
            <a:r>
              <a:rPr lang="en-ID" dirty="0"/>
              <a:t>).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"member"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gabungan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identitas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yang </a:t>
            </a:r>
            <a:r>
              <a:rPr lang="en-ID" dirty="0" err="1"/>
              <a:t>diagregasikan</a:t>
            </a:r>
            <a:r>
              <a:rPr lang="en-ID" dirty="0"/>
              <a:t> (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SID</a:t>
            </a:r>
            <a:r>
              <a:rPr lang="en-ID" dirty="0"/>
              <a:t>) dan </a:t>
            </a:r>
            <a:r>
              <a:rPr lang="en-ID" dirty="0" err="1"/>
              <a:t>identitas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yang </a:t>
            </a:r>
            <a:r>
              <a:rPr lang="en-ID" dirty="0" err="1"/>
              <a:t>dihubungkannya</a:t>
            </a:r>
            <a:r>
              <a:rPr lang="en-ID" dirty="0"/>
              <a:t> (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lang="en-ID" dirty="0"/>
              <a:t>).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departemen</a:t>
            </a:r>
            <a:r>
              <a:rPr lang="en-ID" dirty="0"/>
              <a:t> mana yang </a:t>
            </a:r>
            <a:r>
              <a:rPr lang="en-ID" dirty="0" err="1"/>
              <a:t>menaungi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bimbingan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dan </a:t>
            </a:r>
            <a:r>
              <a:rPr lang="en-ID" dirty="0" err="1"/>
              <a:t>dosen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78027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319A7F9-C715-885A-D353-6DE04EE2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CC4BF8C-B29E-38B7-977B-151D27465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35F8E8A-6637-0C2D-56C7-D9A92BA7E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b="1" dirty="0" err="1"/>
              <a:t>agregasi</a:t>
            </a:r>
            <a:r>
              <a:rPr lang="en-ID" dirty="0"/>
              <a:t> (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tunggal</a:t>
            </a:r>
            <a:r>
              <a:rPr lang="en-ID" dirty="0"/>
              <a:t> yang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berhubungan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lain) </a:t>
            </a:r>
            <a:r>
              <a:rPr lang="en-ID" dirty="0" err="1"/>
              <a:t>dalam</a:t>
            </a:r>
            <a:r>
              <a:rPr lang="en-ID" dirty="0"/>
              <a:t> model </a:t>
            </a:r>
            <a:r>
              <a:rPr lang="en-ID" dirty="0" err="1"/>
              <a:t>relasional</a:t>
            </a:r>
            <a:r>
              <a:rPr lang="en-ID" dirty="0"/>
              <a:t>. </a:t>
            </a:r>
            <a:r>
              <a:rPr lang="en-ID" dirty="0" err="1"/>
              <a:t>Intinya</a:t>
            </a:r>
            <a:r>
              <a:rPr lang="en-ID" dirty="0"/>
              <a:t>, Anda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yang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"</a:t>
            </a:r>
            <a:r>
              <a:rPr lang="en-ID" dirty="0" err="1"/>
              <a:t>jembatan</a:t>
            </a:r>
            <a:r>
              <a:rPr lang="en-ID" dirty="0"/>
              <a:t>"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yang </a:t>
            </a:r>
            <a:r>
              <a:rPr lang="en-ID" dirty="0" err="1"/>
              <a:t>diagregasikan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dan </a:t>
            </a:r>
            <a:r>
              <a:rPr lang="en-ID" dirty="0" err="1"/>
              <a:t>menggabungkannya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luar</a:t>
            </a:r>
            <a:r>
              <a:rPr lang="en-ID" dirty="0"/>
              <a:t> yang </a:t>
            </a:r>
            <a:r>
              <a:rPr lang="en-ID" dirty="0" err="1"/>
              <a:t>berpartisipasi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40834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EF7E5D3-9B58-1C6A-D121-577385BF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92A34DA-9CF1-4A05-66C2-12AC8C6A9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8D52336-3E6B-9510-D5E3-50254A585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7036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  <p:sldLayoutId id="2147483658" r:id="rId6"/>
    <p:sldLayoutId id="2147483669" r:id="rId7"/>
    <p:sldLayoutId id="2147483670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11431" y="1580601"/>
            <a:ext cx="7124472" cy="7386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Mapping ERD to Relational Data</a:t>
            </a:r>
            <a:endParaRPr dirty="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36900" y="2621351"/>
            <a:ext cx="4384800" cy="1283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Oleh:</a:t>
            </a:r>
          </a:p>
          <a:p>
            <a:pPr marL="0" lvl="0" indent="0"/>
            <a:r>
              <a:rPr lang="es-ES" b="1" dirty="0"/>
              <a:t>Ir. </a:t>
            </a:r>
            <a:r>
              <a:rPr lang="es-ES" b="1" dirty="0" err="1"/>
              <a:t>Hira</a:t>
            </a:r>
            <a:r>
              <a:rPr lang="es-ES" b="1" dirty="0"/>
              <a:t> </a:t>
            </a:r>
            <a:r>
              <a:rPr lang="es-ES" b="1" dirty="0" err="1"/>
              <a:t>Laksmiwati</a:t>
            </a:r>
            <a:r>
              <a:rPr lang="es-ES" b="1" dirty="0"/>
              <a:t> </a:t>
            </a:r>
            <a:r>
              <a:rPr lang="es-ES" b="1" dirty="0" err="1"/>
              <a:t>Soemitro</a:t>
            </a:r>
            <a:r>
              <a:rPr lang="es-ES" b="1" dirty="0"/>
              <a:t>, </a:t>
            </a:r>
            <a:r>
              <a:rPr lang="es-ES" b="1" dirty="0" err="1"/>
              <a:t>M.Sc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Hartanto Tantriawan, S.Kom., M.Kom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Arief Ichwani, S.Kom., M.Cs</a:t>
            </a:r>
            <a:endParaRPr b="1"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09335" y="143296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BDBD1D-B19A-2CFF-AF17-E22C0572092A}"/>
              </a:ext>
            </a:extLst>
          </p:cNvPr>
          <p:cNvSpPr txBox="1"/>
          <p:nvPr/>
        </p:nvSpPr>
        <p:spPr>
          <a:xfrm>
            <a:off x="1136900" y="4049092"/>
            <a:ext cx="51413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Program Studi Teknik Informatika</a:t>
            </a:r>
          </a:p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Institut Teknologi Sumatera</a:t>
            </a:r>
            <a:endParaRPr lang="en-US" b="1" dirty="0">
              <a:solidFill>
                <a:schemeClr val="tx1"/>
              </a:solidFill>
              <a:latin typeface="Hanken Grotesk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Hanken Grotesk" charset="0"/>
              </a:rPr>
              <a:t>2026</a:t>
            </a:r>
            <a:endParaRPr lang="en-ID" b="1" dirty="0">
              <a:solidFill>
                <a:schemeClr val="tx1"/>
              </a:solidFill>
              <a:latin typeface="Hanken Grotesk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Capaian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dirty="0"/>
          </a:p>
        </p:txBody>
      </p:sp>
      <p:sp>
        <p:nvSpPr>
          <p:cNvPr id="700" name="Google Shape;700;p29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3480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>
                <a:solidFill>
                  <a:srgbClr val="FFC000"/>
                </a:solidFill>
              </a:rPr>
              <a:t>Menyusun </a:t>
            </a:r>
            <a:r>
              <a:rPr lang="en-ID" sz="2400" b="1" dirty="0" err="1">
                <a:solidFill>
                  <a:srgbClr val="FFC000"/>
                </a:solidFill>
              </a:rPr>
              <a:t>skema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relasional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model </a:t>
            </a:r>
            <a:r>
              <a:rPr lang="en-ID" sz="2400" dirty="0" err="1"/>
              <a:t>konseptual</a:t>
            </a:r>
            <a:r>
              <a:rPr lang="en-ID" sz="2400" dirty="0"/>
              <a:t> yang </a:t>
            </a:r>
            <a:r>
              <a:rPr lang="en-ID" sz="2400" dirty="0" err="1"/>
              <a:t>dikembangkan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model </a:t>
            </a:r>
            <a:r>
              <a:rPr lang="en-ID" sz="2400" b="1" i="1" dirty="0">
                <a:solidFill>
                  <a:srgbClr val="FFC000"/>
                </a:solidFill>
              </a:rPr>
              <a:t>entity-relationship</a:t>
            </a:r>
            <a:r>
              <a:rPr lang="en-ID" sz="2400" dirty="0"/>
              <a:t> (ER).</a:t>
            </a:r>
          </a:p>
          <a:p>
            <a:r>
              <a:rPr lang="en-ID" sz="2400" b="1" dirty="0" err="1">
                <a:solidFill>
                  <a:srgbClr val="FFC000"/>
                </a:solidFill>
              </a:rPr>
              <a:t>Menjelaskan</a:t>
            </a:r>
            <a:r>
              <a:rPr lang="en-ID" sz="2400" b="1" dirty="0"/>
              <a:t> dan </a:t>
            </a:r>
            <a:r>
              <a:rPr lang="en-ID" sz="2400" b="1" dirty="0" err="1">
                <a:solidFill>
                  <a:srgbClr val="FFC000"/>
                </a:solidFill>
              </a:rPr>
              <a:t>mendemonstrasikan</a:t>
            </a:r>
            <a:r>
              <a:rPr lang="en-ID" sz="2400" dirty="0"/>
              <a:t> :</a:t>
            </a:r>
          </a:p>
          <a:p>
            <a:pPr lvl="1"/>
            <a:r>
              <a:rPr lang="en-ID" sz="2400" dirty="0" err="1"/>
              <a:t>konsep</a:t>
            </a:r>
            <a:r>
              <a:rPr lang="en-ID" sz="2400" dirty="0"/>
              <a:t> </a:t>
            </a:r>
            <a:r>
              <a:rPr lang="en-ID" sz="2400" dirty="0" err="1">
                <a:solidFill>
                  <a:srgbClr val="FF0000"/>
                </a:solidFill>
              </a:rPr>
              <a:t>batasan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integritas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entitas</a:t>
            </a:r>
            <a:r>
              <a:rPr lang="en-ID" sz="2400" dirty="0"/>
              <a:t> (</a:t>
            </a:r>
            <a:r>
              <a:rPr lang="en-ID" sz="2400" i="1" dirty="0">
                <a:solidFill>
                  <a:srgbClr val="FF0000"/>
                </a:solidFill>
              </a:rPr>
              <a:t>entity integrity constraint</a:t>
            </a:r>
            <a:r>
              <a:rPr lang="en-ID" sz="2400" dirty="0"/>
              <a:t>) dan </a:t>
            </a:r>
          </a:p>
          <a:p>
            <a:pPr lvl="1"/>
            <a:r>
              <a:rPr lang="en-ID" sz="2400" dirty="0" err="1">
                <a:solidFill>
                  <a:srgbClr val="FF0000"/>
                </a:solidFill>
              </a:rPr>
              <a:t>batasan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integritas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referensial</a:t>
            </a:r>
            <a:r>
              <a:rPr lang="en-ID" sz="2400" dirty="0"/>
              <a:t> (</a:t>
            </a:r>
            <a:r>
              <a:rPr lang="en-ID" sz="2400" i="1" dirty="0">
                <a:solidFill>
                  <a:srgbClr val="FF0000"/>
                </a:solidFill>
              </a:rPr>
              <a:t>referential integrity constraint</a:t>
            </a:r>
            <a:r>
              <a:rPr lang="en-ID" sz="2400" dirty="0"/>
              <a:t>), </a:t>
            </a:r>
          </a:p>
          <a:p>
            <a:pPr lvl="1"/>
            <a:r>
              <a:rPr lang="en-ID" sz="2400" dirty="0" err="1"/>
              <a:t>termasuk</a:t>
            </a:r>
            <a:r>
              <a:rPr lang="en-ID" sz="2400" dirty="0"/>
              <a:t> </a:t>
            </a:r>
            <a:r>
              <a:rPr lang="en-ID" sz="2400" dirty="0" err="1">
                <a:solidFill>
                  <a:srgbClr val="FFC000"/>
                </a:solidFill>
              </a:rPr>
              <a:t>definisi</a:t>
            </a:r>
            <a:r>
              <a:rPr lang="en-ID" sz="2400" dirty="0">
                <a:solidFill>
                  <a:srgbClr val="FFC000"/>
                </a:solidFill>
              </a:rPr>
              <a:t> </a:t>
            </a:r>
            <a:r>
              <a:rPr lang="en-ID" sz="2400" dirty="0" err="1">
                <a:solidFill>
                  <a:srgbClr val="FFC000"/>
                </a:solidFill>
              </a:rPr>
              <a:t>konsep</a:t>
            </a:r>
            <a:r>
              <a:rPr lang="en-ID" sz="2400" dirty="0">
                <a:solidFill>
                  <a:srgbClr val="FFC000"/>
                </a:solidFill>
              </a:rPr>
              <a:t> </a:t>
            </a:r>
            <a:r>
              <a:rPr lang="en-ID" sz="2400" dirty="0" err="1">
                <a:solidFill>
                  <a:srgbClr val="FFC000"/>
                </a:solidFill>
              </a:rPr>
              <a:t>kunci</a:t>
            </a:r>
            <a:r>
              <a:rPr lang="en-ID" sz="2400" dirty="0">
                <a:solidFill>
                  <a:srgbClr val="FFC000"/>
                </a:solidFill>
              </a:rPr>
              <a:t> </a:t>
            </a:r>
            <a:r>
              <a:rPr lang="en-ID" sz="2400" dirty="0" err="1">
                <a:solidFill>
                  <a:srgbClr val="FFC000"/>
                </a:solidFill>
              </a:rPr>
              <a:t>tamu</a:t>
            </a:r>
            <a:r>
              <a:rPr lang="en-ID" sz="2400" dirty="0"/>
              <a:t> (</a:t>
            </a:r>
            <a:r>
              <a:rPr lang="en-ID" sz="2400" i="1" dirty="0">
                <a:solidFill>
                  <a:srgbClr val="FF0000"/>
                </a:solidFill>
              </a:rPr>
              <a:t>foreign key</a:t>
            </a:r>
            <a:r>
              <a:rPr lang="en-ID" sz="2400" dirty="0"/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Tipe</a:t>
            </a:r>
            <a:r>
              <a:rPr lang="en" dirty="0"/>
              <a:t> </a:t>
            </a:r>
            <a:r>
              <a:rPr lang="en" dirty="0" err="1"/>
              <a:t>pemetaan</a:t>
            </a:r>
            <a:r>
              <a:rPr lang="en" dirty="0"/>
              <a:t> ER </a:t>
            </a:r>
            <a:r>
              <a:rPr lang="en" dirty="0" err="1"/>
              <a:t>menjadi</a:t>
            </a:r>
            <a:r>
              <a:rPr lang="en" dirty="0"/>
              <a:t> Model </a:t>
            </a:r>
            <a:r>
              <a:rPr lang="en" dirty="0" err="1"/>
              <a:t>Relasional</a:t>
            </a:r>
            <a:endParaRPr dirty="0"/>
          </a:p>
        </p:txBody>
      </p:sp>
      <p:sp>
        <p:nvSpPr>
          <p:cNvPr id="763" name="Google Shape;763;p33"/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1600" b="1" dirty="0" err="1"/>
              <a:t>Algoritme</a:t>
            </a:r>
            <a:r>
              <a:rPr lang="en-ID" sz="1600" b="1" dirty="0"/>
              <a:t> </a:t>
            </a:r>
            <a:r>
              <a:rPr lang="en-ID" sz="1600" b="1" dirty="0" err="1"/>
              <a:t>Pemetaan</a:t>
            </a:r>
            <a:r>
              <a:rPr lang="en-ID" sz="1600" b="1" dirty="0"/>
              <a:t> ER-</a:t>
            </a:r>
            <a:r>
              <a:rPr lang="en-ID" sz="1600" b="1" dirty="0" err="1"/>
              <a:t>ke</a:t>
            </a:r>
            <a:r>
              <a:rPr lang="en-ID" sz="1600" b="1" dirty="0"/>
              <a:t>-</a:t>
            </a:r>
            <a:r>
              <a:rPr lang="en-ID" sz="1600" b="1" dirty="0" err="1"/>
              <a:t>Relasional</a:t>
            </a:r>
            <a:r>
              <a:rPr lang="en-ID" sz="1600" b="1" dirty="0"/>
              <a:t>:</a:t>
            </a:r>
            <a:endParaRPr lang="en-ID" sz="1800" b="1" dirty="0"/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Langkah 1: </a:t>
            </a:r>
            <a:r>
              <a:rPr lang="en-ID" sz="1400" b="1" dirty="0" err="1"/>
              <a:t>Pemetaan</a:t>
            </a:r>
            <a:r>
              <a:rPr lang="en-ID" sz="1400" b="1" dirty="0"/>
              <a:t> </a:t>
            </a:r>
            <a:r>
              <a:rPr lang="en-ID" sz="1400" b="1" dirty="0" err="1"/>
              <a:t>Tipe</a:t>
            </a:r>
            <a:r>
              <a:rPr lang="en-ID" sz="1400" b="1" dirty="0"/>
              <a:t> </a:t>
            </a:r>
            <a:r>
              <a:rPr lang="en-ID" sz="1400" b="1" dirty="0" err="1"/>
              <a:t>Entitas</a:t>
            </a:r>
            <a:r>
              <a:rPr lang="en-ID" sz="1400" b="1" dirty="0"/>
              <a:t> </a:t>
            </a:r>
            <a:r>
              <a:rPr lang="en-ID" sz="1400" b="1" dirty="0" err="1"/>
              <a:t>Reguler</a:t>
            </a:r>
            <a:r>
              <a:rPr lang="en-ID" sz="1400" dirty="0"/>
              <a:t> (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dirty="0" err="1"/>
              <a:t>kuat</a:t>
            </a:r>
            <a:r>
              <a:rPr lang="en-ID" sz="1400" dirty="0"/>
              <a:t> yang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utama</a:t>
            </a:r>
            <a:r>
              <a:rPr lang="en-ID" sz="1400" dirty="0"/>
              <a:t> </a:t>
            </a:r>
            <a:r>
              <a:rPr lang="en-ID" sz="1400" dirty="0" err="1"/>
              <a:t>sendiri</a:t>
            </a:r>
            <a:r>
              <a:rPr lang="en-ID" sz="1400" dirty="0"/>
              <a:t>).</a:t>
            </a:r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Langkah 2: </a:t>
            </a:r>
            <a:r>
              <a:rPr lang="en-ID" sz="1400" b="1" dirty="0" err="1"/>
              <a:t>Pemetaan</a:t>
            </a:r>
            <a:r>
              <a:rPr lang="en-ID" sz="1400" b="1" dirty="0"/>
              <a:t> </a:t>
            </a:r>
            <a:r>
              <a:rPr lang="en-ID" sz="1400" b="1" dirty="0" err="1"/>
              <a:t>Tipe</a:t>
            </a:r>
            <a:r>
              <a:rPr lang="en-ID" sz="1400" b="1" dirty="0"/>
              <a:t> </a:t>
            </a:r>
            <a:r>
              <a:rPr lang="en-ID" sz="1400" b="1" dirty="0" err="1"/>
              <a:t>Entitas</a:t>
            </a:r>
            <a:r>
              <a:rPr lang="en-ID" sz="1400" b="1" dirty="0"/>
              <a:t> </a:t>
            </a:r>
            <a:r>
              <a:rPr lang="en-ID" sz="1400" b="1" dirty="0" err="1"/>
              <a:t>Lemah</a:t>
            </a:r>
            <a:r>
              <a:rPr lang="en-ID" sz="1400" dirty="0"/>
              <a:t> (</a:t>
            </a:r>
            <a:r>
              <a:rPr lang="en-ID" sz="1400" dirty="0" err="1"/>
              <a:t>Entitas</a:t>
            </a:r>
            <a:r>
              <a:rPr lang="en-ID" sz="1400" dirty="0"/>
              <a:t> yang </a:t>
            </a:r>
            <a:r>
              <a:rPr lang="en-ID" sz="1400" dirty="0" err="1"/>
              <a:t>keberadaannya</a:t>
            </a:r>
            <a:r>
              <a:rPr lang="en-ID" sz="1400" dirty="0"/>
              <a:t> </a:t>
            </a:r>
            <a:r>
              <a:rPr lang="en-ID" sz="1400" dirty="0" err="1"/>
              <a:t>bergantung</a:t>
            </a:r>
            <a:r>
              <a:rPr lang="en-ID" sz="1400" dirty="0"/>
              <a:t> pada </a:t>
            </a:r>
            <a:r>
              <a:rPr lang="en-ID" sz="1400" dirty="0" err="1"/>
              <a:t>entitas</a:t>
            </a:r>
            <a:r>
              <a:rPr lang="en-ID" sz="1400" dirty="0"/>
              <a:t> lain).</a:t>
            </a:r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Langkah 3: </a:t>
            </a:r>
            <a:r>
              <a:rPr lang="en-ID" sz="1400" b="1" dirty="0" err="1"/>
              <a:t>Pemetaan</a:t>
            </a:r>
            <a:r>
              <a:rPr lang="en-ID" sz="1400" b="1" dirty="0"/>
              <a:t> </a:t>
            </a:r>
            <a:r>
              <a:rPr lang="en-ID" sz="1400" b="1" dirty="0" err="1"/>
              <a:t>Tipe</a:t>
            </a:r>
            <a:r>
              <a:rPr lang="en-ID" sz="1400" b="1" dirty="0"/>
              <a:t> </a:t>
            </a:r>
            <a:r>
              <a:rPr lang="en-ID" sz="1400" b="1" dirty="0" err="1"/>
              <a:t>Relasi</a:t>
            </a:r>
            <a:r>
              <a:rPr lang="en-ID" sz="1400" b="1" dirty="0"/>
              <a:t> Biner 1:1</a:t>
            </a:r>
            <a:r>
              <a:rPr lang="en-ID" sz="1400" dirty="0"/>
              <a:t> (Satu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).</a:t>
            </a:r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Langkah 4: </a:t>
            </a:r>
            <a:r>
              <a:rPr lang="en-ID" sz="1400" b="1" dirty="0" err="1"/>
              <a:t>Pemetaan</a:t>
            </a:r>
            <a:r>
              <a:rPr lang="en-ID" sz="1400" b="1" dirty="0"/>
              <a:t> </a:t>
            </a:r>
            <a:r>
              <a:rPr lang="en-ID" sz="1400" b="1" dirty="0" err="1"/>
              <a:t>Tipe</a:t>
            </a:r>
            <a:r>
              <a:rPr lang="en-ID" sz="1400" b="1" dirty="0"/>
              <a:t> </a:t>
            </a:r>
            <a:r>
              <a:rPr lang="en-ID" sz="1400" b="1" dirty="0" err="1"/>
              <a:t>Relasi</a:t>
            </a:r>
            <a:r>
              <a:rPr lang="en-ID" sz="1400" b="1" dirty="0"/>
              <a:t> Biner 1:N</a:t>
            </a:r>
            <a:r>
              <a:rPr lang="en-ID" sz="1400" dirty="0"/>
              <a:t> (Satu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).</a:t>
            </a:r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Langkah 5: </a:t>
            </a:r>
            <a:r>
              <a:rPr lang="en-ID" sz="1400" b="1" dirty="0" err="1"/>
              <a:t>Pemetaan</a:t>
            </a:r>
            <a:r>
              <a:rPr lang="en-ID" sz="1400" b="1" dirty="0"/>
              <a:t> </a:t>
            </a:r>
            <a:r>
              <a:rPr lang="en-ID" sz="1400" b="1" dirty="0" err="1"/>
              <a:t>Tipe</a:t>
            </a:r>
            <a:r>
              <a:rPr lang="en-ID" sz="1400" b="1" dirty="0"/>
              <a:t> </a:t>
            </a:r>
            <a:r>
              <a:rPr lang="en-ID" sz="1400" b="1" dirty="0" err="1"/>
              <a:t>Relasi</a:t>
            </a:r>
            <a:r>
              <a:rPr lang="en-ID" sz="1400" b="1" dirty="0"/>
              <a:t> Biner M:N</a:t>
            </a:r>
            <a:r>
              <a:rPr lang="en-ID" sz="1400" dirty="0"/>
              <a:t> (Banyak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).</a:t>
            </a:r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Langkah 6: </a:t>
            </a:r>
            <a:r>
              <a:rPr lang="en-ID" sz="1400" b="1" dirty="0" err="1"/>
              <a:t>Pemetaan</a:t>
            </a:r>
            <a:r>
              <a:rPr lang="en-ID" sz="1400" b="1" dirty="0"/>
              <a:t> </a:t>
            </a:r>
            <a:r>
              <a:rPr lang="en-ID" sz="1400" b="1" dirty="0" err="1"/>
              <a:t>Atribut</a:t>
            </a:r>
            <a:r>
              <a:rPr lang="en-ID" sz="1400" b="1" dirty="0"/>
              <a:t> </a:t>
            </a:r>
            <a:r>
              <a:rPr lang="en-ID" sz="1400" b="1" dirty="0" err="1"/>
              <a:t>Bernilai</a:t>
            </a:r>
            <a:r>
              <a:rPr lang="en-ID" sz="1400" b="1" dirty="0"/>
              <a:t> Banyak (</a:t>
            </a:r>
            <a:r>
              <a:rPr lang="en-ID" sz="1400" b="1" i="1" dirty="0"/>
              <a:t>Multivalued attributes</a:t>
            </a:r>
            <a:r>
              <a:rPr lang="en-ID" sz="1400" b="1" dirty="0"/>
              <a:t>)</a:t>
            </a:r>
            <a:r>
              <a:rPr lang="en-ID" sz="1400" dirty="0"/>
              <a:t>.</a:t>
            </a:r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Langkah 7: </a:t>
            </a:r>
            <a:r>
              <a:rPr lang="en-ID" sz="1400" b="1" dirty="0" err="1"/>
              <a:t>Pemetaan</a:t>
            </a:r>
            <a:r>
              <a:rPr lang="en-ID" sz="1400" b="1" dirty="0"/>
              <a:t> </a:t>
            </a:r>
            <a:r>
              <a:rPr lang="en-ID" sz="1400" b="1" dirty="0" err="1"/>
              <a:t>Tipe</a:t>
            </a:r>
            <a:r>
              <a:rPr lang="en-ID" sz="1400" b="1" dirty="0"/>
              <a:t> </a:t>
            </a:r>
            <a:r>
              <a:rPr lang="en-ID" sz="1400" b="1" dirty="0" err="1"/>
              <a:t>Relasi</a:t>
            </a:r>
            <a:r>
              <a:rPr lang="en-ID" sz="1400" b="1" dirty="0"/>
              <a:t> N-</a:t>
            </a:r>
            <a:r>
              <a:rPr lang="en-ID" sz="1400" b="1" dirty="0" err="1"/>
              <a:t>ary</a:t>
            </a:r>
            <a:r>
              <a:rPr lang="en-ID" sz="1400" dirty="0"/>
              <a:t> (</a:t>
            </a:r>
            <a:r>
              <a:rPr lang="en-ID" sz="1400" dirty="0" err="1"/>
              <a:t>Relasi</a:t>
            </a:r>
            <a:r>
              <a:rPr lang="en-ID" sz="1400" dirty="0"/>
              <a:t> yang </a:t>
            </a:r>
            <a:r>
              <a:rPr lang="en-ID" sz="1400" dirty="0" err="1"/>
              <a:t>melibatkan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dua </a:t>
            </a:r>
            <a:r>
              <a:rPr lang="en-ID" sz="1400" dirty="0" err="1"/>
              <a:t>entitas</a:t>
            </a:r>
            <a:r>
              <a:rPr lang="en-ID" sz="1400" dirty="0"/>
              <a:t>).</a:t>
            </a:r>
            <a:endParaRPr lang="en-ID" sz="1600" dirty="0"/>
          </a:p>
          <a:p>
            <a:endParaRPr lang="en-ID" sz="1800" b="1" dirty="0"/>
          </a:p>
          <a:p>
            <a:r>
              <a:rPr lang="en-ID" sz="1600" b="1" dirty="0" err="1"/>
              <a:t>Pemetaan</a:t>
            </a:r>
            <a:r>
              <a:rPr lang="en-ID" sz="1600" b="1" dirty="0"/>
              <a:t> </a:t>
            </a:r>
            <a:r>
              <a:rPr lang="en-ID" sz="1600" b="1" dirty="0" err="1"/>
              <a:t>Konstruk</a:t>
            </a:r>
            <a:r>
              <a:rPr lang="en-ID" sz="1600" b="1" dirty="0"/>
              <a:t> Model EER </a:t>
            </a:r>
            <a:r>
              <a:rPr lang="en-ID" sz="1600" b="1" dirty="0" err="1"/>
              <a:t>ke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endParaRPr lang="en-ID" sz="1600" b="1" dirty="0"/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Langkah 8: </a:t>
            </a:r>
            <a:r>
              <a:rPr lang="en-ID" sz="1400" b="1" dirty="0" err="1"/>
              <a:t>Opsi</a:t>
            </a:r>
            <a:r>
              <a:rPr lang="en-ID" sz="1400" b="1" dirty="0"/>
              <a:t> </a:t>
            </a:r>
            <a:r>
              <a:rPr lang="en-ID" sz="1400" b="1" dirty="0" err="1"/>
              <a:t>untuk</a:t>
            </a:r>
            <a:r>
              <a:rPr lang="en-ID" sz="1400" b="1" dirty="0"/>
              <a:t> </a:t>
            </a:r>
            <a:r>
              <a:rPr lang="en-ID" sz="1400" b="1" dirty="0" err="1"/>
              <a:t>Pemetaan</a:t>
            </a:r>
            <a:r>
              <a:rPr lang="en-ID" sz="1400" b="1" dirty="0"/>
              <a:t> </a:t>
            </a:r>
            <a:r>
              <a:rPr lang="en-ID" sz="1400" b="1" dirty="0" err="1"/>
              <a:t>Spesialisasi</a:t>
            </a:r>
            <a:r>
              <a:rPr lang="en-ID" sz="1400" b="1" dirty="0"/>
              <a:t> </a:t>
            </a:r>
            <a:r>
              <a:rPr lang="en-ID" sz="1400" b="1" dirty="0" err="1"/>
              <a:t>atau</a:t>
            </a:r>
            <a:r>
              <a:rPr lang="en-ID" sz="1400" b="1" dirty="0"/>
              <a:t> </a:t>
            </a:r>
            <a:r>
              <a:rPr lang="en-ID" sz="1400" b="1" dirty="0" err="1"/>
              <a:t>Generalisasi</a:t>
            </a:r>
            <a:r>
              <a:rPr lang="en-ID" sz="1400" dirty="0"/>
              <a:t> (</a:t>
            </a:r>
            <a:r>
              <a:rPr lang="en-ID" sz="1400" dirty="0" err="1"/>
              <a:t>Misalnya</a:t>
            </a:r>
            <a:r>
              <a:rPr lang="en-ID" sz="1400" dirty="0"/>
              <a:t> </a:t>
            </a:r>
            <a:r>
              <a:rPr lang="en-ID" sz="1400" dirty="0" err="1"/>
              <a:t>pengelompokan</a:t>
            </a:r>
            <a:r>
              <a:rPr lang="en-ID" sz="1400" dirty="0"/>
              <a:t> sub-</a:t>
            </a:r>
            <a:r>
              <a:rPr lang="en-ID" sz="1400" dirty="0" err="1"/>
              <a:t>kelas</a:t>
            </a:r>
            <a:r>
              <a:rPr lang="en-ID" sz="1400" dirty="0"/>
              <a:t> </a:t>
            </a:r>
            <a:r>
              <a:rPr lang="en-ID" sz="1400" dirty="0" err="1"/>
              <a:t>seperti</a:t>
            </a:r>
            <a:r>
              <a:rPr lang="en-ID" sz="1400" dirty="0"/>
              <a:t> 'Dosen' dan '</a:t>
            </a:r>
            <a:r>
              <a:rPr lang="en-ID" sz="1400" dirty="0" err="1"/>
              <a:t>Mahasiswa</a:t>
            </a:r>
            <a:r>
              <a:rPr lang="en-ID" sz="1400" dirty="0"/>
              <a:t>'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super-</a:t>
            </a:r>
            <a:r>
              <a:rPr lang="en-ID" sz="1400" dirty="0" err="1"/>
              <a:t>kelas</a:t>
            </a:r>
            <a:r>
              <a:rPr lang="en-ID" sz="1400" dirty="0"/>
              <a:t> 'Orang').</a:t>
            </a:r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Langkah 9: </a:t>
            </a:r>
            <a:r>
              <a:rPr lang="en-ID" sz="1400" b="1" dirty="0" err="1"/>
              <a:t>Pemetaan</a:t>
            </a:r>
            <a:r>
              <a:rPr lang="en-ID" sz="1400" b="1" dirty="0"/>
              <a:t> </a:t>
            </a:r>
            <a:r>
              <a:rPr lang="en-ID" sz="1400" b="1" dirty="0" err="1"/>
              <a:t>Tipe</a:t>
            </a:r>
            <a:r>
              <a:rPr lang="en-ID" sz="1400" b="1" dirty="0"/>
              <a:t> Union (</a:t>
            </a:r>
            <a:r>
              <a:rPr lang="en-ID" sz="1400" b="1" i="1" dirty="0"/>
              <a:t>Categories</a:t>
            </a:r>
            <a:r>
              <a:rPr lang="en-ID" sz="1400" b="1" dirty="0"/>
              <a:t>)</a:t>
            </a:r>
            <a:r>
              <a:rPr lang="en-ID" sz="1400" dirty="0"/>
              <a:t> (Ketika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dirty="0" err="1"/>
              <a:t>bagian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salah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beberapa</a:t>
            </a:r>
            <a:r>
              <a:rPr lang="en-ID" sz="1400" dirty="0"/>
              <a:t> </a:t>
            </a:r>
            <a:r>
              <a:rPr lang="en-ID" sz="1400" dirty="0" err="1"/>
              <a:t>tipe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yang </a:t>
            </a:r>
            <a:r>
              <a:rPr lang="en-ID" sz="1400" dirty="0" err="1"/>
              <a:t>berbeda</a:t>
            </a:r>
            <a:r>
              <a:rPr lang="en-ID" sz="1400" dirty="0"/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50EFEB5-D5A7-07C1-61D7-049927C10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E4691C3-0CAD-E0F1-A23D-2B77F6EF9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Entity Relationship </a:t>
            </a:r>
            <a:r>
              <a:rPr lang="en" dirty="0">
                <a:solidFill>
                  <a:srgbClr val="FFC000"/>
                </a:solidFill>
              </a:rPr>
              <a:t>“Model”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D4ABF2E5-2711-8885-3163-78A36359861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2000" dirty="0" err="1"/>
              <a:t>Contoh</a:t>
            </a:r>
            <a:r>
              <a:rPr lang="en-ID" sz="2000" dirty="0"/>
              <a:t> </a:t>
            </a:r>
            <a:r>
              <a:rPr lang="en-ID" sz="2000" dirty="0" err="1"/>
              <a:t>skema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ER Model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32271C0E-A418-03BD-D42D-F9070C07F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100" t="28851" r="1651" b="28606"/>
          <a:stretch>
            <a:fillRect/>
          </a:stretch>
        </p:blipFill>
        <p:spPr bwMode="auto">
          <a:xfrm>
            <a:off x="471377" y="1729563"/>
            <a:ext cx="8323263" cy="27305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0870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3C47EC5-255B-D7DC-2DEB-38DE59941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1AE68F6-3187-3D8F-7419-B43158E4E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Relational </a:t>
            </a:r>
            <a:r>
              <a:rPr lang="en" dirty="0">
                <a:solidFill>
                  <a:srgbClr val="FFC000"/>
                </a:solidFill>
              </a:rPr>
              <a:t>“Model”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428952D3-C98E-0BCC-09E5-1ED79DFA550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ID" sz="2000" dirty="0" err="1"/>
              <a:t>Contoh</a:t>
            </a:r>
            <a:r>
              <a:rPr lang="en-ID" sz="2000" dirty="0"/>
              <a:t> data tabular </a:t>
            </a:r>
            <a:r>
              <a:rPr lang="en-ID" sz="2000" dirty="0" err="1"/>
              <a:t>dalam</a:t>
            </a:r>
            <a:r>
              <a:rPr lang="en-ID" sz="2000" dirty="0"/>
              <a:t> relational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2FAEE-4246-CE6D-1072-197626140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44" y="1590425"/>
            <a:ext cx="6956707" cy="347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32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BA35C63-5B0B-0F89-3857-AFF6FC2F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DB814BC-F45D-545B-3AFA-7C50C4AB91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b="1" dirty="0" err="1"/>
              <a:t>Korespondensi</a:t>
            </a:r>
            <a:r>
              <a:rPr lang="en-ID" sz="2000" b="1" dirty="0"/>
              <a:t> Model </a:t>
            </a:r>
            <a:r>
              <a:rPr lang="en-ID" sz="2000" b="1" dirty="0" err="1"/>
              <a:t>Relasional</a:t>
            </a:r>
            <a:r>
              <a:rPr lang="en-ID" sz="2000" b="1" dirty="0"/>
              <a:t> </a:t>
            </a:r>
            <a:r>
              <a:rPr lang="en-ID" sz="2000" b="1" dirty="0" err="1"/>
              <a:t>dengan</a:t>
            </a:r>
            <a:r>
              <a:rPr lang="en-ID" sz="2000" b="1" dirty="0"/>
              <a:t> Model E-R</a:t>
            </a:r>
            <a:br>
              <a:rPr lang="en-ID" sz="2000" b="1" dirty="0"/>
            </a:br>
            <a:endParaRPr sz="2000"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3F818024-4840-05B2-6FCE-8879B3665B8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342900">
              <a:buFont typeface="Wingdings" pitchFamily="2" charset="2"/>
              <a:buChar char="Ø"/>
            </a:pPr>
            <a:r>
              <a:rPr lang="en-ID" sz="2400" b="1" dirty="0" err="1">
                <a:solidFill>
                  <a:srgbClr val="FFC000"/>
                </a:solidFill>
              </a:rPr>
              <a:t>Relasi</a:t>
            </a:r>
            <a:r>
              <a:rPr lang="en-ID" sz="2400" b="1" dirty="0">
                <a:solidFill>
                  <a:srgbClr val="FFC000"/>
                </a:solidFill>
              </a:rPr>
              <a:t> (Tabel)</a:t>
            </a:r>
            <a:r>
              <a:rPr lang="en-ID" sz="2400" b="1" dirty="0"/>
              <a:t>:</a:t>
            </a:r>
            <a:r>
              <a:rPr lang="en-ID" sz="2400" dirty="0"/>
              <a:t> </a:t>
            </a:r>
            <a:r>
              <a:rPr lang="en-ID" sz="2400" dirty="0" err="1"/>
              <a:t>Berhubungan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tipe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entitas</a:t>
            </a:r>
            <a:r>
              <a:rPr lang="en-ID" sz="2400" dirty="0"/>
              <a:t> dan </a:t>
            </a:r>
            <a:r>
              <a:rPr lang="en-ID" sz="2400" b="1" dirty="0" err="1">
                <a:solidFill>
                  <a:srgbClr val="FFC000"/>
                </a:solidFill>
              </a:rPr>
              <a:t>tipe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relasi</a:t>
            </a:r>
            <a:r>
              <a:rPr lang="en-ID" sz="2400" b="1" dirty="0"/>
              <a:t> many-to-many (M:N)</a:t>
            </a:r>
            <a:r>
              <a:rPr lang="en-ID" sz="2400" dirty="0"/>
              <a:t>.</a:t>
            </a:r>
          </a:p>
          <a:p>
            <a:pPr marL="495300" indent="-342900">
              <a:buFont typeface="Wingdings" pitchFamily="2" charset="2"/>
              <a:buChar char="Ø"/>
            </a:pPr>
            <a:r>
              <a:rPr lang="en-ID" sz="2400" b="1" dirty="0">
                <a:solidFill>
                  <a:srgbClr val="FFC000"/>
                </a:solidFill>
              </a:rPr>
              <a:t>Baris (</a:t>
            </a:r>
            <a:r>
              <a:rPr lang="en-ID" sz="2400" b="1" i="1" dirty="0">
                <a:solidFill>
                  <a:srgbClr val="FFC000"/>
                </a:solidFill>
              </a:rPr>
              <a:t>Rows</a:t>
            </a:r>
            <a:r>
              <a:rPr lang="en-ID" sz="2400" b="1" dirty="0">
                <a:solidFill>
                  <a:srgbClr val="FFC000"/>
                </a:solidFill>
              </a:rPr>
              <a:t>)</a:t>
            </a:r>
            <a:r>
              <a:rPr lang="en-ID" sz="2400" b="1" dirty="0"/>
              <a:t>:</a:t>
            </a:r>
            <a:r>
              <a:rPr lang="en-ID" sz="2400" dirty="0"/>
              <a:t> </a:t>
            </a:r>
            <a:r>
              <a:rPr lang="en-ID" sz="2400" dirty="0" err="1"/>
              <a:t>Berhubungan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b="1" dirty="0">
                <a:solidFill>
                  <a:srgbClr val="FFC000"/>
                </a:solidFill>
              </a:rPr>
              <a:t>instance</a:t>
            </a:r>
            <a:r>
              <a:rPr lang="en-ID" sz="2400" b="1" dirty="0"/>
              <a:t> </a:t>
            </a:r>
            <a:r>
              <a:rPr lang="en-ID" sz="2400" b="1" dirty="0" err="1"/>
              <a:t>entitas</a:t>
            </a:r>
            <a:r>
              <a:rPr lang="en-ID" sz="2400" dirty="0"/>
              <a:t> (data </a:t>
            </a:r>
            <a:r>
              <a:rPr lang="en-ID" sz="2400" dirty="0" err="1"/>
              <a:t>individu</a:t>
            </a:r>
            <a:r>
              <a:rPr lang="en-ID" sz="2400" dirty="0"/>
              <a:t>) dan </a:t>
            </a:r>
            <a:r>
              <a:rPr lang="en-ID" sz="2400" b="1" dirty="0">
                <a:solidFill>
                  <a:srgbClr val="FFC000"/>
                </a:solidFill>
              </a:rPr>
              <a:t>instance</a:t>
            </a:r>
            <a:r>
              <a:rPr lang="en-ID" sz="2400" b="1" dirty="0"/>
              <a:t> </a:t>
            </a:r>
            <a:r>
              <a:rPr lang="en-ID" sz="2400" b="1" dirty="0" err="1"/>
              <a:t>relasi</a:t>
            </a:r>
            <a:r>
              <a:rPr lang="en-ID" sz="2400" b="1" dirty="0"/>
              <a:t> many-to-many</a:t>
            </a:r>
            <a:r>
              <a:rPr lang="en-ID" sz="2400" dirty="0"/>
              <a:t>.</a:t>
            </a:r>
          </a:p>
          <a:p>
            <a:pPr marL="495300" indent="-342900">
              <a:buFont typeface="Wingdings" pitchFamily="2" charset="2"/>
              <a:buChar char="Ø"/>
            </a:pPr>
            <a:r>
              <a:rPr lang="en-ID" sz="2400" b="1" dirty="0">
                <a:solidFill>
                  <a:srgbClr val="FFC000"/>
                </a:solidFill>
              </a:rPr>
              <a:t>Kolom (</a:t>
            </a:r>
            <a:r>
              <a:rPr lang="en-ID" sz="2400" b="1" i="1" dirty="0">
                <a:solidFill>
                  <a:srgbClr val="FFC000"/>
                </a:solidFill>
              </a:rPr>
              <a:t>Columns</a:t>
            </a:r>
            <a:r>
              <a:rPr lang="en-ID" sz="2400" b="1" dirty="0">
                <a:solidFill>
                  <a:srgbClr val="FFC000"/>
                </a:solidFill>
              </a:rPr>
              <a:t>)</a:t>
            </a:r>
            <a:r>
              <a:rPr lang="en-ID" sz="2400" b="1" dirty="0"/>
              <a:t>:</a:t>
            </a:r>
            <a:r>
              <a:rPr lang="en-ID" sz="2400" dirty="0"/>
              <a:t> </a:t>
            </a:r>
            <a:r>
              <a:rPr lang="en-ID" sz="2400" dirty="0" err="1"/>
              <a:t>Berhubungan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atribut</a:t>
            </a:r>
            <a:r>
              <a:rPr lang="en-ID" sz="2400" dirty="0"/>
              <a:t>.</a:t>
            </a:r>
          </a:p>
          <a:p>
            <a:pPr marL="495300" indent="-342900">
              <a:buFont typeface="Wingdings" pitchFamily="2" charset="2"/>
              <a:buChar char="Ø"/>
            </a:pPr>
            <a:r>
              <a:rPr lang="en-ID" sz="2400" b="1" dirty="0" err="1"/>
              <a:t>Catatan</a:t>
            </a:r>
            <a:r>
              <a:rPr lang="en-ID" sz="2400" b="1" dirty="0"/>
              <a:t> </a:t>
            </a:r>
            <a:r>
              <a:rPr lang="en-ID" sz="2400" b="1" dirty="0" err="1"/>
              <a:t>Penting</a:t>
            </a:r>
            <a:r>
              <a:rPr lang="en-ID" sz="2400" b="1" dirty="0"/>
              <a:t>:</a:t>
            </a:r>
            <a:r>
              <a:rPr lang="en-ID" sz="2400" dirty="0"/>
              <a:t> Kata </a:t>
            </a:r>
            <a:r>
              <a:rPr lang="en-ID" sz="2400" b="1" i="1" dirty="0">
                <a:solidFill>
                  <a:srgbClr val="FFC000"/>
                </a:solidFill>
              </a:rPr>
              <a:t>relation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konteks</a:t>
            </a:r>
            <a:r>
              <a:rPr lang="en-ID" sz="2400" dirty="0"/>
              <a:t> database </a:t>
            </a:r>
            <a:r>
              <a:rPr lang="en-ID" sz="2400" dirty="0" err="1">
                <a:solidFill>
                  <a:srgbClr val="FFC000"/>
                </a:solidFill>
              </a:rPr>
              <a:t>relasional</a:t>
            </a:r>
            <a:r>
              <a:rPr lang="en-ID" sz="2400" dirty="0"/>
              <a:t> (</a:t>
            </a:r>
            <a:r>
              <a:rPr lang="en-ID" sz="2400" dirty="0" err="1"/>
              <a:t>berarti</a:t>
            </a:r>
            <a:r>
              <a:rPr lang="en-ID" sz="2400" dirty="0"/>
              <a:t> Tabel) </a:t>
            </a:r>
            <a:r>
              <a:rPr lang="en-ID" sz="2400" b="1" dirty="0">
                <a:solidFill>
                  <a:srgbClr val="FFC000"/>
                </a:solidFill>
              </a:rPr>
              <a:t>TIDAK</a:t>
            </a:r>
            <a:r>
              <a:rPr lang="en-ID" sz="2400" dirty="0"/>
              <a:t> </a:t>
            </a:r>
            <a:r>
              <a:rPr lang="en-ID" sz="2400" dirty="0" err="1">
                <a:solidFill>
                  <a:srgbClr val="FF0000"/>
                </a:solidFill>
              </a:rPr>
              <a:t>sama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kata </a:t>
            </a:r>
            <a:r>
              <a:rPr lang="en-ID" sz="2400" b="1" i="1" dirty="0">
                <a:solidFill>
                  <a:srgbClr val="FFC000"/>
                </a:solidFill>
              </a:rPr>
              <a:t>relationship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model E-R (</a:t>
            </a:r>
            <a:r>
              <a:rPr lang="en-ID" sz="2400" dirty="0" err="1"/>
              <a:t>berarti</a:t>
            </a:r>
            <a:r>
              <a:rPr lang="en-ID" sz="2400" dirty="0"/>
              <a:t> </a:t>
            </a:r>
            <a:r>
              <a:rPr lang="en-ID" sz="2400" dirty="0" err="1"/>
              <a:t>hubungan</a:t>
            </a:r>
            <a:r>
              <a:rPr lang="en-ID" sz="2400" dirty="0"/>
              <a:t> </a:t>
            </a:r>
            <a:r>
              <a:rPr lang="en-ID" sz="2400" dirty="0" err="1"/>
              <a:t>antar</a:t>
            </a:r>
            <a:r>
              <a:rPr lang="en-ID" sz="2400" dirty="0"/>
              <a:t> </a:t>
            </a:r>
            <a:r>
              <a:rPr lang="en-ID" sz="2400" dirty="0" err="1"/>
              <a:t>entitas</a:t>
            </a:r>
            <a:r>
              <a:rPr lang="en-ID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4697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A787B34-D432-07D4-4819-AFA2D914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8E84B55-8C37-3BF3-FBF2-A58F72B0F6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Reduksi</a:t>
            </a:r>
            <a:r>
              <a:rPr lang="en-ID" b="1" dirty="0"/>
              <a:t> Model ER </a:t>
            </a:r>
            <a:r>
              <a:rPr lang="en-ID" b="1" dirty="0" err="1"/>
              <a:t>ke</a:t>
            </a:r>
            <a:r>
              <a:rPr lang="en-ID" b="1" dirty="0"/>
              <a:t> Skema </a:t>
            </a:r>
            <a:r>
              <a:rPr lang="en-ID" b="1" dirty="0" err="1"/>
              <a:t>Relasi</a:t>
            </a:r>
            <a:endParaRPr lang="en-ID" b="1" dirty="0"/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F15D6255-4B72-4C57-A9F1-9D615479C15C}"/>
              </a:ext>
            </a:extLst>
          </p:cNvPr>
          <p:cNvSpPr txBox="1">
            <a:spLocks/>
          </p:cNvSpPr>
          <p:nvPr/>
        </p:nvSpPr>
        <p:spPr>
          <a:xfrm>
            <a:off x="720000" y="1202022"/>
            <a:ext cx="7703999" cy="369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dan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dinyatakan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seragam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skema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relasi</a:t>
            </a:r>
            <a:r>
              <a:rPr lang="en-ID" sz="2000" dirty="0"/>
              <a:t> yang </a:t>
            </a:r>
            <a:r>
              <a:rPr lang="en-ID" sz="2000" dirty="0" err="1"/>
              <a:t>merepresentasikan</a:t>
            </a:r>
            <a:r>
              <a:rPr lang="en-ID" sz="2000" dirty="0"/>
              <a:t> </a:t>
            </a:r>
            <a:r>
              <a:rPr lang="en-ID" sz="2000" dirty="0" err="1"/>
              <a:t>isi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basis data.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Sebuah</a:t>
            </a:r>
            <a:r>
              <a:rPr lang="en-ID" sz="2000" dirty="0"/>
              <a:t> basis data yang </a:t>
            </a:r>
            <a:r>
              <a:rPr lang="en-ID" sz="2000" dirty="0" err="1"/>
              <a:t>sesuai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diagram ER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direpresentasikan</a:t>
            </a:r>
            <a:r>
              <a:rPr lang="en-ID" sz="2000" dirty="0"/>
              <a:t> oleh </a:t>
            </a:r>
            <a:r>
              <a:rPr lang="en-ID" sz="2000" b="1" dirty="0" err="1">
                <a:solidFill>
                  <a:srgbClr val="FFC000"/>
                </a:solidFill>
              </a:rPr>
              <a:t>sekumpulan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skema</a:t>
            </a:r>
            <a:r>
              <a:rPr lang="en-ID" sz="2000" dirty="0"/>
              <a:t>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setiap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dan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, </a:t>
            </a:r>
            <a:r>
              <a:rPr lang="en-ID" sz="2000" dirty="0" err="1"/>
              <a:t>terdapat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skema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unik</a:t>
            </a:r>
            <a:r>
              <a:rPr lang="en-ID" sz="2000" dirty="0"/>
              <a:t> yang </a:t>
            </a:r>
            <a:r>
              <a:rPr lang="en-ID" sz="2000" dirty="0" err="1"/>
              <a:t>diberi</a:t>
            </a:r>
            <a:r>
              <a:rPr lang="en-ID" sz="2000" dirty="0"/>
              <a:t> nama </a:t>
            </a:r>
            <a:r>
              <a:rPr lang="en-ID" sz="2000" dirty="0" err="1"/>
              <a:t>sesuai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yang </a:t>
            </a:r>
            <a:r>
              <a:rPr lang="en-ID" sz="2000" dirty="0" err="1"/>
              <a:t>bersangkutan</a:t>
            </a:r>
            <a:r>
              <a:rPr lang="en-ID" sz="2000" dirty="0"/>
              <a:t>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Setiap</a:t>
            </a:r>
            <a:r>
              <a:rPr lang="en-ID" sz="2000" dirty="0"/>
              <a:t> </a:t>
            </a:r>
            <a:r>
              <a:rPr lang="en-ID" sz="2000" dirty="0" err="1"/>
              <a:t>skema</a:t>
            </a:r>
            <a:r>
              <a:rPr lang="en-ID" sz="2000" dirty="0"/>
              <a:t>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sejumlah</a:t>
            </a:r>
            <a:r>
              <a:rPr lang="en-ID" sz="2000" dirty="0"/>
              <a:t> </a:t>
            </a:r>
            <a:r>
              <a:rPr lang="en-ID" sz="2000" dirty="0" err="1"/>
              <a:t>kolom</a:t>
            </a:r>
            <a:r>
              <a:rPr lang="en-ID" sz="2000" dirty="0"/>
              <a:t> (</a:t>
            </a:r>
            <a:r>
              <a:rPr lang="en-ID" sz="2000" dirty="0" err="1"/>
              <a:t>umumnya</a:t>
            </a:r>
            <a:r>
              <a:rPr lang="en-ID" sz="2000" dirty="0"/>
              <a:t> </a:t>
            </a:r>
            <a:r>
              <a:rPr lang="en-ID" sz="2000" dirty="0" err="1"/>
              <a:t>berkorespondensi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), yang </a:t>
            </a:r>
            <a:r>
              <a:rPr lang="en-ID" sz="2000" dirty="0" err="1"/>
              <a:t>memiliki</a:t>
            </a:r>
            <a:r>
              <a:rPr lang="en-ID" sz="2000" dirty="0"/>
              <a:t> nama-nama </a:t>
            </a:r>
            <a:r>
              <a:rPr lang="en-ID" sz="2000" dirty="0" err="1"/>
              <a:t>unik</a:t>
            </a:r>
            <a:r>
              <a:rPr lang="en-ID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2314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CF3EB85A-693F-EDFD-731C-B8411D80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78951614-8A39-08D2-1612-CF1FFC2BE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/>
              <a:t>Representasi Himpunan Entitas dengan Atribut Sederhana</a:t>
            </a:r>
            <a:endParaRPr lang="en-ID" b="1" dirty="0"/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47BE0C5F-C8D1-6874-3F6E-AF0A652AD617}"/>
              </a:ext>
            </a:extLst>
          </p:cNvPr>
          <p:cNvSpPr txBox="1">
            <a:spLocks/>
          </p:cNvSpPr>
          <p:nvPr/>
        </p:nvSpPr>
        <p:spPr>
          <a:xfrm>
            <a:off x="720000" y="2952209"/>
            <a:ext cx="7703999" cy="203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438150" indent="-285750">
              <a:buFont typeface="Arial" panose="020B0604020202020204" pitchFamily="34" charset="0"/>
              <a:buChar char="•"/>
            </a:pPr>
            <a:r>
              <a:rPr lang="en-ID" sz="1600" b="1" dirty="0" err="1"/>
              <a:t>Himpunan</a:t>
            </a:r>
            <a:r>
              <a:rPr lang="en-ID" sz="1600" b="1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entitas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kuat</a:t>
            </a:r>
            <a:r>
              <a:rPr lang="en-ID" sz="1600" dirty="0"/>
              <a:t> </a:t>
            </a:r>
            <a:r>
              <a:rPr lang="en-ID" sz="1600" dirty="0" err="1"/>
              <a:t>direduksi</a:t>
            </a:r>
            <a:r>
              <a:rPr lang="en-ID" sz="1600" dirty="0"/>
              <a:t> 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yang </a:t>
            </a:r>
            <a:r>
              <a:rPr lang="en-ID" sz="1600" dirty="0" err="1"/>
              <a:t>sama</a:t>
            </a:r>
            <a:r>
              <a:rPr lang="en-ID" sz="1600" dirty="0"/>
              <a:t>.</a:t>
            </a:r>
          </a:p>
          <a:p>
            <a:pPr marL="952500" lvl="1" indent="-342900" algn="l">
              <a:buFont typeface="Wingdings" pitchFamily="2" charset="2"/>
              <a:buChar char="v"/>
            </a:pPr>
            <a:r>
              <a:rPr lang="en-ID" dirty="0" err="1"/>
              <a:t>Contoh</a:t>
            </a:r>
            <a:r>
              <a:rPr lang="en-ID" dirty="0"/>
              <a:t>: </a:t>
            </a:r>
            <a:r>
              <a:rPr lang="en-ID" b="1" dirty="0"/>
              <a:t>LOAN = (</a:t>
            </a:r>
            <a:r>
              <a:rPr lang="en-ID" b="1" i="1" dirty="0"/>
              <a:t>LOAN_NUMBER</a:t>
            </a:r>
            <a:r>
              <a:rPr lang="en-ID" b="1" dirty="0"/>
              <a:t>, AMOUNT)</a:t>
            </a:r>
            <a:r>
              <a:rPr lang="en-ID" dirty="0"/>
              <a:t>.</a:t>
            </a:r>
          </a:p>
          <a:p>
            <a:pPr marL="952500" lvl="1" indent="-342900" algn="l">
              <a:buFont typeface="Wingdings" pitchFamily="2" charset="2"/>
              <a:buChar char="v"/>
            </a:pP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1600" b="1" dirty="0" err="1"/>
              <a:t>Himpunan</a:t>
            </a:r>
            <a:r>
              <a:rPr lang="en-ID" sz="1600" b="1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entitas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lemah</a:t>
            </a:r>
            <a:r>
              <a:rPr lang="en-ID" sz="1600" dirty="0"/>
              <a:t> 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yang </a:t>
            </a:r>
            <a:r>
              <a:rPr lang="en-ID" sz="1600" dirty="0" err="1"/>
              <a:t>menyertakan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utama</a:t>
            </a:r>
            <a:r>
              <a:rPr lang="en-ID" sz="1600" dirty="0"/>
              <a:t> (</a:t>
            </a:r>
            <a:r>
              <a:rPr lang="en-ID" sz="1600" i="1" dirty="0"/>
              <a:t>primary key</a:t>
            </a:r>
            <a:r>
              <a:rPr lang="en-ID" sz="1600" dirty="0"/>
              <a:t>)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kuat</a:t>
            </a:r>
            <a:r>
              <a:rPr lang="en-ID" sz="1600" dirty="0"/>
              <a:t> yang </a:t>
            </a:r>
            <a:r>
              <a:rPr lang="en-ID" sz="1600" dirty="0" err="1"/>
              <a:t>mengidentifikasinya</a:t>
            </a:r>
            <a:r>
              <a:rPr lang="en-ID" sz="1600" dirty="0"/>
              <a:t>.</a:t>
            </a:r>
          </a:p>
          <a:p>
            <a:pPr marL="952500" lvl="1" indent="-342900" algn="l">
              <a:buFont typeface="Wingdings" pitchFamily="2" charset="2"/>
              <a:buChar char="v"/>
            </a:pPr>
            <a:r>
              <a:rPr lang="en-ID" b="1" dirty="0" err="1"/>
              <a:t>Kunci</a:t>
            </a:r>
            <a:r>
              <a:rPr lang="en-ID" b="1" dirty="0"/>
              <a:t> Utama </a:t>
            </a:r>
            <a:r>
              <a:rPr lang="en-ID" b="1" dirty="0" err="1"/>
              <a:t>terdiri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:</a:t>
            </a:r>
            <a:endParaRPr lang="en-ID" dirty="0"/>
          </a:p>
          <a:p>
            <a:pPr marL="1409700" lvl="2" indent="-342900" algn="l">
              <a:buFont typeface="Wingdings" pitchFamily="2" charset="2"/>
              <a:buChar char="Ø"/>
            </a:pPr>
            <a:r>
              <a:rPr lang="en-ID" dirty="0" err="1"/>
              <a:t>Diskriminator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lemah</a:t>
            </a:r>
            <a:r>
              <a:rPr lang="en-ID" dirty="0"/>
              <a:t>.</a:t>
            </a:r>
          </a:p>
          <a:p>
            <a:pPr marL="1409700" lvl="2" indent="-342900" algn="l">
              <a:buFont typeface="Wingdings" pitchFamily="2" charset="2"/>
              <a:buChar char="Ø"/>
            </a:pP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yang </a:t>
            </a:r>
            <a:r>
              <a:rPr lang="en-ID" dirty="0" err="1"/>
              <a:t>mengidentifikasi</a:t>
            </a:r>
            <a:r>
              <a:rPr lang="en-ID" dirty="0"/>
              <a:t> (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).</a:t>
            </a:r>
          </a:p>
          <a:p>
            <a:pPr marL="952500" lvl="1" indent="-342900" algn="l">
              <a:buFont typeface="Wingdings" pitchFamily="2" charset="2"/>
              <a:buChar char="v"/>
            </a:pPr>
            <a:r>
              <a:rPr lang="en-ID" dirty="0" err="1"/>
              <a:t>Contoh</a:t>
            </a:r>
            <a:r>
              <a:rPr lang="en-ID" dirty="0"/>
              <a:t>: </a:t>
            </a:r>
            <a:r>
              <a:rPr lang="en-ID" b="1" dirty="0"/>
              <a:t>PAYMENT = ( </a:t>
            </a:r>
            <a:r>
              <a:rPr lang="en-ID" b="1" i="1" dirty="0"/>
              <a:t>LOAN_NUMBER</a:t>
            </a:r>
            <a:r>
              <a:rPr lang="en-ID" b="1" dirty="0"/>
              <a:t>, </a:t>
            </a:r>
            <a:r>
              <a:rPr lang="en-ID" b="1" i="1" dirty="0"/>
              <a:t>PAYMENT_NUMBER</a:t>
            </a:r>
            <a:r>
              <a:rPr lang="en-ID" b="1" dirty="0"/>
              <a:t>, PAYMENT_DATE, PAYMENT_AMOUNT )</a:t>
            </a:r>
            <a:r>
              <a:rPr lang="en-ID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403246-442D-C766-F107-BE95D6E81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900" t="27867" r="1082" b="27628"/>
          <a:stretch>
            <a:fillRect/>
          </a:stretch>
        </p:blipFill>
        <p:spPr bwMode="auto">
          <a:xfrm>
            <a:off x="2367754" y="1355531"/>
            <a:ext cx="4408489" cy="1500879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9414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78B4E07-BAF5-59B9-8AAE-9A992F34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FF199A36-F090-D6C7-6A13-90F19A8615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</a:t>
            </a:r>
            <a:r>
              <a:rPr lang="en" dirty="0" err="1"/>
              <a:t>entitas</a:t>
            </a:r>
            <a:r>
              <a:rPr lang="en" dirty="0"/>
              <a:t> </a:t>
            </a:r>
            <a:r>
              <a:rPr lang="en" dirty="0" err="1"/>
              <a:t>kuat</a:t>
            </a:r>
            <a:r>
              <a:rPr lang="en" dirty="0"/>
              <a:t> (Strong Entity)</a:t>
            </a:r>
            <a:endParaRPr dirty="0"/>
          </a:p>
        </p:txBody>
      </p:sp>
      <p:grpSp>
        <p:nvGrpSpPr>
          <p:cNvPr id="705" name="Group 704">
            <a:extLst>
              <a:ext uri="{FF2B5EF4-FFF2-40B4-BE49-F238E27FC236}">
                <a16:creationId xmlns:a16="http://schemas.microsoft.com/office/drawing/2014/main" id="{F563CD2B-7475-D050-9AAC-CD8EBF60F9A7}"/>
              </a:ext>
            </a:extLst>
          </p:cNvPr>
          <p:cNvGrpSpPr/>
          <p:nvPr/>
        </p:nvGrpSpPr>
        <p:grpSpPr>
          <a:xfrm>
            <a:off x="1565287" y="1017725"/>
            <a:ext cx="6013425" cy="2406502"/>
            <a:chOff x="304800" y="1219200"/>
            <a:chExt cx="8382000" cy="3505200"/>
          </a:xfrm>
        </p:grpSpPr>
        <p:sp>
          <p:nvSpPr>
            <p:cNvPr id="34" name="Rectangle 26">
              <a:extLst>
                <a:ext uri="{FF2B5EF4-FFF2-40B4-BE49-F238E27FC236}">
                  <a16:creationId xmlns:a16="http://schemas.microsoft.com/office/drawing/2014/main" id="{71A46677-1A02-B1B3-EA1B-58780E079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20574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" name="Text Box 27">
              <a:extLst>
                <a:ext uri="{FF2B5EF4-FFF2-40B4-BE49-F238E27FC236}">
                  <a16:creationId xmlns:a16="http://schemas.microsoft.com/office/drawing/2014/main" id="{13ED1BED-A8AA-9CA0-98CC-269126BB4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2133600"/>
              <a:ext cx="990601" cy="38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5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Student</a:t>
              </a:r>
            </a:p>
          </p:txBody>
        </p:sp>
        <p:sp>
          <p:nvSpPr>
            <p:cNvPr id="36" name="Oval 29">
              <a:extLst>
                <a:ext uri="{FF2B5EF4-FFF2-40B4-BE49-F238E27FC236}">
                  <a16:creationId xmlns:a16="http://schemas.microsoft.com/office/drawing/2014/main" id="{3F704680-43FA-4C41-D99F-5313A1DAF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" name="Oval 30">
              <a:extLst>
                <a:ext uri="{FF2B5EF4-FFF2-40B4-BE49-F238E27FC236}">
                  <a16:creationId xmlns:a16="http://schemas.microsoft.com/office/drawing/2014/main" id="{95094110-1D8D-C7CE-AD1B-DE60D66A8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" name="Oval 31">
              <a:extLst>
                <a:ext uri="{FF2B5EF4-FFF2-40B4-BE49-F238E27FC236}">
                  <a16:creationId xmlns:a16="http://schemas.microsoft.com/office/drawing/2014/main" id="{6ED8CED6-8F1F-03F3-0370-4089A9664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895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" name="Oval 32">
              <a:extLst>
                <a:ext uri="{FF2B5EF4-FFF2-40B4-BE49-F238E27FC236}">
                  <a16:creationId xmlns:a16="http://schemas.microsoft.com/office/drawing/2014/main" id="{02A9BC74-03D1-63B7-39EC-4933CF97F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9718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" name="Line 33">
              <a:extLst>
                <a:ext uri="{FF2B5EF4-FFF2-40B4-BE49-F238E27FC236}">
                  <a16:creationId xmlns:a16="http://schemas.microsoft.com/office/drawing/2014/main" id="{92E6FE41-5316-D7E4-0A27-46211DAA3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" y="1752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:a16="http://schemas.microsoft.com/office/drawing/2014/main" id="{6C44BFE7-6420-F4F8-F5F4-5B14E11B3A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7400" y="17526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2" name="Line 35">
              <a:extLst>
                <a:ext uri="{FF2B5EF4-FFF2-40B4-BE49-F238E27FC236}">
                  <a16:creationId xmlns:a16="http://schemas.microsoft.com/office/drawing/2014/main" id="{9F415663-2B3C-E0BE-D7E3-C9BB6BF2C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9800" y="2514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3" name="Line 36">
              <a:extLst>
                <a:ext uri="{FF2B5EF4-FFF2-40B4-BE49-F238E27FC236}">
                  <a16:creationId xmlns:a16="http://schemas.microsoft.com/office/drawing/2014/main" id="{9ABF33D0-F81D-A900-EE04-444D82F487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3000" y="2514600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:a16="http://schemas.microsoft.com/office/drawing/2014/main" id="{DAD121CB-9B69-5468-1464-E2FEAB8B6E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1" y="1295400"/>
              <a:ext cx="762000" cy="38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50" u="sng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SID</a:t>
              </a:r>
            </a:p>
          </p:txBody>
        </p:sp>
        <p:sp>
          <p:nvSpPr>
            <p:cNvPr id="45" name="Text Box 38">
              <a:extLst>
                <a:ext uri="{FF2B5EF4-FFF2-40B4-BE49-F238E27FC236}">
                  <a16:creationId xmlns:a16="http://schemas.microsoft.com/office/drawing/2014/main" id="{B63B7067-50B3-303F-E069-33BBAEE22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1" y="1295400"/>
              <a:ext cx="838201" cy="38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5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Name</a:t>
              </a:r>
            </a:p>
          </p:txBody>
        </p:sp>
        <p:sp>
          <p:nvSpPr>
            <p:cNvPr id="46" name="Text Box 39">
              <a:extLst>
                <a:ext uri="{FF2B5EF4-FFF2-40B4-BE49-F238E27FC236}">
                  <a16:creationId xmlns:a16="http://schemas.microsoft.com/office/drawing/2014/main" id="{AD5E978A-5584-F9F9-EC08-8FBBCE0D9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971800"/>
              <a:ext cx="762000" cy="38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5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Major</a:t>
              </a:r>
            </a:p>
          </p:txBody>
        </p:sp>
        <p:sp>
          <p:nvSpPr>
            <p:cNvPr id="47" name="Text Box 40">
              <a:extLst>
                <a:ext uri="{FF2B5EF4-FFF2-40B4-BE49-F238E27FC236}">
                  <a16:creationId xmlns:a16="http://schemas.microsoft.com/office/drawing/2014/main" id="{3D6B1312-35B9-0BC1-B450-C4E46A6E4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1" y="3048000"/>
              <a:ext cx="685801" cy="38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5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GPA</a:t>
              </a:r>
            </a:p>
          </p:txBody>
        </p:sp>
        <p:sp>
          <p:nvSpPr>
            <p:cNvPr id="48" name="AutoShape 43">
              <a:extLst>
                <a:ext uri="{FF2B5EF4-FFF2-40B4-BE49-F238E27FC236}">
                  <a16:creationId xmlns:a16="http://schemas.microsoft.com/office/drawing/2014/main" id="{F27E710A-AD76-5132-5889-3BB091E87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3581400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9" name="AutoShape 46">
              <a:extLst>
                <a:ext uri="{FF2B5EF4-FFF2-40B4-BE49-F238E27FC236}">
                  <a16:creationId xmlns:a16="http://schemas.microsoft.com/office/drawing/2014/main" id="{D6DBEEBE-66B9-8A07-E132-BA7CE7FFD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1905000"/>
              <a:ext cx="1676400" cy="76200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9901F6BA-9514-B4E5-711A-4DA1DD78E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057400"/>
              <a:ext cx="990601" cy="38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5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Advisor</a:t>
              </a:r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D4F8CCB4-7C90-DB49-98D0-7918D2C47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2286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8FB9663-383A-447A-FC6F-16430F2FD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0574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3" name="Text Box 52">
              <a:extLst>
                <a:ext uri="{FF2B5EF4-FFF2-40B4-BE49-F238E27FC236}">
                  <a16:creationId xmlns:a16="http://schemas.microsoft.com/office/drawing/2014/main" id="{55B1628B-1A4F-AFC0-FF46-EFE612ED8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2133600"/>
              <a:ext cx="1219200" cy="38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5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Professor</a:t>
              </a:r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69FADA6E-7D9C-634C-0D7A-58F9276E7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2286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1CAE6E7-7EE2-7428-A5A9-DE1293515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6" name="Text Box 55">
              <a:extLst>
                <a:ext uri="{FF2B5EF4-FFF2-40B4-BE49-F238E27FC236}">
                  <a16:creationId xmlns:a16="http://schemas.microsoft.com/office/drawing/2014/main" id="{21312184-CE71-87D0-F125-2F0A8124C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1295400"/>
              <a:ext cx="762000" cy="38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50" u="sng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SSN</a:t>
              </a:r>
            </a:p>
          </p:txBody>
        </p:sp>
        <p:sp>
          <p:nvSpPr>
            <p:cNvPr id="57" name="Oval 58">
              <a:extLst>
                <a:ext uri="{FF2B5EF4-FFF2-40B4-BE49-F238E27FC236}">
                  <a16:creationId xmlns:a16="http://schemas.microsoft.com/office/drawing/2014/main" id="{5BF9BB72-52AA-F961-6D5A-279B9E26B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8" name="Text Box 59">
              <a:extLst>
                <a:ext uri="{FF2B5EF4-FFF2-40B4-BE49-F238E27FC236}">
                  <a16:creationId xmlns:a16="http://schemas.microsoft.com/office/drawing/2014/main" id="{ADA24E79-81D1-3618-3F75-D7225E406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1295400"/>
              <a:ext cx="838201" cy="38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5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Name</a:t>
              </a:r>
            </a:p>
          </p:txBody>
        </p:sp>
        <p:sp>
          <p:nvSpPr>
            <p:cNvPr id="59" name="Oval 60">
              <a:extLst>
                <a:ext uri="{FF2B5EF4-FFF2-40B4-BE49-F238E27FC236}">
                  <a16:creationId xmlns:a16="http://schemas.microsoft.com/office/drawing/2014/main" id="{1467741B-561C-3401-EB3F-1A35EA08F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0" y="28194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0" name="Text Box 61">
              <a:extLst>
                <a:ext uri="{FF2B5EF4-FFF2-40B4-BE49-F238E27FC236}">
                  <a16:creationId xmlns:a16="http://schemas.microsoft.com/office/drawing/2014/main" id="{12BAAEFB-1348-0B96-406E-50FECA49D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895600"/>
              <a:ext cx="762000" cy="38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5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Dept</a:t>
              </a:r>
            </a:p>
          </p:txBody>
        </p:sp>
        <p:sp>
          <p:nvSpPr>
            <p:cNvPr id="61" name="Line 62">
              <a:extLst>
                <a:ext uri="{FF2B5EF4-FFF2-40B4-BE49-F238E27FC236}">
                  <a16:creationId xmlns:a16="http://schemas.microsoft.com/office/drawing/2014/main" id="{2DC4B8A5-C4CA-0547-4A7D-59F2275DE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2200" y="1752600"/>
              <a:ext cx="609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2" name="Line 63">
              <a:extLst>
                <a:ext uri="{FF2B5EF4-FFF2-40B4-BE49-F238E27FC236}">
                  <a16:creationId xmlns:a16="http://schemas.microsoft.com/office/drawing/2014/main" id="{F48111CE-36D2-D1A3-F784-79F9F80E19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9000" y="17526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Line 64">
              <a:extLst>
                <a:ext uri="{FF2B5EF4-FFF2-40B4-BE49-F238E27FC236}">
                  <a16:creationId xmlns:a16="http://schemas.microsoft.com/office/drawing/2014/main" id="{EE3C7A15-91E6-4511-374C-B9C7E64A6C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67600" y="25146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04" name="AutoShape 65">
              <a:extLst>
                <a:ext uri="{FF2B5EF4-FFF2-40B4-BE49-F238E27FC236}">
                  <a16:creationId xmlns:a16="http://schemas.microsoft.com/office/drawing/2014/main" id="{862A14E9-C1ED-2701-8325-6CCC8929F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3581400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10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aphicFrame>
        <p:nvGraphicFramePr>
          <p:cNvPr id="706" name="Table 705">
            <a:extLst>
              <a:ext uri="{FF2B5EF4-FFF2-40B4-BE49-F238E27FC236}">
                <a16:creationId xmlns:a16="http://schemas.microsoft.com/office/drawing/2014/main" id="{46E519FA-8416-3FB7-F449-131093F15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801485"/>
              </p:ext>
            </p:extLst>
          </p:nvPr>
        </p:nvGraphicFramePr>
        <p:xfrm>
          <a:off x="649267" y="3698422"/>
          <a:ext cx="3581400" cy="1188720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32140361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648404843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979042755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342663089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Major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03529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68169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012835"/>
                  </a:ext>
                </a:extLst>
              </a:tr>
            </a:tbl>
          </a:graphicData>
        </a:graphic>
      </p:graphicFrame>
      <p:graphicFrame>
        <p:nvGraphicFramePr>
          <p:cNvPr id="707" name="Table 706">
            <a:extLst>
              <a:ext uri="{FF2B5EF4-FFF2-40B4-BE49-F238E27FC236}">
                <a16:creationId xmlns:a16="http://schemas.microsoft.com/office/drawing/2014/main" id="{5F96806E-F0B1-C429-198C-87B1EF25F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597609"/>
              </p:ext>
            </p:extLst>
          </p:nvPr>
        </p:nvGraphicFramePr>
        <p:xfrm>
          <a:off x="4760932" y="3698422"/>
          <a:ext cx="3886200" cy="118872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405960364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0748378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634074102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Dept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198891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29948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8888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Lee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924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3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AED6648-0798-6F6E-AC5A-AEF6CD08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775EF0F7-F964-0493-49F2-D256A1260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</a:t>
            </a:r>
            <a:r>
              <a:rPr lang="en" dirty="0" err="1"/>
              <a:t>entitas</a:t>
            </a:r>
            <a:r>
              <a:rPr lang="en" dirty="0"/>
              <a:t> </a:t>
            </a:r>
            <a:r>
              <a:rPr lang="en" dirty="0" err="1"/>
              <a:t>lemah</a:t>
            </a:r>
            <a:r>
              <a:rPr lang="en" dirty="0"/>
              <a:t> (Weak Entity)</a:t>
            </a:r>
            <a:endParaRPr dirty="0"/>
          </a:p>
        </p:txBody>
      </p:sp>
      <p:graphicFrame>
        <p:nvGraphicFramePr>
          <p:cNvPr id="707" name="Table 706">
            <a:extLst>
              <a:ext uri="{FF2B5EF4-FFF2-40B4-BE49-F238E27FC236}">
                <a16:creationId xmlns:a16="http://schemas.microsoft.com/office/drawing/2014/main" id="{2D6571B2-B8F5-EDEC-66ED-C931CD40C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229271"/>
              </p:ext>
            </p:extLst>
          </p:nvPr>
        </p:nvGraphicFramePr>
        <p:xfrm>
          <a:off x="4610701" y="3721818"/>
          <a:ext cx="3886200" cy="118872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4059603642"/>
                    </a:ext>
                  </a:extLst>
                </a:gridCol>
                <a:gridCol w="1086629">
                  <a:extLst>
                    <a:ext uri="{9D8B030D-6E8A-4147-A177-3AD203B41FA5}">
                      <a16:colId xmlns:a16="http://schemas.microsoft.com/office/drawing/2014/main" val="1074837800"/>
                    </a:ext>
                  </a:extLst>
                </a:gridCol>
                <a:gridCol w="1504171">
                  <a:extLst>
                    <a:ext uri="{9D8B030D-6E8A-4147-A177-3AD203B41FA5}">
                      <a16:colId xmlns:a16="http://schemas.microsoft.com/office/drawing/2014/main" val="3634074102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Parent_SID</a:t>
                      </a:r>
                      <a:endParaRPr kumimoji="1" lang="en-US" altLang="zh-TW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198891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Bart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29948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Lisa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924478"/>
                  </a:ext>
                </a:extLst>
              </a:tr>
            </a:tbl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5941BE7E-4790-08D1-2546-13E2079F20AE}"/>
              </a:ext>
            </a:extLst>
          </p:cNvPr>
          <p:cNvGrpSpPr/>
          <p:nvPr/>
        </p:nvGrpSpPr>
        <p:grpSpPr>
          <a:xfrm>
            <a:off x="928576" y="1066800"/>
            <a:ext cx="7453423" cy="2555358"/>
            <a:chOff x="304800" y="1066800"/>
            <a:chExt cx="8077200" cy="2929136"/>
          </a:xfrm>
        </p:grpSpPr>
        <p:sp>
          <p:nvSpPr>
            <p:cNvPr id="2" name="Rectangle 25">
              <a:extLst>
                <a:ext uri="{FF2B5EF4-FFF2-40B4-BE49-F238E27FC236}">
                  <a16:creationId xmlns:a16="http://schemas.microsoft.com/office/drawing/2014/main" id="{9E1BDD64-D0D3-2E20-C877-101146DDA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20574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" name="Text Box 26">
              <a:extLst>
                <a:ext uri="{FF2B5EF4-FFF2-40B4-BE49-F238E27FC236}">
                  <a16:creationId xmlns:a16="http://schemas.microsoft.com/office/drawing/2014/main" id="{435B0CC1-84E0-B6DC-875A-808D2AE21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2133600"/>
              <a:ext cx="9906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Student</a:t>
              </a:r>
            </a:p>
          </p:txBody>
        </p:sp>
        <p:sp>
          <p:nvSpPr>
            <p:cNvPr id="4" name="Oval 27">
              <a:extLst>
                <a:ext uri="{FF2B5EF4-FFF2-40B4-BE49-F238E27FC236}">
                  <a16:creationId xmlns:a16="http://schemas.microsoft.com/office/drawing/2014/main" id="{614AD747-E66B-82B7-0506-E4D52B25D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" name="Oval 28">
              <a:extLst>
                <a:ext uri="{FF2B5EF4-FFF2-40B4-BE49-F238E27FC236}">
                  <a16:creationId xmlns:a16="http://schemas.microsoft.com/office/drawing/2014/main" id="{29D537D2-C9EF-3591-AD6C-8FE9A01A0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" name="Oval 29">
              <a:extLst>
                <a:ext uri="{FF2B5EF4-FFF2-40B4-BE49-F238E27FC236}">
                  <a16:creationId xmlns:a16="http://schemas.microsoft.com/office/drawing/2014/main" id="{AD39257E-7460-8488-43EC-B818DE126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895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Oval 30">
              <a:extLst>
                <a:ext uri="{FF2B5EF4-FFF2-40B4-BE49-F238E27FC236}">
                  <a16:creationId xmlns:a16="http://schemas.microsoft.com/office/drawing/2014/main" id="{DE54924C-B4E1-8F80-E420-EB23DA564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9718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Line 31">
              <a:extLst>
                <a:ext uri="{FF2B5EF4-FFF2-40B4-BE49-F238E27FC236}">
                  <a16:creationId xmlns:a16="http://schemas.microsoft.com/office/drawing/2014/main" id="{E464A805-14E6-0368-36A3-B3E7B7CD37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" y="1752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Line 32">
              <a:extLst>
                <a:ext uri="{FF2B5EF4-FFF2-40B4-BE49-F238E27FC236}">
                  <a16:creationId xmlns:a16="http://schemas.microsoft.com/office/drawing/2014/main" id="{32030646-93A7-1F93-26F8-D77ED673F2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7400" y="17526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Line 33">
              <a:extLst>
                <a:ext uri="{FF2B5EF4-FFF2-40B4-BE49-F238E27FC236}">
                  <a16:creationId xmlns:a16="http://schemas.microsoft.com/office/drawing/2014/main" id="{2847F0B5-B1C0-248E-9D56-5B8AE59AE2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9800" y="2514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Line 34">
              <a:extLst>
                <a:ext uri="{FF2B5EF4-FFF2-40B4-BE49-F238E27FC236}">
                  <a16:creationId xmlns:a16="http://schemas.microsoft.com/office/drawing/2014/main" id="{52D352B5-EDBD-7D74-D9A5-62A9835E5E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3000" y="2514600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Text Box 35">
              <a:extLst>
                <a:ext uri="{FF2B5EF4-FFF2-40B4-BE49-F238E27FC236}">
                  <a16:creationId xmlns:a16="http://schemas.microsoft.com/office/drawing/2014/main" id="{8E27E254-B84C-D376-50C8-5A8F1815A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295400"/>
              <a:ext cx="762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u="sng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SID</a:t>
              </a:r>
            </a:p>
          </p:txBody>
        </p:sp>
        <p:sp>
          <p:nvSpPr>
            <p:cNvPr id="13" name="Text Box 36">
              <a:extLst>
                <a:ext uri="{FF2B5EF4-FFF2-40B4-BE49-F238E27FC236}">
                  <a16:creationId xmlns:a16="http://schemas.microsoft.com/office/drawing/2014/main" id="{5FB233CA-1040-74AC-1A07-F485FD76A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1295400"/>
              <a:ext cx="838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Name</a:t>
              </a:r>
            </a:p>
          </p:txBody>
        </p:sp>
        <p:sp>
          <p:nvSpPr>
            <p:cNvPr id="14" name="Text Box 37">
              <a:extLst>
                <a:ext uri="{FF2B5EF4-FFF2-40B4-BE49-F238E27FC236}">
                  <a16:creationId xmlns:a16="http://schemas.microsoft.com/office/drawing/2014/main" id="{5F73D847-44D5-A73A-DD5B-5A85B41E1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971800"/>
              <a:ext cx="762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Major</a:t>
              </a:r>
            </a:p>
          </p:txBody>
        </p:sp>
        <p:sp>
          <p:nvSpPr>
            <p:cNvPr id="15" name="Text Box 38">
              <a:extLst>
                <a:ext uri="{FF2B5EF4-FFF2-40B4-BE49-F238E27FC236}">
                  <a16:creationId xmlns:a16="http://schemas.microsoft.com/office/drawing/2014/main" id="{F73DE2B5-0F35-70F3-EE0E-0BE5E0AF0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3048000"/>
              <a:ext cx="6858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GPA</a:t>
              </a:r>
            </a:p>
          </p:txBody>
        </p:sp>
        <p:sp>
          <p:nvSpPr>
            <p:cNvPr id="16" name="AutoShape 40">
              <a:extLst>
                <a:ext uri="{FF2B5EF4-FFF2-40B4-BE49-F238E27FC236}">
                  <a16:creationId xmlns:a16="http://schemas.microsoft.com/office/drawing/2014/main" id="{3FB95081-8471-5109-3E3F-474CCF7BE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1905000"/>
              <a:ext cx="1676400" cy="76200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Rectangle 43">
              <a:extLst>
                <a:ext uri="{FF2B5EF4-FFF2-40B4-BE49-F238E27FC236}">
                  <a16:creationId xmlns:a16="http://schemas.microsoft.com/office/drawing/2014/main" id="{4830C66B-4AFC-2160-223A-E14D1CB9C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057400"/>
              <a:ext cx="1219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Oval 48">
              <a:extLst>
                <a:ext uri="{FF2B5EF4-FFF2-40B4-BE49-F238E27FC236}">
                  <a16:creationId xmlns:a16="http://schemas.microsoft.com/office/drawing/2014/main" id="{6648E7D8-A568-A63F-E511-1FC02F4AB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" name="Text Box 49">
              <a:extLst>
                <a:ext uri="{FF2B5EF4-FFF2-40B4-BE49-F238E27FC236}">
                  <a16:creationId xmlns:a16="http://schemas.microsoft.com/office/drawing/2014/main" id="{D510AC09-F503-2BD3-706A-930C84C1F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1295400"/>
              <a:ext cx="838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Name</a:t>
              </a:r>
            </a:p>
          </p:txBody>
        </p:sp>
        <p:sp>
          <p:nvSpPr>
            <p:cNvPr id="20" name="Oval 50">
              <a:extLst>
                <a:ext uri="{FF2B5EF4-FFF2-40B4-BE49-F238E27FC236}">
                  <a16:creationId xmlns:a16="http://schemas.microsoft.com/office/drawing/2014/main" id="{BB8A6038-B96B-AEA4-7675-D3D07D2EA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10668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Text Box 51">
              <a:extLst>
                <a:ext uri="{FF2B5EF4-FFF2-40B4-BE49-F238E27FC236}">
                  <a16:creationId xmlns:a16="http://schemas.microsoft.com/office/drawing/2014/main" id="{C01A74D6-20BB-6696-8CAC-A9B28370F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1143000"/>
              <a:ext cx="762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Age</a:t>
              </a:r>
            </a:p>
          </p:txBody>
        </p:sp>
        <p:sp>
          <p:nvSpPr>
            <p:cNvPr id="22" name="Line 53">
              <a:extLst>
                <a:ext uri="{FF2B5EF4-FFF2-40B4-BE49-F238E27FC236}">
                  <a16:creationId xmlns:a16="http://schemas.microsoft.com/office/drawing/2014/main" id="{8A2F73D8-D51D-2808-1039-4147E9B13A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9000" y="17526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" name="AutoShape 55">
              <a:extLst>
                <a:ext uri="{FF2B5EF4-FFF2-40B4-BE49-F238E27FC236}">
                  <a16:creationId xmlns:a16="http://schemas.microsoft.com/office/drawing/2014/main" id="{0FC0105C-874D-60FE-3FD5-18EF68307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1288" y="2852936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Line 75">
              <a:extLst>
                <a:ext uri="{FF2B5EF4-FFF2-40B4-BE49-F238E27FC236}">
                  <a16:creationId xmlns:a16="http://schemas.microsoft.com/office/drawing/2014/main" id="{1B0C9091-2293-33CC-8365-F545D2614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2209800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Line 76">
              <a:extLst>
                <a:ext uri="{FF2B5EF4-FFF2-40B4-BE49-F238E27FC236}">
                  <a16:creationId xmlns:a16="http://schemas.microsoft.com/office/drawing/2014/main" id="{AD0C157F-A542-6F32-A1C3-4E4200B42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2362200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" name="Line 77">
              <a:extLst>
                <a:ext uri="{FF2B5EF4-FFF2-40B4-BE49-F238E27FC236}">
                  <a16:creationId xmlns:a16="http://schemas.microsoft.com/office/drawing/2014/main" id="{C84AB54F-6FC0-6BE1-9F63-E52BB6F83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6002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Line 78">
              <a:extLst>
                <a:ext uri="{FF2B5EF4-FFF2-40B4-BE49-F238E27FC236}">
                  <a16:creationId xmlns:a16="http://schemas.microsoft.com/office/drawing/2014/main" id="{2392A84C-08B6-2C7D-43A9-BE9317F3B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7000" y="1447800"/>
              <a:ext cx="304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" name="Line 79">
              <a:extLst>
                <a:ext uri="{FF2B5EF4-FFF2-40B4-BE49-F238E27FC236}">
                  <a16:creationId xmlns:a16="http://schemas.microsoft.com/office/drawing/2014/main" id="{58CB0DD3-D951-C88E-1497-DF5393F3AE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800" y="2286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" name="Rectangle 85">
              <a:extLst>
                <a:ext uri="{FF2B5EF4-FFF2-40B4-BE49-F238E27FC236}">
                  <a16:creationId xmlns:a16="http://schemas.microsoft.com/office/drawing/2014/main" id="{F260F5C1-EEFB-A2C3-AD3B-E47AA99A3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2133600"/>
              <a:ext cx="1066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" name="Text Box 44">
              <a:extLst>
                <a:ext uri="{FF2B5EF4-FFF2-40B4-BE49-F238E27FC236}">
                  <a16:creationId xmlns:a16="http://schemas.microsoft.com/office/drawing/2014/main" id="{348A8C17-958B-FC03-7111-53F6373F0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133600"/>
              <a:ext cx="1219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Children</a:t>
              </a:r>
            </a:p>
          </p:txBody>
        </p:sp>
        <p:sp>
          <p:nvSpPr>
            <p:cNvPr id="31" name="AutoShape 86">
              <a:extLst>
                <a:ext uri="{FF2B5EF4-FFF2-40B4-BE49-F238E27FC236}">
                  <a16:creationId xmlns:a16="http://schemas.microsoft.com/office/drawing/2014/main" id="{CCB23D34-FAA7-D3EE-7DED-16FFF0966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1981200"/>
              <a:ext cx="1371600" cy="60960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" name="Text Box 41">
              <a:extLst>
                <a:ext uri="{FF2B5EF4-FFF2-40B4-BE49-F238E27FC236}">
                  <a16:creationId xmlns:a16="http://schemas.microsoft.com/office/drawing/2014/main" id="{FEC8F568-87E6-481A-E46C-8E6A4BC77B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2133600"/>
              <a:ext cx="762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owns</a:t>
              </a:r>
            </a:p>
          </p:txBody>
        </p:sp>
      </p:grpSp>
      <p:sp>
        <p:nvSpPr>
          <p:cNvPr id="708" name="Text Box 87">
            <a:extLst>
              <a:ext uri="{FF2B5EF4-FFF2-40B4-BE49-F238E27FC236}">
                <a16:creationId xmlns:a16="http://schemas.microsoft.com/office/drawing/2014/main" id="{A36E04A5-12EE-31CE-3E1E-E4BCD272B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96" y="4582084"/>
            <a:ext cx="8305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1" dirty="0">
                <a:solidFill>
                  <a:srgbClr val="FFC000"/>
                </a:solidFill>
              </a:rPr>
              <a:t>* Primary key </a:t>
            </a:r>
            <a:r>
              <a:rPr lang="en-US" altLang="zh-TW" b="1" i="1" dirty="0">
                <a:solidFill>
                  <a:srgbClr val="FFC000"/>
                </a:solidFill>
              </a:rPr>
              <a:t>Children</a:t>
            </a:r>
            <a:r>
              <a:rPr lang="en-US" altLang="zh-TW" b="1" dirty="0">
                <a:solidFill>
                  <a:srgbClr val="FFC000"/>
                </a:solidFill>
              </a:rPr>
              <a:t> </a:t>
            </a:r>
            <a:r>
              <a:rPr lang="en-US" altLang="zh-TW" b="1" dirty="0" err="1">
                <a:solidFill>
                  <a:srgbClr val="FFC000"/>
                </a:solidFill>
              </a:rPr>
              <a:t>adalah</a:t>
            </a:r>
            <a:r>
              <a:rPr lang="en-US" altLang="zh-TW" b="1" dirty="0">
                <a:solidFill>
                  <a:srgbClr val="FFC000"/>
                </a:solidFill>
              </a:rPr>
              <a:t> </a:t>
            </a:r>
            <a:r>
              <a:rPr lang="en-US" altLang="zh-TW" b="1" i="1" dirty="0" err="1">
                <a:solidFill>
                  <a:srgbClr val="FFC000"/>
                </a:solidFill>
              </a:rPr>
              <a:t>Parent_SID</a:t>
            </a:r>
            <a:r>
              <a:rPr lang="en-US" altLang="zh-TW" b="1" dirty="0">
                <a:solidFill>
                  <a:srgbClr val="FFC000"/>
                </a:solidFill>
              </a:rPr>
              <a:t> + </a:t>
            </a:r>
            <a:r>
              <a:rPr lang="en-US" altLang="zh-TW" b="1" i="1" dirty="0">
                <a:solidFill>
                  <a:srgbClr val="FFC000"/>
                </a:solidFill>
              </a:rPr>
              <a:t>Name</a:t>
            </a:r>
            <a:r>
              <a:rPr lang="en-US" altLang="zh-TW" b="1" dirty="0">
                <a:solidFill>
                  <a:srgbClr val="FFC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7879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F7E2EA6-6C30-D81C-FD17-4D5E6023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8887889-2A3A-AE5B-D066-33D1D29891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465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dirty="0" err="1"/>
              <a:t>Representasi</a:t>
            </a:r>
            <a:r>
              <a:rPr lang="en-ID" dirty="0"/>
              <a:t> </a:t>
            </a:r>
            <a:r>
              <a:rPr lang="en-ID" dirty="0" err="1"/>
              <a:t>Himpunan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</a:t>
            </a:r>
            <a:br>
              <a:rPr lang="en-ID" dirty="0"/>
            </a:br>
            <a:r>
              <a:rPr lang="en-ID" sz="2800" b="1" dirty="0"/>
              <a:t>(</a:t>
            </a:r>
            <a:r>
              <a:rPr lang="en-ID" sz="2800" b="1" i="1" dirty="0"/>
              <a:t>Representing Relationship Sets</a:t>
            </a:r>
            <a:r>
              <a:rPr lang="en-ID" sz="2800" b="1" dirty="0"/>
              <a:t>)</a:t>
            </a:r>
            <a:br>
              <a:rPr lang="en-ID" sz="2800" b="1" dirty="0"/>
            </a:br>
            <a:endParaRPr lang="en-ID" b="1" dirty="0"/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4DEAF716-CE1E-80DB-FD3D-076E558BA5E6}"/>
              </a:ext>
            </a:extLst>
          </p:cNvPr>
          <p:cNvSpPr txBox="1">
            <a:spLocks/>
          </p:cNvSpPr>
          <p:nvPr/>
        </p:nvSpPr>
        <p:spPr>
          <a:xfrm>
            <a:off x="720000" y="1105786"/>
            <a:ext cx="7703999" cy="3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himpunan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relasi</a:t>
            </a:r>
            <a:r>
              <a:rPr lang="en-ID" sz="1600" b="1" dirty="0"/>
              <a:t> (</a:t>
            </a:r>
            <a:r>
              <a:rPr lang="en-ID" sz="1600" b="1" i="1" dirty="0"/>
              <a:t>many-to-many</a:t>
            </a:r>
            <a:r>
              <a:rPr lang="en-ID" sz="1600" b="1" dirty="0"/>
              <a:t>)</a:t>
            </a:r>
            <a:r>
              <a:rPr lang="en-ID" sz="1600" dirty="0"/>
              <a:t> </a:t>
            </a:r>
            <a:r>
              <a:rPr lang="en-ID" sz="1600" dirty="0" err="1"/>
              <a:t>direpresentasikan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atribut-atribut</a:t>
            </a:r>
            <a:r>
              <a:rPr lang="en-ID" sz="1600" dirty="0"/>
              <a:t> yang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kunci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utama</a:t>
            </a:r>
            <a:r>
              <a:rPr lang="en-ID" sz="1600" dirty="0"/>
              <a:t> (</a:t>
            </a:r>
            <a:r>
              <a:rPr lang="en-ID" sz="1600" i="1" dirty="0">
                <a:solidFill>
                  <a:srgbClr val="FF0000"/>
                </a:solidFill>
              </a:rPr>
              <a:t>primary keys</a:t>
            </a:r>
            <a:r>
              <a:rPr lang="en-ID" sz="1600" dirty="0"/>
              <a:t>)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dua </a:t>
            </a:r>
            <a:r>
              <a:rPr lang="en-ID" sz="1600" b="1" dirty="0" err="1">
                <a:solidFill>
                  <a:srgbClr val="FFC000"/>
                </a:solidFill>
              </a:rPr>
              <a:t>himpunan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entitas</a:t>
            </a:r>
            <a:r>
              <a:rPr lang="en-ID" sz="1600" dirty="0"/>
              <a:t> yang </a:t>
            </a:r>
            <a:r>
              <a:rPr lang="en-ID" sz="1600" dirty="0" err="1"/>
              <a:t>berpartisipasi</a:t>
            </a:r>
            <a:r>
              <a:rPr lang="en-ID" sz="1600" dirty="0"/>
              <a:t>, </a:t>
            </a:r>
            <a:r>
              <a:rPr lang="en-ID" sz="1600" dirty="0" err="1"/>
              <a:t>serta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deskriptif</a:t>
            </a:r>
            <a:r>
              <a:rPr lang="en-ID" sz="1600" dirty="0"/>
              <a:t> </a:t>
            </a:r>
            <a:r>
              <a:rPr lang="en-ID" sz="1600" dirty="0" err="1"/>
              <a:t>apa</a:t>
            </a:r>
            <a:r>
              <a:rPr lang="en-ID" sz="1600" dirty="0"/>
              <a:t> pun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D" sz="1600" dirty="0"/>
          </a:p>
          <a:p>
            <a:pPr>
              <a:buFont typeface="Arial" panose="020B0604020202020204" pitchFamily="34" charset="0"/>
              <a:buChar char="•"/>
            </a:pPr>
            <a:endParaRPr lang="en-ID" sz="1600" dirty="0"/>
          </a:p>
          <a:p>
            <a:pPr>
              <a:buFont typeface="Arial" panose="020B0604020202020204" pitchFamily="34" charset="0"/>
              <a:buChar char="•"/>
            </a:pPr>
            <a:endParaRPr lang="en-ID" sz="1600" dirty="0"/>
          </a:p>
          <a:p>
            <a:pPr>
              <a:buFont typeface="Arial" panose="020B0604020202020204" pitchFamily="34" charset="0"/>
              <a:buChar char="•"/>
            </a:pPr>
            <a:endParaRPr lang="en-ID" sz="1600" dirty="0"/>
          </a:p>
          <a:p>
            <a:pPr>
              <a:buFont typeface="Arial" panose="020B0604020202020204" pitchFamily="34" charset="0"/>
              <a:buChar char="•"/>
            </a:pPr>
            <a:endParaRPr lang="en-ID" sz="1600" dirty="0"/>
          </a:p>
          <a:p>
            <a:pPr>
              <a:buFont typeface="Arial" panose="020B0604020202020204" pitchFamily="34" charset="0"/>
              <a:buChar char="•"/>
            </a:pPr>
            <a:endParaRPr lang="en-ID" sz="1600" dirty="0"/>
          </a:p>
          <a:p>
            <a:pPr>
              <a:buFont typeface="Arial" panose="020B0604020202020204" pitchFamily="34" charset="0"/>
              <a:buChar char="•"/>
            </a:pPr>
            <a:endParaRPr lang="en-ID" sz="1600" dirty="0"/>
          </a:p>
          <a:p>
            <a:pPr marL="152400" indent="0"/>
            <a:r>
              <a:rPr lang="en-ID" sz="1600" b="1" dirty="0" err="1">
                <a:solidFill>
                  <a:srgbClr val="FFC000"/>
                </a:solidFill>
              </a:rPr>
              <a:t>Contoh</a:t>
            </a:r>
            <a:r>
              <a:rPr lang="en-ID" sz="1600" b="1" dirty="0"/>
              <a:t>: Skema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himpunan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r>
              <a:rPr lang="en-ID" sz="1600" b="1" dirty="0"/>
              <a:t> </a:t>
            </a:r>
            <a:r>
              <a:rPr lang="en-ID" sz="1600" b="1" i="1" dirty="0"/>
              <a:t>depositor</a:t>
            </a:r>
            <a:endParaRPr lang="en-ID" sz="1600" b="1" dirty="0"/>
          </a:p>
          <a:p>
            <a:pPr marL="152400" indent="0"/>
            <a:r>
              <a:rPr lang="en-ID" sz="1600" dirty="0" err="1"/>
              <a:t>Berdasarkan</a:t>
            </a:r>
            <a:r>
              <a:rPr lang="en-ID" sz="1600" dirty="0"/>
              <a:t> diagram </a:t>
            </a:r>
            <a:r>
              <a:rPr lang="en-ID" sz="1600" dirty="0" err="1"/>
              <a:t>tersebut</a:t>
            </a:r>
            <a:r>
              <a:rPr lang="en-ID" sz="1600" dirty="0"/>
              <a:t>, </a:t>
            </a:r>
            <a:r>
              <a:rPr lang="en-ID" sz="1600" dirty="0" err="1"/>
              <a:t>skema</a:t>
            </a:r>
            <a:r>
              <a:rPr lang="en-ID" sz="1600" dirty="0"/>
              <a:t> yang </a:t>
            </a:r>
            <a:r>
              <a:rPr lang="en-ID" sz="1600" dirty="0" err="1"/>
              <a:t>terbentuk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: </a:t>
            </a:r>
          </a:p>
          <a:p>
            <a:pPr marL="152400" indent="0"/>
            <a:r>
              <a:rPr lang="en-ID" sz="1600" b="1" dirty="0"/>
              <a:t>DEPOSITOR = (</a:t>
            </a:r>
            <a:r>
              <a:rPr lang="en-ID" sz="1600" b="1" i="1" dirty="0"/>
              <a:t>CUSTOMER_ID</a:t>
            </a:r>
            <a:r>
              <a:rPr lang="en-ID" sz="1600" b="1" dirty="0"/>
              <a:t>, </a:t>
            </a:r>
            <a:r>
              <a:rPr lang="en-ID" sz="1600" b="1" i="1" dirty="0"/>
              <a:t>ACCOUNT_NUMBER</a:t>
            </a:r>
            <a:r>
              <a:rPr lang="en-ID" sz="1600" b="1" dirty="0"/>
              <a:t>, ACCESS_DATE)</a:t>
            </a:r>
            <a:r>
              <a:rPr lang="en-ID" sz="1600" dirty="0"/>
              <a:t>.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03E2961-3BD7-48D7-093E-89A297527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100" t="28851" r="1651" b="28606"/>
          <a:stretch>
            <a:fillRect/>
          </a:stretch>
        </p:blipFill>
        <p:spPr bwMode="auto">
          <a:xfrm>
            <a:off x="2549593" y="2384393"/>
            <a:ext cx="4044811" cy="1326926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01138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EF8522C7-968A-A83E-6ADE-EED38E1F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5D5B922-F128-C140-5326-323291E911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465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Representasi</a:t>
            </a:r>
            <a:r>
              <a:rPr lang="en-ID" sz="2400" b="1" dirty="0"/>
              <a:t> </a:t>
            </a:r>
            <a:r>
              <a:rPr lang="en-ID" sz="2400" b="1" dirty="0" err="1"/>
              <a:t>Himpunan</a:t>
            </a:r>
            <a:r>
              <a:rPr lang="en-ID" sz="2400" b="1" dirty="0"/>
              <a:t> </a:t>
            </a:r>
            <a:r>
              <a:rPr lang="en-ID" sz="2400" b="1" dirty="0" err="1"/>
              <a:t>Relasi</a:t>
            </a:r>
            <a:r>
              <a:rPr lang="en-ID" sz="2400" b="1" dirty="0"/>
              <a:t>: </a:t>
            </a:r>
            <a:r>
              <a:rPr lang="en-ID" sz="2400" b="1" dirty="0" err="1"/>
              <a:t>Redundansi</a:t>
            </a:r>
            <a:r>
              <a:rPr lang="en-ID" sz="2400" b="1" dirty="0"/>
              <a:t> Skema (</a:t>
            </a:r>
            <a:r>
              <a:rPr lang="en-ID" sz="2400" b="1" i="1" dirty="0"/>
              <a:t>Redundancy of Schemas</a:t>
            </a:r>
            <a:r>
              <a:rPr lang="en-ID" sz="2400" b="1" dirty="0"/>
              <a:t>)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9D23D976-7AEF-B809-8B7F-7C3B2DA55958}"/>
              </a:ext>
            </a:extLst>
          </p:cNvPr>
          <p:cNvSpPr txBox="1">
            <a:spLocks/>
          </p:cNvSpPr>
          <p:nvPr/>
        </p:nvSpPr>
        <p:spPr>
          <a:xfrm>
            <a:off x="720000" y="1105786"/>
            <a:ext cx="7703999" cy="3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b="1" dirty="0"/>
              <a:t>(</a:t>
            </a:r>
            <a:r>
              <a:rPr lang="en-ID" sz="1600" b="1" i="1" dirty="0">
                <a:solidFill>
                  <a:srgbClr val="FFC000"/>
                </a:solidFill>
              </a:rPr>
              <a:t>many-to-one</a:t>
            </a:r>
            <a:r>
              <a:rPr lang="en-ID" sz="1600" b="1" dirty="0"/>
              <a:t>)</a:t>
            </a:r>
            <a:r>
              <a:rPr lang="en-ID" sz="1600" dirty="0"/>
              <a:t> dan </a:t>
            </a:r>
            <a:r>
              <a:rPr lang="en-ID" sz="1600" b="1" dirty="0"/>
              <a:t>(</a:t>
            </a:r>
            <a:r>
              <a:rPr lang="en-ID" sz="1600" b="1" i="1" dirty="0">
                <a:solidFill>
                  <a:srgbClr val="FFC000"/>
                </a:solidFill>
              </a:rPr>
              <a:t>one-to-many</a:t>
            </a:r>
            <a:r>
              <a:rPr lang="en-ID" sz="1600" b="1" dirty="0"/>
              <a:t>)</a:t>
            </a:r>
            <a:r>
              <a:rPr lang="en-ID" sz="1600" dirty="0"/>
              <a:t> yang </a:t>
            </a:r>
            <a:r>
              <a:rPr lang="en-ID" sz="1600" b="1" dirty="0" err="1">
                <a:solidFill>
                  <a:srgbClr val="FF0000"/>
                </a:solidFill>
              </a:rPr>
              <a:t>bersifat</a:t>
            </a:r>
            <a:r>
              <a:rPr lang="en-ID" sz="1600" b="1" dirty="0">
                <a:solidFill>
                  <a:srgbClr val="FF0000"/>
                </a:solidFill>
              </a:rPr>
              <a:t> total</a:t>
            </a:r>
            <a:r>
              <a:rPr lang="en-ID" sz="1600" dirty="0"/>
              <a:t> pada </a:t>
            </a:r>
            <a:r>
              <a:rPr lang="en-ID" sz="1600" dirty="0" err="1"/>
              <a:t>sisi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“many”</a:t>
            </a:r>
            <a:r>
              <a:rPr lang="en-ID" sz="1600" dirty="0"/>
              <a:t>,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direpresentasikan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menambahkan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atribut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ekstra</a:t>
            </a:r>
            <a:r>
              <a:rPr lang="en-ID" sz="1600" dirty="0"/>
              <a:t> pada </a:t>
            </a:r>
            <a:r>
              <a:rPr lang="en-ID" sz="1600" dirty="0" err="1"/>
              <a:t>sisi</a:t>
            </a:r>
            <a:r>
              <a:rPr lang="en-ID" sz="1600" dirty="0"/>
              <a:t> </a:t>
            </a:r>
            <a:r>
              <a:rPr lang="en-ID" sz="1600" dirty="0">
                <a:solidFill>
                  <a:srgbClr val="FFC000"/>
                </a:solidFill>
              </a:rPr>
              <a:t>”</a:t>
            </a:r>
            <a:r>
              <a:rPr lang="en-ID" sz="1600" b="1" dirty="0">
                <a:solidFill>
                  <a:srgbClr val="FFC000"/>
                </a:solidFill>
              </a:rPr>
              <a:t>many</a:t>
            </a:r>
            <a:r>
              <a:rPr lang="en-ID" sz="1600" dirty="0">
                <a:solidFill>
                  <a:srgbClr val="FFC000"/>
                </a:solidFill>
              </a:rPr>
              <a:t>”</a:t>
            </a:r>
            <a:r>
              <a:rPr lang="en-ID" sz="1600" dirty="0"/>
              <a:t>, yang </a:t>
            </a:r>
            <a:r>
              <a:rPr lang="en-ID" sz="1600" dirty="0" err="1"/>
              <a:t>berisi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utama</a:t>
            </a:r>
            <a:r>
              <a:rPr lang="en-ID" sz="1600" dirty="0"/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primary key</a:t>
            </a:r>
            <a:r>
              <a:rPr lang="en-ID" sz="1600" dirty="0"/>
              <a:t>)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sisi</a:t>
            </a:r>
            <a:r>
              <a:rPr lang="en-ID" sz="1600" dirty="0"/>
              <a:t> </a:t>
            </a:r>
            <a:r>
              <a:rPr lang="en-ID" sz="1600" dirty="0">
                <a:solidFill>
                  <a:srgbClr val="FFC000"/>
                </a:solidFill>
              </a:rPr>
              <a:t>“</a:t>
            </a:r>
            <a:r>
              <a:rPr lang="en-ID" sz="1600" b="1" dirty="0">
                <a:solidFill>
                  <a:srgbClr val="FFC000"/>
                </a:solidFill>
              </a:rPr>
              <a:t>one</a:t>
            </a:r>
            <a:r>
              <a:rPr lang="en-ID" sz="1600" dirty="0">
                <a:solidFill>
                  <a:srgbClr val="FFC000"/>
                </a:solidFill>
              </a:rPr>
              <a:t>”</a:t>
            </a:r>
            <a:r>
              <a:rPr lang="en-ID" sz="1600" dirty="0"/>
              <a:t>.</a:t>
            </a:r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r>
              <a:rPr lang="en-ID" sz="1600" b="1" dirty="0" err="1"/>
              <a:t>Contoh</a:t>
            </a:r>
            <a:r>
              <a:rPr lang="en-ID" sz="1600" b="1" dirty="0"/>
              <a:t>: </a:t>
            </a:r>
            <a:r>
              <a:rPr lang="en-ID" sz="1600" b="1" dirty="0" err="1">
                <a:solidFill>
                  <a:srgbClr val="FFC000"/>
                </a:solidFill>
              </a:rPr>
              <a:t>Menghindari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skema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terpisah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untuk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himpunan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relasi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account-branch</a:t>
            </a:r>
            <a:endParaRPr lang="en-ID" sz="1600" b="1" dirty="0">
              <a:solidFill>
                <a:srgbClr val="FFC000"/>
              </a:solidFill>
            </a:endParaRPr>
          </a:p>
          <a:p>
            <a:pPr marL="152400" indent="0"/>
            <a:r>
              <a:rPr lang="en-ID" sz="1600" dirty="0"/>
              <a:t>Alih-</a:t>
            </a:r>
            <a:r>
              <a:rPr lang="en-ID" sz="1600" dirty="0" err="1"/>
              <a:t>alih</a:t>
            </a:r>
            <a:r>
              <a:rPr lang="en-ID" sz="1600" dirty="0"/>
              <a:t> </a:t>
            </a:r>
            <a:r>
              <a:rPr lang="en-ID" sz="1600" dirty="0" err="1"/>
              <a:t>membuat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tersendiri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i="1" dirty="0"/>
              <a:t>account-branch</a:t>
            </a:r>
            <a:r>
              <a:rPr lang="en-ID" sz="1600" dirty="0"/>
              <a:t>, </a:t>
            </a:r>
            <a:r>
              <a:rPr lang="en-ID" sz="1600" dirty="0" err="1"/>
              <a:t>tambahkan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b="1" dirty="0"/>
              <a:t>BRANCH_NAME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yang </a:t>
            </a:r>
            <a:r>
              <a:rPr lang="en-ID" sz="1600" dirty="0" err="1"/>
              <a:t>berasal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b="1" dirty="0"/>
              <a:t>account</a:t>
            </a:r>
            <a:r>
              <a:rPr lang="en-ID" sz="1600" dirty="0"/>
              <a:t>.</a:t>
            </a:r>
          </a:p>
          <a:p>
            <a:pPr marL="152400" indent="0"/>
            <a:endParaRPr lang="en-ID" sz="1600" dirty="0"/>
          </a:p>
          <a:p>
            <a:pPr marL="152400" indent="0"/>
            <a:r>
              <a:rPr lang="en-ID" sz="1600" dirty="0"/>
              <a:t>Hasil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akhirnya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: </a:t>
            </a:r>
          </a:p>
          <a:p>
            <a:pPr marL="152400" indent="0"/>
            <a:r>
              <a:rPr lang="en-ID" sz="1600" b="1" dirty="0"/>
              <a:t>ACCOUNT = (</a:t>
            </a:r>
            <a:r>
              <a:rPr lang="en-ID" sz="1600" b="1" i="1" dirty="0"/>
              <a:t>ACCOUNT_NUMBER</a:t>
            </a:r>
            <a:r>
              <a:rPr lang="en-ID" sz="1600" b="1" dirty="0"/>
              <a:t>, BALANCE, BRANCH_NAME)</a:t>
            </a:r>
            <a:r>
              <a:rPr lang="en-ID" sz="1600" dirty="0"/>
              <a:t>.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3D3ACC16-FCB1-04E8-B128-3A21936A7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164" t="30377" r="832" b="30377"/>
          <a:stretch>
            <a:fillRect/>
          </a:stretch>
        </p:blipFill>
        <p:spPr bwMode="auto">
          <a:xfrm>
            <a:off x="2393087" y="2159725"/>
            <a:ext cx="4357823" cy="1308717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6729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78E23E6C-9AEA-8E53-7925-7010B7BB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E27010AF-B885-062B-8497-031D058E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(Many-to-one) Relationship Set</a:t>
            </a:r>
            <a:endParaRPr dirty="0"/>
          </a:p>
        </p:txBody>
      </p:sp>
      <p:sp>
        <p:nvSpPr>
          <p:cNvPr id="708" name="Text Box 87">
            <a:extLst>
              <a:ext uri="{FF2B5EF4-FFF2-40B4-BE49-F238E27FC236}">
                <a16:creationId xmlns:a16="http://schemas.microsoft.com/office/drawing/2014/main" id="{EA80697D-1D4A-7D9E-0762-12DB51C8D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96" y="4745108"/>
            <a:ext cx="8305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1" dirty="0">
                <a:solidFill>
                  <a:srgbClr val="FFC000"/>
                </a:solidFill>
              </a:rPr>
              <a:t>* Primary key of this table is </a:t>
            </a:r>
            <a:r>
              <a:rPr lang="en-US" altLang="zh-TW" b="1" i="1" dirty="0">
                <a:solidFill>
                  <a:srgbClr val="FFC000"/>
                </a:solidFill>
              </a:rPr>
              <a:t>SID</a:t>
            </a:r>
            <a:r>
              <a:rPr lang="en-US" altLang="zh-TW" b="1" dirty="0">
                <a:solidFill>
                  <a:srgbClr val="FFC000"/>
                </a:solidFill>
              </a:rPr>
              <a:t> </a:t>
            </a:r>
          </a:p>
        </p:txBody>
      </p:sp>
      <p:grpSp>
        <p:nvGrpSpPr>
          <p:cNvPr id="711" name="Group 710">
            <a:extLst>
              <a:ext uri="{FF2B5EF4-FFF2-40B4-BE49-F238E27FC236}">
                <a16:creationId xmlns:a16="http://schemas.microsoft.com/office/drawing/2014/main" id="{DFD0A723-E246-3622-AB33-6C09F1BD3779}"/>
              </a:ext>
            </a:extLst>
          </p:cNvPr>
          <p:cNvGrpSpPr/>
          <p:nvPr/>
        </p:nvGrpSpPr>
        <p:grpSpPr>
          <a:xfrm>
            <a:off x="925032" y="1017725"/>
            <a:ext cx="7293935" cy="2539409"/>
            <a:chOff x="304800" y="990600"/>
            <a:chExt cx="8305800" cy="32004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F597B61-1191-692B-5668-BA31A2DC4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20574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AE8F7C05-9027-9212-22E7-89726223E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2133600"/>
              <a:ext cx="9906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Student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AFA7C24-3853-1019-7F8B-D316D774F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2F24771-8821-9671-78E4-50AB6B71F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26112D1-C4E0-BB8A-7990-9F3D217BC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895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7A73510-E9F4-E9C9-21BF-F0E6F51B3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9718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D6DB09E8-4E06-C665-69FE-12F60553A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" y="1752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1F03269B-1F3D-15B5-D194-9BFC8527C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7400" y="17526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1B41AB20-D449-739A-E473-55D53E2B5F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9800" y="2514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F1FE5E35-2B44-C87F-82C2-BA3E744A11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3000" y="2514600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4" name="Text Box 43">
              <a:extLst>
                <a:ext uri="{FF2B5EF4-FFF2-40B4-BE49-F238E27FC236}">
                  <a16:creationId xmlns:a16="http://schemas.microsoft.com/office/drawing/2014/main" id="{AFF2F8FC-27FD-CF8E-CAF2-A2B2CBD95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295400"/>
              <a:ext cx="7620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 u="sng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SID</a:t>
              </a:r>
            </a:p>
          </p:txBody>
        </p:sp>
        <p:sp>
          <p:nvSpPr>
            <p:cNvPr id="45" name="Text Box 44">
              <a:extLst>
                <a:ext uri="{FF2B5EF4-FFF2-40B4-BE49-F238E27FC236}">
                  <a16:creationId xmlns:a16="http://schemas.microsoft.com/office/drawing/2014/main" id="{D423AFFD-18B4-6EC5-EE75-2D1E6900A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1295400"/>
              <a:ext cx="8382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Name</a:t>
              </a:r>
            </a:p>
          </p:txBody>
        </p:sp>
        <p:sp>
          <p:nvSpPr>
            <p:cNvPr id="46" name="Text Box 45">
              <a:extLst>
                <a:ext uri="{FF2B5EF4-FFF2-40B4-BE49-F238E27FC236}">
                  <a16:creationId xmlns:a16="http://schemas.microsoft.com/office/drawing/2014/main" id="{E10C031E-23EC-8547-90ED-576B82108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971800"/>
              <a:ext cx="7620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Major</a:t>
              </a:r>
            </a:p>
          </p:txBody>
        </p:sp>
        <p:sp>
          <p:nvSpPr>
            <p:cNvPr id="47" name="Text Box 46">
              <a:extLst>
                <a:ext uri="{FF2B5EF4-FFF2-40B4-BE49-F238E27FC236}">
                  <a16:creationId xmlns:a16="http://schemas.microsoft.com/office/drawing/2014/main" id="{FED15CF4-41AF-CBFD-76CD-F4260FAF2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3048000"/>
              <a:ext cx="6858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GPA</a:t>
              </a:r>
            </a:p>
          </p:txBody>
        </p:sp>
        <p:sp>
          <p:nvSpPr>
            <p:cNvPr id="48" name="AutoShape 47">
              <a:extLst>
                <a:ext uri="{FF2B5EF4-FFF2-40B4-BE49-F238E27FC236}">
                  <a16:creationId xmlns:a16="http://schemas.microsoft.com/office/drawing/2014/main" id="{F10905D8-D4E2-401E-DCAB-416228E3B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1905000"/>
              <a:ext cx="1676400" cy="76200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52088BC-3F37-D24B-8065-BF29CD816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057400"/>
              <a:ext cx="1219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F6AAD0E-042A-E549-E8C3-88B4BACC2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1" name="Text Box 50">
              <a:extLst>
                <a:ext uri="{FF2B5EF4-FFF2-40B4-BE49-F238E27FC236}">
                  <a16:creationId xmlns:a16="http://schemas.microsoft.com/office/drawing/2014/main" id="{27C7C6FD-3A16-FC82-6B0B-0DC96C713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1295400"/>
              <a:ext cx="11430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 u="sng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SSN</a:t>
              </a:r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F3FF8529-8D28-E8D2-0400-FAAF29AC38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9000" y="17526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3" name="AutoShape 52">
              <a:extLst>
                <a:ext uri="{FF2B5EF4-FFF2-40B4-BE49-F238E27FC236}">
                  <a16:creationId xmlns:a16="http://schemas.microsoft.com/office/drawing/2014/main" id="{25F2CD35-716B-5173-C304-173BE920C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96" y="3048000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4" name="Text Box 53">
              <a:extLst>
                <a:ext uri="{FF2B5EF4-FFF2-40B4-BE49-F238E27FC236}">
                  <a16:creationId xmlns:a16="http://schemas.microsoft.com/office/drawing/2014/main" id="{A7B14219-C98E-405F-D944-C5A80B21A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133600"/>
              <a:ext cx="12954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Professor</a:t>
              </a:r>
            </a:p>
          </p:txBody>
        </p:sp>
        <p:sp>
          <p:nvSpPr>
            <p:cNvPr id="55" name="Line 56">
              <a:extLst>
                <a:ext uri="{FF2B5EF4-FFF2-40B4-BE49-F238E27FC236}">
                  <a16:creationId xmlns:a16="http://schemas.microsoft.com/office/drawing/2014/main" id="{C5267D8C-1C32-5CD2-6A11-245560FC4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2286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6" name="Oval 57">
              <a:extLst>
                <a:ext uri="{FF2B5EF4-FFF2-40B4-BE49-F238E27FC236}">
                  <a16:creationId xmlns:a16="http://schemas.microsoft.com/office/drawing/2014/main" id="{9C9853A4-70C5-B5F2-B4B8-14545A003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990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7" name="Text Box 58">
              <a:extLst>
                <a:ext uri="{FF2B5EF4-FFF2-40B4-BE49-F238E27FC236}">
                  <a16:creationId xmlns:a16="http://schemas.microsoft.com/office/drawing/2014/main" id="{4441BCF2-AA72-A7BA-5EC4-91FE89BDE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1066800"/>
              <a:ext cx="12954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Semester</a:t>
              </a:r>
            </a:p>
          </p:txBody>
        </p:sp>
        <p:sp>
          <p:nvSpPr>
            <p:cNvPr id="58" name="Line 59">
              <a:extLst>
                <a:ext uri="{FF2B5EF4-FFF2-40B4-BE49-F238E27FC236}">
                  <a16:creationId xmlns:a16="http://schemas.microsoft.com/office/drawing/2014/main" id="{029C34C4-442A-6281-3374-8C5D0ECAA5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4400" y="1524000"/>
              <a:ext cx="228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9" name="Oval 60">
              <a:extLst>
                <a:ext uri="{FF2B5EF4-FFF2-40B4-BE49-F238E27FC236}">
                  <a16:creationId xmlns:a16="http://schemas.microsoft.com/office/drawing/2014/main" id="{97D5ABD9-B170-6593-8E2C-638E8A294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0480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0" name="Text Box 61">
              <a:extLst>
                <a:ext uri="{FF2B5EF4-FFF2-40B4-BE49-F238E27FC236}">
                  <a16:creationId xmlns:a16="http://schemas.microsoft.com/office/drawing/2014/main" id="{905A89C9-DC8D-0686-4960-D567686F5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3124200"/>
              <a:ext cx="8382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Name</a:t>
              </a:r>
            </a:p>
          </p:txBody>
        </p:sp>
        <p:sp>
          <p:nvSpPr>
            <p:cNvPr id="61" name="Line 62">
              <a:extLst>
                <a:ext uri="{FF2B5EF4-FFF2-40B4-BE49-F238E27FC236}">
                  <a16:creationId xmlns:a16="http://schemas.microsoft.com/office/drawing/2014/main" id="{31D39A2D-2B45-07BF-C535-52B84DF04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2590800"/>
              <a:ext cx="3810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2" name="Line 63">
              <a:extLst>
                <a:ext uri="{FF2B5EF4-FFF2-40B4-BE49-F238E27FC236}">
                  <a16:creationId xmlns:a16="http://schemas.microsoft.com/office/drawing/2014/main" id="{B522A048-FF92-8C45-12E1-903B4D3F34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800" y="220980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Text Box 65">
              <a:extLst>
                <a:ext uri="{FF2B5EF4-FFF2-40B4-BE49-F238E27FC236}">
                  <a16:creationId xmlns:a16="http://schemas.microsoft.com/office/drawing/2014/main" id="{6565723B-D89F-15F9-0508-539EFB6C1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1295400"/>
              <a:ext cx="17526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N:1 Relationship</a:t>
              </a:r>
            </a:p>
          </p:txBody>
        </p:sp>
        <p:sp>
          <p:nvSpPr>
            <p:cNvPr id="704" name="Oval 66">
              <a:extLst>
                <a:ext uri="{FF2B5EF4-FFF2-40B4-BE49-F238E27FC236}">
                  <a16:creationId xmlns:a16="http://schemas.microsoft.com/office/drawing/2014/main" id="{DC388985-49D8-126E-70BA-5E7E88655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30480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05" name="Text Box 67">
              <a:extLst>
                <a:ext uri="{FF2B5EF4-FFF2-40B4-BE49-F238E27FC236}">
                  <a16:creationId xmlns:a16="http://schemas.microsoft.com/office/drawing/2014/main" id="{D617483B-A6C3-AD36-2FFB-F463F4C55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124200"/>
              <a:ext cx="6858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Dept</a:t>
              </a:r>
            </a:p>
          </p:txBody>
        </p:sp>
        <p:sp>
          <p:nvSpPr>
            <p:cNvPr id="706" name="Line 68">
              <a:extLst>
                <a:ext uri="{FF2B5EF4-FFF2-40B4-BE49-F238E27FC236}">
                  <a16:creationId xmlns:a16="http://schemas.microsoft.com/office/drawing/2014/main" id="{74203DD8-1D6D-AA59-CE78-AC0CA4537E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53200" y="2590800"/>
              <a:ext cx="457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09" name="Line 69">
              <a:extLst>
                <a:ext uri="{FF2B5EF4-FFF2-40B4-BE49-F238E27FC236}">
                  <a16:creationId xmlns:a16="http://schemas.microsoft.com/office/drawing/2014/main" id="{DA1B863E-0B78-10D7-2080-661ED0FAB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2362200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10" name="Text Box 70">
              <a:extLst>
                <a:ext uri="{FF2B5EF4-FFF2-40B4-BE49-F238E27FC236}">
                  <a16:creationId xmlns:a16="http://schemas.microsoft.com/office/drawing/2014/main" id="{9FF2C7DF-FE81-8A2B-9782-3A23BBEE1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057400"/>
              <a:ext cx="12954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Advisor</a:t>
              </a:r>
            </a:p>
          </p:txBody>
        </p:sp>
      </p:grpSp>
      <p:graphicFrame>
        <p:nvGraphicFramePr>
          <p:cNvPr id="712" name="Group 76">
            <a:extLst>
              <a:ext uri="{FF2B5EF4-FFF2-40B4-BE49-F238E27FC236}">
                <a16:creationId xmlns:a16="http://schemas.microsoft.com/office/drawing/2014/main" id="{F0A31C59-7F3B-5C7C-2C37-5D9093B3E7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8550636"/>
              </p:ext>
            </p:extLst>
          </p:nvPr>
        </p:nvGraphicFramePr>
        <p:xfrm>
          <a:off x="405175" y="3649917"/>
          <a:ext cx="8534400" cy="990600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Major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Pro_SSN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Ad_Sem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Bart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Economy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-4.0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123-456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Fall 2006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8888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Lisa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Physics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567-890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Fall 2005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797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E009E078-7489-A219-D0E2-A13F252A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367ABC6-2D2A-80A9-165D-9F20DFD9E1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465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Representasi</a:t>
            </a:r>
            <a:r>
              <a:rPr lang="en-ID" sz="2400" b="1" dirty="0"/>
              <a:t> </a:t>
            </a:r>
            <a:r>
              <a:rPr lang="en-ID" sz="2400" b="1" dirty="0" err="1"/>
              <a:t>Himpunan</a:t>
            </a:r>
            <a:r>
              <a:rPr lang="en-ID" sz="2400" b="1" dirty="0"/>
              <a:t> </a:t>
            </a:r>
            <a:r>
              <a:rPr lang="en-ID" sz="2400" b="1" dirty="0" err="1"/>
              <a:t>Relasi</a:t>
            </a:r>
            <a:r>
              <a:rPr lang="en-ID" sz="2400" b="1" dirty="0"/>
              <a:t>: </a:t>
            </a:r>
            <a:r>
              <a:rPr lang="en-ID" sz="2400" b="1" dirty="0" err="1"/>
              <a:t>Redundansi</a:t>
            </a:r>
            <a:r>
              <a:rPr lang="en-ID" sz="2400" b="1" dirty="0"/>
              <a:t> Skema (</a:t>
            </a:r>
            <a:r>
              <a:rPr lang="en-ID" sz="2400" b="1" i="1" dirty="0"/>
              <a:t>Redundancy of Schemas</a:t>
            </a:r>
            <a:r>
              <a:rPr lang="en-ID" sz="2400" b="1" dirty="0"/>
              <a:t>) (Continue)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4974478A-4CAB-1E68-0A90-F5DD39F95E93}"/>
              </a:ext>
            </a:extLst>
          </p:cNvPr>
          <p:cNvSpPr txBox="1">
            <a:spLocks/>
          </p:cNvSpPr>
          <p:nvPr/>
        </p:nvSpPr>
        <p:spPr>
          <a:xfrm>
            <a:off x="720000" y="1105786"/>
            <a:ext cx="7703999" cy="3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himpunan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relasi</a:t>
            </a:r>
            <a:r>
              <a:rPr lang="en-ID" sz="1800" b="1" dirty="0"/>
              <a:t> (</a:t>
            </a:r>
            <a:r>
              <a:rPr lang="en-ID" sz="1800" b="1" i="1" dirty="0">
                <a:solidFill>
                  <a:srgbClr val="FFFF00"/>
                </a:solidFill>
              </a:rPr>
              <a:t>one-to-one</a:t>
            </a:r>
            <a:r>
              <a:rPr lang="en-ID" sz="1800" b="1" dirty="0"/>
              <a:t>)</a:t>
            </a:r>
            <a:r>
              <a:rPr lang="en-ID" sz="1800" dirty="0"/>
              <a:t>, salah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dirty="0" err="1"/>
              <a:t>sisi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dipilih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bertindak</a:t>
            </a:r>
            <a:r>
              <a:rPr lang="en-ID" sz="1800" dirty="0"/>
              <a:t> </a:t>
            </a:r>
            <a:r>
              <a:rPr lang="en-ID" sz="1800" dirty="0" err="1"/>
              <a:t>sebagai</a:t>
            </a:r>
            <a:r>
              <a:rPr lang="en-ID" sz="1800" dirty="0"/>
              <a:t> </a:t>
            </a:r>
            <a:r>
              <a:rPr lang="en-ID" sz="1800" dirty="0" err="1"/>
              <a:t>sisi</a:t>
            </a:r>
            <a:r>
              <a:rPr lang="en-ID" sz="1800" dirty="0"/>
              <a:t> </a:t>
            </a:r>
            <a:r>
              <a:rPr lang="en-ID" sz="1800" b="1" dirty="0">
                <a:solidFill>
                  <a:srgbClr val="FFFF00"/>
                </a:solidFill>
              </a:rPr>
              <a:t>“Many”</a:t>
            </a:r>
            <a:r>
              <a:rPr lang="en-ID" sz="1800" dirty="0"/>
              <a:t>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800" dirty="0" err="1"/>
              <a:t>Artinya</a:t>
            </a:r>
            <a:r>
              <a:rPr lang="en-ID" sz="1800" dirty="0"/>
              <a:t>, </a:t>
            </a:r>
            <a:r>
              <a:rPr lang="en-ID" sz="1800" dirty="0" err="1"/>
              <a:t>atribut</a:t>
            </a:r>
            <a:r>
              <a:rPr lang="en-ID" sz="1800" dirty="0"/>
              <a:t> </a:t>
            </a:r>
            <a:r>
              <a:rPr lang="en-ID" sz="1800" dirty="0" err="1"/>
              <a:t>tambahan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ditambahkan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salah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 yang </a:t>
            </a:r>
            <a:r>
              <a:rPr lang="en-ID" sz="1800" b="1" dirty="0" err="1">
                <a:solidFill>
                  <a:srgbClr val="FFC000"/>
                </a:solidFill>
              </a:rPr>
              <a:t>berkorespondensi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kedua</a:t>
            </a:r>
            <a:r>
              <a:rPr lang="en-ID" sz="1800" dirty="0"/>
              <a:t>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entitas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dirty="0"/>
              <a:t>Jika </a:t>
            </a:r>
            <a:r>
              <a:rPr lang="en-ID" sz="1800" dirty="0" err="1"/>
              <a:t>partisipasi</a:t>
            </a:r>
            <a:r>
              <a:rPr lang="en-ID" sz="1800" dirty="0"/>
              <a:t> </a:t>
            </a:r>
            <a:r>
              <a:rPr lang="en-ID" sz="1800" dirty="0" err="1"/>
              <a:t>bersifat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parsial</a:t>
            </a:r>
            <a:r>
              <a:rPr lang="en-ID" sz="1800" dirty="0"/>
              <a:t> pada </a:t>
            </a:r>
            <a:r>
              <a:rPr lang="en-ID" sz="1800" dirty="0" err="1"/>
              <a:t>sisi</a:t>
            </a:r>
            <a:r>
              <a:rPr lang="en-ID" sz="1800" dirty="0"/>
              <a:t> </a:t>
            </a:r>
            <a:r>
              <a:rPr lang="en-ID" sz="1800" b="1" dirty="0">
                <a:solidFill>
                  <a:srgbClr val="FFFF00"/>
                </a:solidFill>
              </a:rPr>
              <a:t>“Many”</a:t>
            </a:r>
            <a:r>
              <a:rPr lang="en-ID" sz="1800" dirty="0"/>
              <a:t>, </a:t>
            </a:r>
            <a:r>
              <a:rPr lang="en-ID" sz="1800" dirty="0" err="1"/>
              <a:t>mengganti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atribut</a:t>
            </a:r>
            <a:r>
              <a:rPr lang="en-ID" sz="1800" dirty="0"/>
              <a:t> </a:t>
            </a:r>
            <a:r>
              <a:rPr lang="en-ID" sz="1800" dirty="0" err="1"/>
              <a:t>ekstra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skema</a:t>
            </a:r>
            <a:r>
              <a:rPr lang="en-ID" sz="1800" dirty="0"/>
              <a:t> yang </a:t>
            </a:r>
            <a:r>
              <a:rPr lang="en-ID" sz="1800" b="1" dirty="0" err="1">
                <a:solidFill>
                  <a:srgbClr val="FFC000"/>
                </a:solidFill>
              </a:rPr>
              <a:t>berkorespondensi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sisi</a:t>
            </a:r>
            <a:r>
              <a:rPr lang="en-ID" sz="1800" dirty="0"/>
              <a:t> </a:t>
            </a:r>
            <a:r>
              <a:rPr lang="en-ID" sz="1800" b="1" dirty="0">
                <a:solidFill>
                  <a:srgbClr val="FFFF00"/>
                </a:solidFill>
              </a:rPr>
              <a:t>“Many”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menghasilkan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C00000"/>
                </a:solidFill>
              </a:rPr>
              <a:t>nilai</a:t>
            </a:r>
            <a:r>
              <a:rPr lang="en-ID" sz="1800" b="1" dirty="0">
                <a:solidFill>
                  <a:srgbClr val="C00000"/>
                </a:solidFill>
              </a:rPr>
              <a:t> null</a:t>
            </a:r>
            <a:r>
              <a:rPr lang="en-ID" sz="1800" dirty="0"/>
              <a:t>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800" dirty="0"/>
              <a:t>Jika </a:t>
            </a:r>
            <a:r>
              <a:rPr lang="en-ID" sz="1800" dirty="0" err="1"/>
              <a:t>ini</a:t>
            </a:r>
            <a:r>
              <a:rPr lang="en-ID" sz="1800" dirty="0"/>
              <a:t> </a:t>
            </a:r>
            <a:r>
              <a:rPr lang="en-ID" sz="1800" dirty="0" err="1"/>
              <a:t>terjadi</a:t>
            </a:r>
            <a:r>
              <a:rPr lang="en-ID" sz="1800" dirty="0"/>
              <a:t>, </a:t>
            </a:r>
            <a:r>
              <a:rPr lang="en-ID" sz="1800" dirty="0" err="1"/>
              <a:t>maka</a:t>
            </a:r>
            <a:r>
              <a:rPr lang="en-ID" sz="1800" dirty="0"/>
              <a:t> </a:t>
            </a:r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dirty="0" err="1"/>
              <a:t>baik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C00000"/>
                </a:solidFill>
              </a:rPr>
              <a:t>menghindari</a:t>
            </a:r>
            <a:r>
              <a:rPr lang="en-ID" sz="1800" dirty="0"/>
              <a:t> </a:t>
            </a:r>
            <a:r>
              <a:rPr lang="en-ID" sz="1800" dirty="0" err="1"/>
              <a:t>hal</a:t>
            </a:r>
            <a:r>
              <a:rPr lang="en-ID" sz="1800" dirty="0"/>
              <a:t> </a:t>
            </a:r>
            <a:r>
              <a:rPr lang="en-ID" sz="1800" dirty="0" err="1"/>
              <a:t>ini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dirty="0"/>
              <a:t>Skema yang </a:t>
            </a:r>
            <a:r>
              <a:rPr lang="en-ID" sz="1800" dirty="0" err="1"/>
              <a:t>berkorespondensi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yang </a:t>
            </a:r>
            <a:r>
              <a:rPr lang="en-ID" sz="1800" dirty="0" err="1"/>
              <a:t>menghubungkan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himpunan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entitas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lemah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entitas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kuat</a:t>
            </a:r>
            <a:r>
              <a:rPr lang="en-ID" sz="1800" dirty="0"/>
              <a:t> </a:t>
            </a:r>
            <a:r>
              <a:rPr lang="en-ID" sz="1800" dirty="0" err="1"/>
              <a:t>pengidentifikasinya</a:t>
            </a:r>
            <a:r>
              <a:rPr lang="en-ID" sz="1800" dirty="0"/>
              <a:t>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redundan</a:t>
            </a:r>
            <a:r>
              <a:rPr lang="en-ID" sz="1800" dirty="0"/>
              <a:t> (</a:t>
            </a:r>
            <a:r>
              <a:rPr lang="en-ID" sz="1800" dirty="0" err="1"/>
              <a:t>berlebihan</a:t>
            </a:r>
            <a:r>
              <a:rPr lang="en-ID" sz="1800" dirty="0"/>
              <a:t>).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800" dirty="0" err="1"/>
              <a:t>Contoh</a:t>
            </a:r>
            <a:r>
              <a:rPr lang="en-ID" sz="1800" dirty="0"/>
              <a:t>: Skema </a:t>
            </a:r>
            <a:r>
              <a:rPr lang="en-ID" sz="1800" b="1" i="1" dirty="0">
                <a:solidFill>
                  <a:srgbClr val="FFC000"/>
                </a:solidFill>
              </a:rPr>
              <a:t>payment</a:t>
            </a:r>
            <a:r>
              <a:rPr lang="en-ID" sz="1800" dirty="0"/>
              <a:t> </a:t>
            </a:r>
            <a:r>
              <a:rPr lang="en-ID" sz="1800" dirty="0" err="1"/>
              <a:t>sudah</a:t>
            </a:r>
            <a:r>
              <a:rPr lang="en-ID" sz="1800" dirty="0"/>
              <a:t> </a:t>
            </a:r>
            <a:r>
              <a:rPr lang="en-ID" sz="1800" dirty="0" err="1"/>
              <a:t>mengandung</a:t>
            </a:r>
            <a:r>
              <a:rPr lang="en-ID" sz="1800" dirty="0"/>
              <a:t> </a:t>
            </a:r>
            <a:r>
              <a:rPr lang="en-ID" sz="1800" dirty="0" err="1"/>
              <a:t>atribut-atribut</a:t>
            </a:r>
            <a:r>
              <a:rPr lang="en-ID" sz="1800" dirty="0"/>
              <a:t> yang </a:t>
            </a:r>
            <a:r>
              <a:rPr lang="en-ID" sz="1800" dirty="0" err="1"/>
              <a:t>seharusnya</a:t>
            </a:r>
            <a:r>
              <a:rPr lang="en-ID" sz="1800" dirty="0"/>
              <a:t> </a:t>
            </a:r>
            <a:r>
              <a:rPr lang="en-ID" sz="1800" dirty="0" err="1"/>
              <a:t>muncul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skema</a:t>
            </a:r>
            <a:r>
              <a:rPr lang="en-ID" sz="1800" dirty="0"/>
              <a:t> </a:t>
            </a:r>
            <a:r>
              <a:rPr lang="en-ID" sz="1800" b="1" i="1" dirty="0">
                <a:solidFill>
                  <a:srgbClr val="FFC000"/>
                </a:solidFill>
              </a:rPr>
              <a:t>loan-payment</a:t>
            </a:r>
            <a:r>
              <a:rPr lang="en-ID" sz="1800" dirty="0"/>
              <a:t>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746721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35BEB07B-F8DF-AD25-D852-87B2E683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DE956F9-522C-E763-7C54-A92FCF5810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(one-to-one) Relationship Set</a:t>
            </a:r>
            <a:endParaRPr dirty="0"/>
          </a:p>
        </p:txBody>
      </p:sp>
      <p:sp>
        <p:nvSpPr>
          <p:cNvPr id="708" name="Text Box 87">
            <a:extLst>
              <a:ext uri="{FF2B5EF4-FFF2-40B4-BE49-F238E27FC236}">
                <a16:creationId xmlns:a16="http://schemas.microsoft.com/office/drawing/2014/main" id="{F877C2D2-3853-276C-0E7A-E3023A645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96" y="4745108"/>
            <a:ext cx="8305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1" dirty="0">
                <a:solidFill>
                  <a:srgbClr val="FFC000"/>
                </a:solidFill>
              </a:rPr>
              <a:t>* Primary key can be either </a:t>
            </a:r>
            <a:r>
              <a:rPr lang="en-US" altLang="zh-TW" b="1" i="1" dirty="0">
                <a:solidFill>
                  <a:srgbClr val="FFC000"/>
                </a:solidFill>
              </a:rPr>
              <a:t>SID</a:t>
            </a:r>
            <a:r>
              <a:rPr lang="en-US" altLang="zh-TW" b="1" dirty="0">
                <a:solidFill>
                  <a:srgbClr val="FFC000"/>
                </a:solidFill>
              </a:rPr>
              <a:t> or </a:t>
            </a:r>
            <a:r>
              <a:rPr lang="en-US" altLang="zh-TW" b="1" dirty="0" err="1">
                <a:solidFill>
                  <a:srgbClr val="FFC000"/>
                </a:solidFill>
              </a:rPr>
              <a:t>Maj_</a:t>
            </a:r>
            <a:r>
              <a:rPr lang="en-US" altLang="zh-TW" b="1" i="1" dirty="0" err="1">
                <a:solidFill>
                  <a:srgbClr val="FFC000"/>
                </a:solidFill>
              </a:rPr>
              <a:t>ID_Co</a:t>
            </a:r>
            <a:r>
              <a:rPr lang="en-US" altLang="zh-TW" b="1" dirty="0">
                <a:solidFill>
                  <a:srgbClr val="FFC000"/>
                </a:solidFill>
              </a:rPr>
              <a:t> </a:t>
            </a:r>
          </a:p>
        </p:txBody>
      </p:sp>
      <p:graphicFrame>
        <p:nvGraphicFramePr>
          <p:cNvPr id="712" name="Group 76">
            <a:extLst>
              <a:ext uri="{FF2B5EF4-FFF2-40B4-BE49-F238E27FC236}">
                <a16:creationId xmlns:a16="http://schemas.microsoft.com/office/drawing/2014/main" id="{4946AD58-4256-2BB3-5E84-29623D6BC5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7799005"/>
              </p:ext>
            </p:extLst>
          </p:nvPr>
        </p:nvGraphicFramePr>
        <p:xfrm>
          <a:off x="2641098" y="3552745"/>
          <a:ext cx="4267200" cy="1097280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Maj_ID_Co</a:t>
                      </a:r>
                      <a:endParaRPr kumimoji="1" lang="en-US" altLang="zh-TW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S_Degree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8888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2176F8CE-B2CA-3CD8-8CBE-35BF356AEAF7}"/>
              </a:ext>
            </a:extLst>
          </p:cNvPr>
          <p:cNvGrpSpPr/>
          <p:nvPr/>
        </p:nvGrpSpPr>
        <p:grpSpPr>
          <a:xfrm>
            <a:off x="999460" y="860724"/>
            <a:ext cx="7145079" cy="2554726"/>
            <a:chOff x="304800" y="990600"/>
            <a:chExt cx="8153400" cy="3200400"/>
          </a:xfrm>
        </p:grpSpPr>
        <p:sp>
          <p:nvSpPr>
            <p:cNvPr id="2" name="Rectangle 21">
              <a:extLst>
                <a:ext uri="{FF2B5EF4-FFF2-40B4-BE49-F238E27FC236}">
                  <a16:creationId xmlns:a16="http://schemas.microsoft.com/office/drawing/2014/main" id="{291EAFC9-3D47-88F9-B59B-DDDC2E6ED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20574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" name="Text Box 22">
              <a:extLst>
                <a:ext uri="{FF2B5EF4-FFF2-40B4-BE49-F238E27FC236}">
                  <a16:creationId xmlns:a16="http://schemas.microsoft.com/office/drawing/2014/main" id="{15151F03-7FE9-74E1-BE0C-0078943C7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2133600"/>
              <a:ext cx="990600" cy="385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solidFill>
                    <a:schemeClr val="tx1"/>
                  </a:solidFill>
                </a:rPr>
                <a:t>Student</a:t>
              </a:r>
            </a:p>
          </p:txBody>
        </p:sp>
        <p:sp>
          <p:nvSpPr>
            <p:cNvPr id="4" name="Oval 23">
              <a:extLst>
                <a:ext uri="{FF2B5EF4-FFF2-40B4-BE49-F238E27FC236}">
                  <a16:creationId xmlns:a16="http://schemas.microsoft.com/office/drawing/2014/main" id="{4416F8EA-A505-FCAC-E19E-886543200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Oval 24">
              <a:extLst>
                <a:ext uri="{FF2B5EF4-FFF2-40B4-BE49-F238E27FC236}">
                  <a16:creationId xmlns:a16="http://schemas.microsoft.com/office/drawing/2014/main" id="{D3980A20-E039-9C57-6CC7-6BAF8EEBF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Oval 25">
              <a:extLst>
                <a:ext uri="{FF2B5EF4-FFF2-40B4-BE49-F238E27FC236}">
                  <a16:creationId xmlns:a16="http://schemas.microsoft.com/office/drawing/2014/main" id="{29514B1F-E0FB-F29A-C0CD-EEAF14049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895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Oval 26">
              <a:extLst>
                <a:ext uri="{FF2B5EF4-FFF2-40B4-BE49-F238E27FC236}">
                  <a16:creationId xmlns:a16="http://schemas.microsoft.com/office/drawing/2014/main" id="{897C996B-CA48-DD54-7B9D-E5AA6875E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9718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Line 27">
              <a:extLst>
                <a:ext uri="{FF2B5EF4-FFF2-40B4-BE49-F238E27FC236}">
                  <a16:creationId xmlns:a16="http://schemas.microsoft.com/office/drawing/2014/main" id="{4EFF3583-FD09-87D3-4B0B-F64039C6B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" y="1752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Line 28">
              <a:extLst>
                <a:ext uri="{FF2B5EF4-FFF2-40B4-BE49-F238E27FC236}">
                  <a16:creationId xmlns:a16="http://schemas.microsoft.com/office/drawing/2014/main" id="{4982CB93-74B7-7D6E-ED92-6CD52BF123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7400" y="17526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Line 29">
              <a:extLst>
                <a:ext uri="{FF2B5EF4-FFF2-40B4-BE49-F238E27FC236}">
                  <a16:creationId xmlns:a16="http://schemas.microsoft.com/office/drawing/2014/main" id="{A7A8C59E-BC5E-0FCC-7285-7133507CE9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9800" y="2514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Line 30">
              <a:extLst>
                <a:ext uri="{FF2B5EF4-FFF2-40B4-BE49-F238E27FC236}">
                  <a16:creationId xmlns:a16="http://schemas.microsoft.com/office/drawing/2014/main" id="{7FAC78C3-CF6D-973B-13EF-B99A643F54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3000" y="2514600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 Box 31">
              <a:extLst>
                <a:ext uri="{FF2B5EF4-FFF2-40B4-BE49-F238E27FC236}">
                  <a16:creationId xmlns:a16="http://schemas.microsoft.com/office/drawing/2014/main" id="{D3D8A87C-A97A-6374-4E2B-2323EF019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295400"/>
              <a:ext cx="762000" cy="385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u="sng">
                  <a:solidFill>
                    <a:schemeClr val="tx1"/>
                  </a:solidFill>
                </a:rPr>
                <a:t>SID</a:t>
              </a:r>
            </a:p>
          </p:txBody>
        </p:sp>
        <p:sp>
          <p:nvSpPr>
            <p:cNvPr id="13" name="Text Box 32">
              <a:extLst>
                <a:ext uri="{FF2B5EF4-FFF2-40B4-BE49-F238E27FC236}">
                  <a16:creationId xmlns:a16="http://schemas.microsoft.com/office/drawing/2014/main" id="{14DA8264-2767-C296-1426-2D74F1FFE3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1295400"/>
              <a:ext cx="838200" cy="385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14" name="Text Box 33">
              <a:extLst>
                <a:ext uri="{FF2B5EF4-FFF2-40B4-BE49-F238E27FC236}">
                  <a16:creationId xmlns:a16="http://schemas.microsoft.com/office/drawing/2014/main" id="{3B83B283-C318-CE70-BE8B-13162760E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971800"/>
              <a:ext cx="762000" cy="385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solidFill>
                    <a:schemeClr val="tx1"/>
                  </a:solidFill>
                </a:rPr>
                <a:t>Major</a:t>
              </a:r>
            </a:p>
          </p:txBody>
        </p:sp>
        <p:sp>
          <p:nvSpPr>
            <p:cNvPr id="15" name="Text Box 34">
              <a:extLst>
                <a:ext uri="{FF2B5EF4-FFF2-40B4-BE49-F238E27FC236}">
                  <a16:creationId xmlns:a16="http://schemas.microsoft.com/office/drawing/2014/main" id="{D1A880A1-0C5E-76AB-2EC8-4DE7F27E9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3048000"/>
              <a:ext cx="685800" cy="385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solidFill>
                    <a:schemeClr val="tx1"/>
                  </a:solidFill>
                </a:rPr>
                <a:t>GPA</a:t>
              </a:r>
            </a:p>
          </p:txBody>
        </p:sp>
        <p:sp>
          <p:nvSpPr>
            <p:cNvPr id="16" name="AutoShape 35">
              <a:extLst>
                <a:ext uri="{FF2B5EF4-FFF2-40B4-BE49-F238E27FC236}">
                  <a16:creationId xmlns:a16="http://schemas.microsoft.com/office/drawing/2014/main" id="{66C663E3-7591-5CD0-11CA-E21DE8EE6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1905000"/>
              <a:ext cx="1676400" cy="76200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Rectangle 36">
              <a:extLst>
                <a:ext uri="{FF2B5EF4-FFF2-40B4-BE49-F238E27FC236}">
                  <a16:creationId xmlns:a16="http://schemas.microsoft.com/office/drawing/2014/main" id="{B6C5A177-0A89-8EEF-8BB9-62EE063F5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057400"/>
              <a:ext cx="1219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Oval 37">
              <a:extLst>
                <a:ext uri="{FF2B5EF4-FFF2-40B4-BE49-F238E27FC236}">
                  <a16:creationId xmlns:a16="http://schemas.microsoft.com/office/drawing/2014/main" id="{17C94DFB-FF57-5844-D18C-87B93BF6F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Text Box 38">
              <a:extLst>
                <a:ext uri="{FF2B5EF4-FFF2-40B4-BE49-F238E27FC236}">
                  <a16:creationId xmlns:a16="http://schemas.microsoft.com/office/drawing/2014/main" id="{44751DFD-BED3-9499-198C-2826A03C3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5200" y="1295400"/>
              <a:ext cx="1143000" cy="385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u="sng">
                  <a:solidFill>
                    <a:schemeClr val="tx1"/>
                  </a:solidFill>
                </a:rPr>
                <a:t>ID Code</a:t>
              </a:r>
            </a:p>
          </p:txBody>
        </p:sp>
        <p:sp>
          <p:nvSpPr>
            <p:cNvPr id="20" name="Line 41">
              <a:extLst>
                <a:ext uri="{FF2B5EF4-FFF2-40B4-BE49-F238E27FC236}">
                  <a16:creationId xmlns:a16="http://schemas.microsoft.com/office/drawing/2014/main" id="{4412FD8F-8CCA-4C55-1B79-A14D867B53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9000" y="17526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AutoShape 42">
              <a:extLst>
                <a:ext uri="{FF2B5EF4-FFF2-40B4-BE49-F238E27FC236}">
                  <a16:creationId xmlns:a16="http://schemas.microsoft.com/office/drawing/2014/main" id="{A7492A90-9252-BD14-F778-D0D0C479B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304" y="3048000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Line 47">
              <a:extLst>
                <a:ext uri="{FF2B5EF4-FFF2-40B4-BE49-F238E27FC236}">
                  <a16:creationId xmlns:a16="http://schemas.microsoft.com/office/drawing/2014/main" id="{105B1BD5-BE72-D0D3-A218-269BBCC480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800" y="2286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Text Box 49">
              <a:extLst>
                <a:ext uri="{FF2B5EF4-FFF2-40B4-BE49-F238E27FC236}">
                  <a16:creationId xmlns:a16="http://schemas.microsoft.com/office/drawing/2014/main" id="{F1D161DA-0999-002E-FBB3-C69AA21D1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2133600"/>
              <a:ext cx="762000" cy="385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solidFill>
                    <a:schemeClr val="tx1"/>
                  </a:solidFill>
                </a:rPr>
                <a:t>Major</a:t>
              </a:r>
            </a:p>
          </p:txBody>
        </p:sp>
        <p:sp>
          <p:nvSpPr>
            <p:cNvPr id="24" name="Text Box 51">
              <a:extLst>
                <a:ext uri="{FF2B5EF4-FFF2-40B4-BE49-F238E27FC236}">
                  <a16:creationId xmlns:a16="http://schemas.microsoft.com/office/drawing/2014/main" id="{0CB67FB0-95D6-D880-940A-FC1B04703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2133600"/>
              <a:ext cx="762000" cy="385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solidFill>
                    <a:schemeClr val="tx1"/>
                  </a:solidFill>
                </a:rPr>
                <a:t>study</a:t>
              </a:r>
            </a:p>
          </p:txBody>
        </p:sp>
        <p:sp>
          <p:nvSpPr>
            <p:cNvPr id="25" name="Line 53">
              <a:extLst>
                <a:ext uri="{FF2B5EF4-FFF2-40B4-BE49-F238E27FC236}">
                  <a16:creationId xmlns:a16="http://schemas.microsoft.com/office/drawing/2014/main" id="{ACA3BC88-2938-E504-3FB0-2E12AF3BDF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2286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Oval 54">
              <a:extLst>
                <a:ext uri="{FF2B5EF4-FFF2-40B4-BE49-F238E27FC236}">
                  <a16:creationId xmlns:a16="http://schemas.microsoft.com/office/drawing/2014/main" id="{6C5E08A2-D036-96E7-F328-E8F052404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990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Text Box 55">
              <a:extLst>
                <a:ext uri="{FF2B5EF4-FFF2-40B4-BE49-F238E27FC236}">
                  <a16:creationId xmlns:a16="http://schemas.microsoft.com/office/drawing/2014/main" id="{7DC1AFFE-24AC-8A29-9DD3-C218F1022A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1066800"/>
              <a:ext cx="990600" cy="385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>
                  <a:solidFill>
                    <a:schemeClr val="tx1"/>
                  </a:solidFill>
                </a:rPr>
                <a:t>Degree</a:t>
              </a:r>
            </a:p>
          </p:txBody>
        </p:sp>
        <p:sp>
          <p:nvSpPr>
            <p:cNvPr id="28" name="Line 57">
              <a:extLst>
                <a:ext uri="{FF2B5EF4-FFF2-40B4-BE49-F238E27FC236}">
                  <a16:creationId xmlns:a16="http://schemas.microsoft.com/office/drawing/2014/main" id="{E7F600AB-A6C6-4B63-3A84-2AC05B49F1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4400" y="1524000"/>
              <a:ext cx="228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8440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54A668B5-3E62-8CEB-4324-EA3BC79A6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29A2498-3E29-AA36-1469-49DBB87B2B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(one-to-one) Relationship Set</a:t>
            </a:r>
            <a:endParaRPr dirty="0"/>
          </a:p>
        </p:txBody>
      </p:sp>
      <p:sp>
        <p:nvSpPr>
          <p:cNvPr id="708" name="Text Box 87">
            <a:extLst>
              <a:ext uri="{FF2B5EF4-FFF2-40B4-BE49-F238E27FC236}">
                <a16:creationId xmlns:a16="http://schemas.microsoft.com/office/drawing/2014/main" id="{D4BAB0F6-5046-F76F-F2FB-43EA80380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96" y="4745108"/>
            <a:ext cx="8305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1" dirty="0">
                <a:solidFill>
                  <a:srgbClr val="FFC000"/>
                </a:solidFill>
              </a:rPr>
              <a:t>* Primary key can be either </a:t>
            </a:r>
            <a:r>
              <a:rPr lang="en-US" altLang="zh-TW" b="1" i="1" dirty="0">
                <a:solidFill>
                  <a:srgbClr val="FFC000"/>
                </a:solidFill>
              </a:rPr>
              <a:t>SID</a:t>
            </a:r>
            <a:r>
              <a:rPr lang="en-US" altLang="zh-TW" b="1" dirty="0">
                <a:solidFill>
                  <a:srgbClr val="FFC000"/>
                </a:solidFill>
              </a:rPr>
              <a:t> or </a:t>
            </a:r>
            <a:r>
              <a:rPr lang="en-US" altLang="zh-TW" b="1" i="1" dirty="0">
                <a:solidFill>
                  <a:srgbClr val="FFC000"/>
                </a:solidFill>
              </a:rPr>
              <a:t>LP_S/N</a:t>
            </a:r>
            <a:endParaRPr lang="en-US" altLang="zh-TW" b="1" dirty="0">
              <a:solidFill>
                <a:srgbClr val="FFC000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C0D8FBA-5D52-0DA3-BDBA-8285D8BB5D2B}"/>
              </a:ext>
            </a:extLst>
          </p:cNvPr>
          <p:cNvGrpSpPr/>
          <p:nvPr/>
        </p:nvGrpSpPr>
        <p:grpSpPr>
          <a:xfrm>
            <a:off x="720000" y="933893"/>
            <a:ext cx="7704000" cy="2467062"/>
            <a:chOff x="304800" y="990600"/>
            <a:chExt cx="8305800" cy="3005336"/>
          </a:xfrm>
        </p:grpSpPr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6240D569-DDEB-20BB-6BC0-C4A41838C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20574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31" name="Text Box 22">
              <a:extLst>
                <a:ext uri="{FF2B5EF4-FFF2-40B4-BE49-F238E27FC236}">
                  <a16:creationId xmlns:a16="http://schemas.microsoft.com/office/drawing/2014/main" id="{91430AD2-0D73-9631-89FC-16A434A5DD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2133600"/>
              <a:ext cx="9906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solidFill>
                    <a:schemeClr val="tx1"/>
                  </a:solidFill>
                </a:rPr>
                <a:t>Student</a:t>
              </a:r>
            </a:p>
          </p:txBody>
        </p:sp>
        <p:sp>
          <p:nvSpPr>
            <p:cNvPr id="32" name="Oval 23">
              <a:extLst>
                <a:ext uri="{FF2B5EF4-FFF2-40B4-BE49-F238E27FC236}">
                  <a16:creationId xmlns:a16="http://schemas.microsoft.com/office/drawing/2014/main" id="{E7885F57-BF48-2316-4D7B-528B0DB1E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33" name="Oval 24">
              <a:extLst>
                <a:ext uri="{FF2B5EF4-FFF2-40B4-BE49-F238E27FC236}">
                  <a16:creationId xmlns:a16="http://schemas.microsoft.com/office/drawing/2014/main" id="{1F78D81F-AB19-286F-DB3B-662059E55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34" name="Oval 25">
              <a:extLst>
                <a:ext uri="{FF2B5EF4-FFF2-40B4-BE49-F238E27FC236}">
                  <a16:creationId xmlns:a16="http://schemas.microsoft.com/office/drawing/2014/main" id="{46B7D3FB-C236-9A3E-56C7-13297F792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895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35" name="Oval 26">
              <a:extLst>
                <a:ext uri="{FF2B5EF4-FFF2-40B4-BE49-F238E27FC236}">
                  <a16:creationId xmlns:a16="http://schemas.microsoft.com/office/drawing/2014/main" id="{DF2C0789-EB2C-CE6A-E046-4D19D6AE0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9718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2EBCD4D3-6D75-48F3-8E5D-64D9DA726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" y="1752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37" name="Line 28">
              <a:extLst>
                <a:ext uri="{FF2B5EF4-FFF2-40B4-BE49-F238E27FC236}">
                  <a16:creationId xmlns:a16="http://schemas.microsoft.com/office/drawing/2014/main" id="{0C16A487-6B53-A9C9-ECD8-BBC522D4AD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7400" y="17526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38" name="Line 29">
              <a:extLst>
                <a:ext uri="{FF2B5EF4-FFF2-40B4-BE49-F238E27FC236}">
                  <a16:creationId xmlns:a16="http://schemas.microsoft.com/office/drawing/2014/main" id="{558C63CB-D7F9-CACD-04AA-E110279158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9800" y="2514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39" name="Line 30">
              <a:extLst>
                <a:ext uri="{FF2B5EF4-FFF2-40B4-BE49-F238E27FC236}">
                  <a16:creationId xmlns:a16="http://schemas.microsoft.com/office/drawing/2014/main" id="{919F5510-B9FC-2A59-0313-4D775A472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3000" y="2514600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40" name="Text Box 31">
              <a:extLst>
                <a:ext uri="{FF2B5EF4-FFF2-40B4-BE49-F238E27FC236}">
                  <a16:creationId xmlns:a16="http://schemas.microsoft.com/office/drawing/2014/main" id="{D1E24716-B05E-72C2-43C8-4A049F451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295400"/>
              <a:ext cx="7620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 u="sng">
                  <a:solidFill>
                    <a:schemeClr val="tx1"/>
                  </a:solidFill>
                </a:rPr>
                <a:t>SID</a:t>
              </a:r>
            </a:p>
          </p:txBody>
        </p:sp>
        <p:sp>
          <p:nvSpPr>
            <p:cNvPr id="41" name="Text Box 32">
              <a:extLst>
                <a:ext uri="{FF2B5EF4-FFF2-40B4-BE49-F238E27FC236}">
                  <a16:creationId xmlns:a16="http://schemas.microsoft.com/office/drawing/2014/main" id="{62503C7F-2BEF-05B0-46B7-EBA2AB5D4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1295400"/>
              <a:ext cx="8382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42" name="Text Box 33">
              <a:extLst>
                <a:ext uri="{FF2B5EF4-FFF2-40B4-BE49-F238E27FC236}">
                  <a16:creationId xmlns:a16="http://schemas.microsoft.com/office/drawing/2014/main" id="{6C22456A-42C9-6908-7E22-4FC4A5F6B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971800"/>
              <a:ext cx="7620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solidFill>
                    <a:schemeClr val="tx1"/>
                  </a:solidFill>
                </a:rPr>
                <a:t>Major</a:t>
              </a:r>
            </a:p>
          </p:txBody>
        </p:sp>
        <p:sp>
          <p:nvSpPr>
            <p:cNvPr id="43" name="Text Box 34">
              <a:extLst>
                <a:ext uri="{FF2B5EF4-FFF2-40B4-BE49-F238E27FC236}">
                  <a16:creationId xmlns:a16="http://schemas.microsoft.com/office/drawing/2014/main" id="{7B7F0E03-3B93-9844-AB6B-0790EAE65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3048000"/>
              <a:ext cx="6858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solidFill>
                    <a:schemeClr val="tx1"/>
                  </a:solidFill>
                </a:rPr>
                <a:t>GPA</a:t>
              </a:r>
            </a:p>
          </p:txBody>
        </p:sp>
        <p:sp>
          <p:nvSpPr>
            <p:cNvPr id="44" name="AutoShape 35">
              <a:extLst>
                <a:ext uri="{FF2B5EF4-FFF2-40B4-BE49-F238E27FC236}">
                  <a16:creationId xmlns:a16="http://schemas.microsoft.com/office/drawing/2014/main" id="{49000354-645D-4E0D-4996-16B15019B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1905000"/>
              <a:ext cx="1676400" cy="76200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45" name="Rectangle 36">
              <a:extLst>
                <a:ext uri="{FF2B5EF4-FFF2-40B4-BE49-F238E27FC236}">
                  <a16:creationId xmlns:a16="http://schemas.microsoft.com/office/drawing/2014/main" id="{B331AA95-75F1-9440-8531-537DB487E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057400"/>
              <a:ext cx="1219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46" name="Oval 37">
              <a:extLst>
                <a:ext uri="{FF2B5EF4-FFF2-40B4-BE49-F238E27FC236}">
                  <a16:creationId xmlns:a16="http://schemas.microsoft.com/office/drawing/2014/main" id="{94A370D3-B5AD-A8FD-84AF-BF1A43A02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47" name="Text Box 38">
              <a:extLst>
                <a:ext uri="{FF2B5EF4-FFF2-40B4-BE49-F238E27FC236}">
                  <a16:creationId xmlns:a16="http://schemas.microsoft.com/office/drawing/2014/main" id="{C3899087-448C-D6CD-35ED-0A0D6FEDD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1295400"/>
              <a:ext cx="11430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 u="sng">
                  <a:solidFill>
                    <a:schemeClr val="tx1"/>
                  </a:solidFill>
                </a:rPr>
                <a:t>S/N #</a:t>
              </a:r>
            </a:p>
          </p:txBody>
        </p:sp>
        <p:sp>
          <p:nvSpPr>
            <p:cNvPr id="48" name="Line 39">
              <a:extLst>
                <a:ext uri="{FF2B5EF4-FFF2-40B4-BE49-F238E27FC236}">
                  <a16:creationId xmlns:a16="http://schemas.microsoft.com/office/drawing/2014/main" id="{3EA491E5-AF7E-EF1F-82C7-0BA8EEB5F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9000" y="17526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49" name="AutoShape 40">
              <a:extLst>
                <a:ext uri="{FF2B5EF4-FFF2-40B4-BE49-F238E27FC236}">
                  <a16:creationId xmlns:a16="http://schemas.microsoft.com/office/drawing/2014/main" id="{64209D9C-D37A-3AC7-C3E7-6EE4EB016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96" y="2852936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0" name="Text Box 42">
              <a:extLst>
                <a:ext uri="{FF2B5EF4-FFF2-40B4-BE49-F238E27FC236}">
                  <a16:creationId xmlns:a16="http://schemas.microsoft.com/office/drawing/2014/main" id="{E95A84F9-3ED9-4E17-9A33-6D5B3A4AC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133600"/>
              <a:ext cx="9906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solidFill>
                    <a:schemeClr val="tx1"/>
                  </a:solidFill>
                </a:rPr>
                <a:t>Laptop</a:t>
              </a:r>
            </a:p>
          </p:txBody>
        </p:sp>
        <p:sp>
          <p:nvSpPr>
            <p:cNvPr id="51" name="Text Box 43">
              <a:extLst>
                <a:ext uri="{FF2B5EF4-FFF2-40B4-BE49-F238E27FC236}">
                  <a16:creationId xmlns:a16="http://schemas.microsoft.com/office/drawing/2014/main" id="{F7AEFC84-7FBE-4AB7-1B1F-B16F0269E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2133600"/>
              <a:ext cx="7620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solidFill>
                    <a:schemeClr val="tx1"/>
                  </a:solidFill>
                </a:rPr>
                <a:t>Have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:a16="http://schemas.microsoft.com/office/drawing/2014/main" id="{F8E60BCB-4E43-571E-B645-BBCB4ACAF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2286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3" name="Oval 46">
              <a:extLst>
                <a:ext uri="{FF2B5EF4-FFF2-40B4-BE49-F238E27FC236}">
                  <a16:creationId xmlns:a16="http://schemas.microsoft.com/office/drawing/2014/main" id="{2C5A583B-511D-7B71-5659-BE66AE1AE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990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4" name="Text Box 47">
              <a:extLst>
                <a:ext uri="{FF2B5EF4-FFF2-40B4-BE49-F238E27FC236}">
                  <a16:creationId xmlns:a16="http://schemas.microsoft.com/office/drawing/2014/main" id="{83894745-7534-9A6C-5766-87B00010F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1066800"/>
              <a:ext cx="12954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solidFill>
                    <a:schemeClr val="tx1"/>
                  </a:solidFill>
                </a:rPr>
                <a:t>Condition</a:t>
              </a:r>
            </a:p>
          </p:txBody>
        </p:sp>
        <p:sp>
          <p:nvSpPr>
            <p:cNvPr id="55" name="Line 48">
              <a:extLst>
                <a:ext uri="{FF2B5EF4-FFF2-40B4-BE49-F238E27FC236}">
                  <a16:creationId xmlns:a16="http://schemas.microsoft.com/office/drawing/2014/main" id="{084933FF-C250-D126-9236-43B4C8DAE0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4400" y="1524000"/>
              <a:ext cx="228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6" name="Oval 51">
              <a:extLst>
                <a:ext uri="{FF2B5EF4-FFF2-40B4-BE49-F238E27FC236}">
                  <a16:creationId xmlns:a16="http://schemas.microsoft.com/office/drawing/2014/main" id="{3C21AC18-E66A-BA99-BC11-5D579E8F4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0480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7" name="Text Box 52">
              <a:extLst>
                <a:ext uri="{FF2B5EF4-FFF2-40B4-BE49-F238E27FC236}">
                  <a16:creationId xmlns:a16="http://schemas.microsoft.com/office/drawing/2014/main" id="{F32426FA-5F48-B373-2DC2-9B2A42383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3124200"/>
              <a:ext cx="8382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solidFill>
                    <a:schemeClr val="tx1"/>
                  </a:solidFill>
                </a:rPr>
                <a:t>Brand</a:t>
              </a:r>
            </a:p>
          </p:txBody>
        </p:sp>
        <p:sp>
          <p:nvSpPr>
            <p:cNvPr id="58" name="Line 53">
              <a:extLst>
                <a:ext uri="{FF2B5EF4-FFF2-40B4-BE49-F238E27FC236}">
                  <a16:creationId xmlns:a16="http://schemas.microsoft.com/office/drawing/2014/main" id="{7FD37553-B225-FA1E-AEFB-B16DC7E01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2590800"/>
              <a:ext cx="3810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59" name="Line 54">
              <a:extLst>
                <a:ext uri="{FF2B5EF4-FFF2-40B4-BE49-F238E27FC236}">
                  <a16:creationId xmlns:a16="http://schemas.microsoft.com/office/drawing/2014/main" id="{6312EEC6-57B4-24B3-F4B4-08E4F9ADBB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800" y="220980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60" name="Line 55">
              <a:extLst>
                <a:ext uri="{FF2B5EF4-FFF2-40B4-BE49-F238E27FC236}">
                  <a16:creationId xmlns:a16="http://schemas.microsoft.com/office/drawing/2014/main" id="{E9A9620B-665B-1870-7E10-E479E1C08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228600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61" name="Text Box 56">
              <a:extLst>
                <a:ext uri="{FF2B5EF4-FFF2-40B4-BE49-F238E27FC236}">
                  <a16:creationId xmlns:a16="http://schemas.microsoft.com/office/drawing/2014/main" id="{A90D5F99-EC35-41D3-D722-2F0C44F30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1295400"/>
              <a:ext cx="17526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200">
                  <a:solidFill>
                    <a:schemeClr val="tx1"/>
                  </a:solidFill>
                </a:rPr>
                <a:t>1:1 Relationship</a:t>
              </a:r>
            </a:p>
          </p:txBody>
        </p:sp>
      </p:grpSp>
      <p:graphicFrame>
        <p:nvGraphicFramePr>
          <p:cNvPr id="63" name="Group 76">
            <a:extLst>
              <a:ext uri="{FF2B5EF4-FFF2-40B4-BE49-F238E27FC236}">
                <a16:creationId xmlns:a16="http://schemas.microsoft.com/office/drawing/2014/main" id="{C148ADCF-0942-D1C8-F257-670252B988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220875"/>
              </p:ext>
            </p:extLst>
          </p:nvPr>
        </p:nvGraphicFramePr>
        <p:xfrm>
          <a:off x="405175" y="3508152"/>
          <a:ext cx="8534400" cy="1097280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Major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LP_S/N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Hav_Cond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Bart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Economy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-4.0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123-456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8888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Lisa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Physics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567-890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Loan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815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564F2C6-4240-6948-F7A8-1B9A1F0C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6451752-2436-9776-4A36-F686E7A03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Representasi</a:t>
            </a:r>
            <a:r>
              <a:rPr lang="en-ID" sz="2400" b="1" dirty="0"/>
              <a:t> </a:t>
            </a:r>
            <a:r>
              <a:rPr lang="en-ID" sz="2400" b="1" dirty="0" err="1"/>
              <a:t>Relasi</a:t>
            </a:r>
            <a:r>
              <a:rPr lang="en-ID" sz="2400" b="1" dirty="0"/>
              <a:t> Unary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C034218B-8147-E913-C17B-FDDC258E9999}"/>
              </a:ext>
            </a:extLst>
          </p:cNvPr>
          <p:cNvSpPr txBox="1">
            <a:spLocks/>
          </p:cNvSpPr>
          <p:nvPr/>
        </p:nvSpPr>
        <p:spPr>
          <a:xfrm>
            <a:off x="720000" y="1105786"/>
            <a:ext cx="7703999" cy="3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1600" b="1" dirty="0" err="1"/>
              <a:t>Relasi</a:t>
            </a:r>
            <a:r>
              <a:rPr lang="en-ID" sz="1600" b="1" dirty="0"/>
              <a:t> Unary (</a:t>
            </a:r>
            <a:r>
              <a:rPr lang="en-ID" sz="1600" b="1" i="1" dirty="0"/>
              <a:t>One-to-Many</a:t>
            </a:r>
            <a:r>
              <a:rPr lang="en-ID" sz="1600" b="1" dirty="0"/>
              <a:t>):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tamu</a:t>
            </a:r>
            <a:r>
              <a:rPr lang="en-ID" sz="1600" dirty="0"/>
              <a:t> </a:t>
            </a:r>
            <a:r>
              <a:rPr lang="en-ID" sz="1600" dirty="0" err="1"/>
              <a:t>rekursif</a:t>
            </a:r>
            <a:r>
              <a:rPr lang="en-ID" sz="1600" dirty="0"/>
              <a:t> (</a:t>
            </a:r>
            <a:r>
              <a:rPr lang="en-ID" sz="1600" i="1" dirty="0"/>
              <a:t>recursive foreign key</a:t>
            </a:r>
            <a:r>
              <a:rPr lang="en-ID" sz="1600" dirty="0"/>
              <a:t>) di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(</a:t>
            </a:r>
            <a:r>
              <a:rPr lang="en-ID" sz="1600" dirty="0" err="1"/>
              <a:t>tabel</a:t>
            </a:r>
            <a:r>
              <a:rPr lang="en-ID" sz="1600" dirty="0"/>
              <a:t>) yang </a:t>
            </a:r>
            <a:r>
              <a:rPr lang="en-ID" sz="1600" dirty="0" err="1"/>
              <a:t>sama</a:t>
            </a:r>
            <a:r>
              <a:rPr lang="en-ID" sz="1600" dirty="0"/>
              <a:t>.</a:t>
            </a:r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endParaRPr lang="en-ID" sz="1600" dirty="0"/>
          </a:p>
          <a:p>
            <a:pPr marL="152400" indent="0"/>
            <a:r>
              <a:rPr lang="en-ID" sz="1600" b="1" dirty="0" err="1"/>
              <a:t>Contoh</a:t>
            </a:r>
            <a:r>
              <a:rPr lang="en-ID" sz="1600" b="1" dirty="0"/>
              <a:t> :</a:t>
            </a:r>
          </a:p>
          <a:p>
            <a:pPr marL="152400" indent="0"/>
            <a:r>
              <a:rPr lang="en-ID" sz="1600" b="1" dirty="0"/>
              <a:t>EMPLOYEE = (</a:t>
            </a:r>
            <a:r>
              <a:rPr lang="en-ID" sz="1600" b="1" i="1" dirty="0"/>
              <a:t>EMP_ID</a:t>
            </a:r>
            <a:r>
              <a:rPr lang="en-ID" sz="1600" b="1" dirty="0"/>
              <a:t>, EMP_NAME, TELEPHONE, MGR_ID)</a:t>
            </a:r>
            <a:r>
              <a:rPr lang="en-ID" sz="1600" dirty="0"/>
              <a:t>.</a:t>
            </a:r>
          </a:p>
          <a:p>
            <a:pPr marL="152400" indent="0"/>
            <a:endParaRPr lang="en-ID" sz="1600" dirty="0"/>
          </a:p>
          <a:p>
            <a:pPr marL="152400" indent="0"/>
            <a:r>
              <a:rPr lang="en-ID" sz="1600" b="1" dirty="0" err="1"/>
              <a:t>Keterangan</a:t>
            </a:r>
            <a:r>
              <a:rPr lang="en-ID" sz="1600" b="1" dirty="0"/>
              <a:t>: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MGR_ID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tamu</a:t>
            </a:r>
            <a:r>
              <a:rPr lang="en-ID" sz="1600" dirty="0"/>
              <a:t> </a:t>
            </a:r>
            <a:r>
              <a:rPr lang="en-ID" sz="1600" dirty="0" err="1"/>
              <a:t>rekursif</a:t>
            </a:r>
            <a:r>
              <a:rPr lang="en-ID" sz="1600" dirty="0"/>
              <a:t> yang </a:t>
            </a:r>
            <a:r>
              <a:rPr lang="en-ID" sz="1600" dirty="0" err="1"/>
              <a:t>merujuk</a:t>
            </a:r>
            <a:r>
              <a:rPr lang="en-ID" sz="1600" dirty="0"/>
              <a:t> pada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utama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tabel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EMPLOYEE</a:t>
            </a:r>
            <a:r>
              <a:rPr lang="en-ID" sz="1600" dirty="0"/>
              <a:t> </a:t>
            </a:r>
            <a:r>
              <a:rPr lang="en-ID" sz="1600" dirty="0" err="1"/>
              <a:t>itu</a:t>
            </a:r>
            <a:r>
              <a:rPr lang="en-ID" sz="1600" dirty="0"/>
              <a:t> </a:t>
            </a:r>
            <a:r>
              <a:rPr lang="en-ID" sz="1600" dirty="0" err="1"/>
              <a:t>sendiri</a:t>
            </a:r>
            <a:r>
              <a:rPr lang="en-ID" sz="1600" dirty="0"/>
              <a:t>, </a:t>
            </a:r>
            <a:r>
              <a:rPr lang="en-ID" sz="1600" dirty="0" err="1"/>
              <a:t>yaitu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EMP_ID</a:t>
            </a:r>
            <a:r>
              <a:rPr lang="en-ID" sz="1600" dirty="0"/>
              <a:t>.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0654040-BE59-D3A6-EF70-6148D111A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68" t="22791" r="2357" b="23051"/>
          <a:stretch>
            <a:fillRect/>
          </a:stretch>
        </p:blipFill>
        <p:spPr bwMode="auto">
          <a:xfrm>
            <a:off x="2589372" y="1860688"/>
            <a:ext cx="3965253" cy="1679511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18981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0A91220-6142-D0DC-CA07-180FCDD5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2681ED7-E54E-A1A6-27A7-253F72F3AB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Representasi</a:t>
            </a:r>
            <a:r>
              <a:rPr lang="en-ID" sz="2400" b="1" dirty="0"/>
              <a:t> </a:t>
            </a:r>
            <a:r>
              <a:rPr lang="en-ID" sz="2400" b="1" dirty="0" err="1"/>
              <a:t>Relasi</a:t>
            </a:r>
            <a:r>
              <a:rPr lang="en-ID" sz="2400" b="1" dirty="0"/>
              <a:t> Unary (Continue)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15DA8E08-59F4-27DA-A5C7-BEE02DB57620}"/>
              </a:ext>
            </a:extLst>
          </p:cNvPr>
          <p:cNvSpPr txBox="1">
            <a:spLocks/>
          </p:cNvSpPr>
          <p:nvPr/>
        </p:nvSpPr>
        <p:spPr>
          <a:xfrm>
            <a:off x="720000" y="1105786"/>
            <a:ext cx="7703999" cy="3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1600" b="1" dirty="0" err="1"/>
              <a:t>Relasi</a:t>
            </a:r>
            <a:r>
              <a:rPr lang="en-ID" sz="1600" b="1" dirty="0"/>
              <a:t> Unary (</a:t>
            </a:r>
            <a:r>
              <a:rPr lang="en-ID" sz="1600" b="1" i="1" dirty="0"/>
              <a:t>Many-to-Many</a:t>
            </a:r>
            <a:r>
              <a:rPr lang="en-ID" sz="1600" b="1" dirty="0"/>
              <a:t>): </a:t>
            </a:r>
            <a:r>
              <a:rPr lang="en-ID" sz="1600" b="1" dirty="0" err="1"/>
              <a:t>Menghasilkan</a:t>
            </a:r>
            <a:r>
              <a:rPr lang="en-ID" sz="1600" b="1" dirty="0"/>
              <a:t> dua </a:t>
            </a:r>
            <a:r>
              <a:rPr lang="en-ID" sz="1600" b="1" dirty="0" err="1"/>
              <a:t>relasi</a:t>
            </a:r>
            <a:r>
              <a:rPr lang="en-ID" sz="1600" b="1" dirty="0"/>
              <a:t> (</a:t>
            </a:r>
            <a:r>
              <a:rPr lang="en-ID" sz="1600" b="1" dirty="0" err="1"/>
              <a:t>tabel</a:t>
            </a:r>
            <a:r>
              <a:rPr lang="en-ID" sz="1600" b="1" dirty="0"/>
              <a:t>)</a:t>
            </a:r>
            <a:endParaRPr lang="en-ID" sz="1600" dirty="0"/>
          </a:p>
          <a:p>
            <a:pPr marL="781050" lvl="1" indent="-171450" algn="l">
              <a:buFont typeface="Wingdings" pitchFamily="2" charset="2"/>
              <a:buChar char="Ø"/>
            </a:pPr>
            <a:r>
              <a:rPr lang="en-ID" sz="1600" dirty="0"/>
              <a:t>Satu </a:t>
            </a:r>
            <a:r>
              <a:rPr lang="en-ID" sz="1600" dirty="0" err="1"/>
              <a:t>tabel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himpunan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entitas</a:t>
            </a:r>
            <a:r>
              <a:rPr lang="en-ID" sz="1600" dirty="0"/>
              <a:t> </a:t>
            </a:r>
            <a:r>
              <a:rPr lang="en-ID" sz="1600" dirty="0" err="1"/>
              <a:t>itu</a:t>
            </a:r>
            <a:r>
              <a:rPr lang="en-ID" sz="1600" dirty="0"/>
              <a:t> </a:t>
            </a:r>
            <a:r>
              <a:rPr lang="en-ID" sz="1600" dirty="0" err="1"/>
              <a:t>sendiri</a:t>
            </a:r>
            <a:r>
              <a:rPr lang="en-ID" sz="1600" dirty="0"/>
              <a:t>.</a:t>
            </a:r>
          </a:p>
          <a:p>
            <a:pPr marL="781050" lvl="1" indent="-171450" algn="l">
              <a:buFont typeface="Wingdings" pitchFamily="2" charset="2"/>
              <a:buChar char="Ø"/>
            </a:pPr>
            <a:r>
              <a:rPr lang="en-ID" sz="1600" dirty="0"/>
              <a:t>Satu </a:t>
            </a:r>
            <a:r>
              <a:rPr lang="en-ID" sz="1600" dirty="0" err="1"/>
              <a:t>tabel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b="1" dirty="0" err="1"/>
              <a:t>relasi</a:t>
            </a:r>
            <a:r>
              <a:rPr lang="en-ID" sz="1600" dirty="0"/>
              <a:t> di mana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utamanya</a:t>
            </a:r>
            <a:r>
              <a:rPr lang="en-ID" sz="1600" dirty="0"/>
              <a:t> (</a:t>
            </a:r>
            <a:r>
              <a:rPr lang="en-ID" sz="1600" i="1" dirty="0"/>
              <a:t>primary key</a:t>
            </a:r>
            <a:r>
              <a:rPr lang="en-ID" sz="1600" dirty="0"/>
              <a:t>) </a:t>
            </a:r>
            <a:r>
              <a:rPr lang="en-ID" sz="1600" dirty="0" err="1"/>
              <a:t>memiliki</a:t>
            </a:r>
            <a:r>
              <a:rPr lang="en-ID" sz="1600" dirty="0"/>
              <a:t> dua </a:t>
            </a:r>
            <a:r>
              <a:rPr lang="en-ID" sz="1600" dirty="0" err="1"/>
              <a:t>atribut</a:t>
            </a:r>
            <a:r>
              <a:rPr lang="en-ID" sz="1600" dirty="0"/>
              <a:t>, yang </a:t>
            </a:r>
            <a:r>
              <a:rPr lang="en-ID" sz="1600" dirty="0" err="1"/>
              <a:t>keduanya</a:t>
            </a:r>
            <a:r>
              <a:rPr lang="en-ID" sz="1600" dirty="0"/>
              <a:t> </a:t>
            </a:r>
            <a:r>
              <a:rPr lang="en-ID" sz="1600" dirty="0" err="1"/>
              <a:t>diambil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utama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.</a:t>
            </a:r>
          </a:p>
          <a:p>
            <a:pPr marL="781050" lvl="1" indent="-171450" algn="l">
              <a:buFont typeface="Wingdings" pitchFamily="2" charset="2"/>
              <a:buChar char="Ø"/>
            </a:pPr>
            <a:endParaRPr lang="en-ID" dirty="0"/>
          </a:p>
          <a:p>
            <a:pPr marL="781050" lvl="1" indent="-171450" algn="l">
              <a:buFont typeface="Wingdings" pitchFamily="2" charset="2"/>
              <a:buChar char="Ø"/>
            </a:pPr>
            <a:endParaRPr lang="en-ID" dirty="0"/>
          </a:p>
          <a:p>
            <a:pPr marL="781050" lvl="1" indent="-171450" algn="l">
              <a:buFont typeface="Wingdings" pitchFamily="2" charset="2"/>
              <a:buChar char="Ø"/>
            </a:pPr>
            <a:endParaRPr lang="en-ID" dirty="0"/>
          </a:p>
          <a:p>
            <a:pPr marL="781050" lvl="1" indent="-171450" algn="l">
              <a:buFont typeface="Wingdings" pitchFamily="2" charset="2"/>
              <a:buChar char="Ø"/>
            </a:pPr>
            <a:endParaRPr lang="en-ID" dirty="0"/>
          </a:p>
          <a:p>
            <a:pPr marL="781050" lvl="1" indent="-171450" algn="l">
              <a:buFont typeface="Wingdings" pitchFamily="2" charset="2"/>
              <a:buChar char="Ø"/>
            </a:pPr>
            <a:endParaRPr lang="en-ID" dirty="0"/>
          </a:p>
          <a:p>
            <a:pPr marL="609600" lvl="1" indent="0" algn="l"/>
            <a:endParaRPr lang="en-ID" dirty="0"/>
          </a:p>
          <a:p>
            <a:pPr marL="781050" lvl="1" indent="-171450" algn="l">
              <a:buFont typeface="Wingdings" pitchFamily="2" charset="2"/>
              <a:buChar char="Ø"/>
            </a:pPr>
            <a:endParaRPr lang="en-ID" dirty="0"/>
          </a:p>
          <a:p>
            <a:pPr marL="781050" lvl="1" indent="-171450" algn="l">
              <a:buFont typeface="Wingdings" pitchFamily="2" charset="2"/>
              <a:buChar char="Ø"/>
            </a:pPr>
            <a:endParaRPr lang="en-ID" dirty="0"/>
          </a:p>
          <a:p>
            <a:pPr marL="152400" indent="0"/>
            <a:r>
              <a:rPr lang="en-ID" sz="1600" b="1" dirty="0" err="1"/>
              <a:t>Contoh</a:t>
            </a:r>
            <a:r>
              <a:rPr lang="en-ID" sz="1600" b="1" dirty="0"/>
              <a:t> Skema: ITEM &amp; COMPONENTS</a:t>
            </a:r>
          </a:p>
          <a:p>
            <a:pPr marL="152400" indent="0"/>
            <a:r>
              <a:rPr lang="en-ID" sz="1600" b="1" dirty="0"/>
              <a:t>ITEM = (</a:t>
            </a:r>
            <a:r>
              <a:rPr lang="en-ID" sz="1600" b="1" i="1" dirty="0"/>
              <a:t>ITEM_NO</a:t>
            </a:r>
            <a:r>
              <a:rPr lang="en-ID" sz="1600" b="1" dirty="0"/>
              <a:t>, DESCRIPTION, UNIT_COST)</a:t>
            </a:r>
            <a:endParaRPr lang="en-ID" sz="1600" dirty="0"/>
          </a:p>
          <a:p>
            <a:pPr marL="152400" indent="0"/>
            <a:r>
              <a:rPr lang="en-ID" sz="1600" b="1" dirty="0"/>
              <a:t>COMPONENTS = (</a:t>
            </a:r>
            <a:r>
              <a:rPr lang="en-ID" sz="1600" b="1" i="1" dirty="0"/>
              <a:t>ITEM_NO</a:t>
            </a:r>
            <a:r>
              <a:rPr lang="en-ID" sz="1600" b="1" dirty="0"/>
              <a:t>, </a:t>
            </a:r>
            <a:r>
              <a:rPr lang="en-ID" sz="1600" b="1" i="1" dirty="0"/>
              <a:t>COMPONENT_NO</a:t>
            </a:r>
            <a:r>
              <a:rPr lang="en-ID" sz="1600" b="1" dirty="0"/>
              <a:t>, QUANTITY)</a:t>
            </a:r>
            <a:endParaRPr lang="en-ID" sz="1600" dirty="0"/>
          </a:p>
          <a:p>
            <a:pPr marL="609600" lvl="1" indent="0" algn="l"/>
            <a:r>
              <a:rPr lang="en-ID" sz="1400" b="1" dirty="0">
                <a:solidFill>
                  <a:srgbClr val="FFC000"/>
                </a:solidFill>
              </a:rPr>
              <a:t>ITEM_NO</a:t>
            </a:r>
            <a:r>
              <a:rPr lang="en-ID" sz="1400" dirty="0"/>
              <a:t> dan </a:t>
            </a:r>
            <a:r>
              <a:rPr lang="en-ID" sz="1400" b="1" dirty="0">
                <a:solidFill>
                  <a:srgbClr val="FFC000"/>
                </a:solidFill>
              </a:rPr>
              <a:t>COMPONENT_NO</a:t>
            </a:r>
            <a:r>
              <a:rPr lang="en-ID" sz="1400" dirty="0"/>
              <a:t> </a:t>
            </a:r>
            <a:r>
              <a:rPr lang="en-ID" sz="1400" dirty="0" err="1"/>
              <a:t>keduanya</a:t>
            </a:r>
            <a:r>
              <a:rPr lang="en-ID" sz="1400" dirty="0"/>
              <a:t> </a:t>
            </a:r>
            <a:r>
              <a:rPr lang="en-ID" sz="1400" dirty="0" err="1"/>
              <a:t>merupakan</a:t>
            </a:r>
            <a:r>
              <a:rPr lang="en-ID" sz="1400" dirty="0"/>
              <a:t>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tamu</a:t>
            </a:r>
            <a:r>
              <a:rPr lang="en-ID" sz="1400" dirty="0"/>
              <a:t> (</a:t>
            </a:r>
            <a:r>
              <a:rPr lang="en-ID" sz="1400" i="1" dirty="0">
                <a:solidFill>
                  <a:srgbClr val="FFC000"/>
                </a:solidFill>
              </a:rPr>
              <a:t>foreign keys</a:t>
            </a:r>
            <a:r>
              <a:rPr lang="en-ID" sz="1400" dirty="0"/>
              <a:t>) </a:t>
            </a:r>
          </a:p>
          <a:p>
            <a:pPr marL="609600" lvl="1" indent="0" algn="l"/>
            <a:r>
              <a:rPr lang="en-ID" sz="1400" dirty="0"/>
              <a:t>yang </a:t>
            </a:r>
            <a:r>
              <a:rPr lang="en-ID" sz="1400" dirty="0" err="1"/>
              <a:t>merujuk</a:t>
            </a:r>
            <a:r>
              <a:rPr lang="en-ID" sz="1400" dirty="0"/>
              <a:t> pada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utama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tabel</a:t>
            </a:r>
            <a:r>
              <a:rPr lang="en-ID" sz="1400" dirty="0"/>
              <a:t> </a:t>
            </a:r>
            <a:r>
              <a:rPr lang="en-ID" sz="1400" b="1" dirty="0"/>
              <a:t>ITEM (ITEM_NO)</a:t>
            </a:r>
            <a:r>
              <a:rPr lang="en-ID" sz="1400" dirty="0"/>
              <a:t>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49666DE-D8EB-FE4A-BFE3-97963EC14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52722" y="2294552"/>
            <a:ext cx="4038555" cy="1546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08666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585D496-2E8F-9B53-DAD3-DBD17B9E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F42EFF0-1E73-D998-788F-3E9177FFB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Representasi</a:t>
            </a:r>
            <a:r>
              <a:rPr lang="en-ID" sz="2400" b="1" dirty="0"/>
              <a:t> </a:t>
            </a:r>
            <a:r>
              <a:rPr lang="en-ID" sz="2400" b="1" dirty="0" err="1"/>
              <a:t>Relasi</a:t>
            </a:r>
            <a:r>
              <a:rPr lang="en-ID" sz="2400" b="1" dirty="0"/>
              <a:t> Ternary (and n-</a:t>
            </a:r>
            <a:r>
              <a:rPr lang="en-ID" sz="2400" b="1" dirty="0" err="1"/>
              <a:t>ary</a:t>
            </a:r>
            <a:r>
              <a:rPr lang="en-ID" sz="2400" b="1" dirty="0"/>
              <a:t>)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620AB431-7526-4D6C-3ACD-73199078F332}"/>
              </a:ext>
            </a:extLst>
          </p:cNvPr>
          <p:cNvSpPr txBox="1">
            <a:spLocks/>
          </p:cNvSpPr>
          <p:nvPr/>
        </p:nvSpPr>
        <p:spPr>
          <a:xfrm>
            <a:off x="720000" y="1105786"/>
            <a:ext cx="7703999" cy="3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495300" indent="-342900">
              <a:buFont typeface="Wingdings" pitchFamily="2" charset="2"/>
              <a:buChar char="ü"/>
            </a:pPr>
            <a:r>
              <a:rPr lang="en-ID" sz="2400" b="1" dirty="0">
                <a:solidFill>
                  <a:srgbClr val="FFC000"/>
                </a:solidFill>
              </a:rPr>
              <a:t>Satu </a:t>
            </a:r>
            <a:r>
              <a:rPr lang="en-ID" sz="2400" b="1" dirty="0" err="1">
                <a:solidFill>
                  <a:srgbClr val="FFC000"/>
                </a:solidFill>
              </a:rPr>
              <a:t>relasi</a:t>
            </a:r>
            <a:r>
              <a:rPr lang="en-ID" sz="2400" dirty="0"/>
              <a:t> (</a:t>
            </a:r>
            <a:r>
              <a:rPr lang="en-ID" sz="2400" dirty="0" err="1"/>
              <a:t>tabel</a:t>
            </a:r>
            <a:r>
              <a:rPr lang="en-ID" sz="2400" dirty="0"/>
              <a:t>)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setiap</a:t>
            </a:r>
            <a:r>
              <a:rPr lang="en-ID" sz="2400" dirty="0"/>
              <a:t> </a:t>
            </a:r>
            <a:r>
              <a:rPr lang="en-ID" sz="2400" dirty="0" err="1"/>
              <a:t>himpunan</a:t>
            </a:r>
            <a:r>
              <a:rPr lang="en-ID" sz="2400" dirty="0"/>
              <a:t> </a:t>
            </a:r>
            <a:r>
              <a:rPr lang="en-ID" sz="2400" dirty="0" err="1"/>
              <a:t>entitas</a:t>
            </a:r>
            <a:r>
              <a:rPr lang="en-ID" sz="2400" dirty="0"/>
              <a:t> dan </a:t>
            </a:r>
            <a:r>
              <a:rPr lang="en-ID" sz="2400" b="1" dirty="0" err="1">
                <a:solidFill>
                  <a:srgbClr val="FFC000"/>
                </a:solidFill>
              </a:rPr>
              <a:t>satu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relasi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>
                <a:solidFill>
                  <a:srgbClr val="FFC000"/>
                </a:solidFill>
              </a:rPr>
              <a:t>himpunan</a:t>
            </a:r>
            <a:r>
              <a:rPr lang="en-ID" sz="2400" dirty="0">
                <a:solidFill>
                  <a:srgbClr val="FFC000"/>
                </a:solidFill>
              </a:rPr>
              <a:t> </a:t>
            </a:r>
            <a:r>
              <a:rPr lang="en-ID" sz="2400" dirty="0" err="1">
                <a:solidFill>
                  <a:srgbClr val="FFC000"/>
                </a:solidFill>
              </a:rPr>
              <a:t>relasi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.</a:t>
            </a:r>
          </a:p>
          <a:p>
            <a:pPr marL="495300" indent="-342900">
              <a:buFont typeface="Wingdings" pitchFamily="2" charset="2"/>
              <a:buChar char="ü"/>
            </a:pPr>
            <a:r>
              <a:rPr lang="en-ID" sz="2400" dirty="0" err="1"/>
              <a:t>Relasi</a:t>
            </a:r>
            <a:r>
              <a:rPr lang="en-ID" sz="2400" dirty="0"/>
              <a:t> yang </a:t>
            </a:r>
            <a:r>
              <a:rPr lang="en-ID" sz="2400" dirty="0" err="1">
                <a:solidFill>
                  <a:srgbClr val="FFC000"/>
                </a:solidFill>
              </a:rPr>
              <a:t>berasal</a:t>
            </a:r>
            <a:r>
              <a:rPr lang="en-ID" sz="2400" dirty="0">
                <a:solidFill>
                  <a:srgbClr val="FFC000"/>
                </a:solidFill>
              </a:rPr>
              <a:t> </a:t>
            </a:r>
            <a:r>
              <a:rPr lang="en-ID" sz="2400" dirty="0" err="1">
                <a:solidFill>
                  <a:srgbClr val="FFC000"/>
                </a:solidFill>
              </a:rPr>
              <a:t>dari</a:t>
            </a:r>
            <a:r>
              <a:rPr lang="en-ID" sz="2400" dirty="0">
                <a:solidFill>
                  <a:srgbClr val="FFC000"/>
                </a:solidFill>
              </a:rPr>
              <a:t> </a:t>
            </a:r>
            <a:r>
              <a:rPr lang="en-ID" sz="2400" dirty="0" err="1">
                <a:solidFill>
                  <a:srgbClr val="FFC000"/>
                </a:solidFill>
              </a:rPr>
              <a:t>himpunan</a:t>
            </a:r>
            <a:r>
              <a:rPr lang="en-ID" sz="2400" dirty="0">
                <a:solidFill>
                  <a:srgbClr val="FFC000"/>
                </a:solidFill>
              </a:rPr>
              <a:t> </a:t>
            </a:r>
            <a:r>
              <a:rPr lang="en-ID" sz="2400" dirty="0" err="1">
                <a:solidFill>
                  <a:srgbClr val="FFC000"/>
                </a:solidFill>
              </a:rPr>
              <a:t>relasi</a:t>
            </a:r>
            <a:r>
              <a:rPr lang="en-ID" sz="2400" dirty="0"/>
              <a:t> </a:t>
            </a:r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kunci</a:t>
            </a:r>
            <a:r>
              <a:rPr lang="en-ID" sz="2400" dirty="0"/>
              <a:t> </a:t>
            </a:r>
            <a:r>
              <a:rPr lang="en-ID" sz="2400" dirty="0" err="1"/>
              <a:t>tamu</a:t>
            </a:r>
            <a:r>
              <a:rPr lang="en-ID" sz="2400" dirty="0"/>
              <a:t> (</a:t>
            </a:r>
            <a:r>
              <a:rPr lang="en-ID" sz="2400" b="1" i="1" dirty="0">
                <a:solidFill>
                  <a:srgbClr val="FFC000"/>
                </a:solidFill>
              </a:rPr>
              <a:t>foreign keys</a:t>
            </a:r>
            <a:r>
              <a:rPr lang="en-ID" sz="2400" dirty="0"/>
              <a:t>) yang </a:t>
            </a:r>
            <a:r>
              <a:rPr lang="en-ID" sz="2400" b="1" dirty="0" err="1">
                <a:solidFill>
                  <a:srgbClr val="FFC000"/>
                </a:solidFill>
              </a:rPr>
              <a:t>merujuk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setiap</a:t>
            </a:r>
            <a:r>
              <a:rPr lang="en-ID" sz="2400" dirty="0"/>
              <a:t> </a:t>
            </a:r>
            <a:r>
              <a:rPr lang="en-ID" sz="2400" dirty="0" err="1"/>
              <a:t>himpunan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entitas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himpunan</a:t>
            </a:r>
            <a:r>
              <a:rPr lang="en-ID" sz="2400" dirty="0"/>
              <a:t> </a:t>
            </a:r>
            <a:r>
              <a:rPr lang="en-ID" sz="2400" dirty="0" err="1"/>
              <a:t>relasi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1739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15E3DCC-924E-E767-2C53-1FB02818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D60E444C-8120-7FE7-3729-5412CD47B5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Representasi</a:t>
            </a:r>
            <a:r>
              <a:rPr lang="en-ID" sz="2400" b="1" dirty="0"/>
              <a:t> </a:t>
            </a:r>
            <a:r>
              <a:rPr lang="en-ID" sz="2400" b="1" dirty="0" err="1"/>
              <a:t>Relasi</a:t>
            </a:r>
            <a:r>
              <a:rPr lang="en-ID" sz="2400" b="1" dirty="0"/>
              <a:t> Ternary (and n-</a:t>
            </a:r>
            <a:r>
              <a:rPr lang="en-ID" sz="2400" b="1" dirty="0" err="1"/>
              <a:t>ary</a:t>
            </a:r>
            <a:r>
              <a:rPr lang="en-ID" sz="2400" b="1" dirty="0"/>
              <a:t>)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0C66F0AD-85ED-34C9-EF21-4F4B5AEFC04F}"/>
              </a:ext>
            </a:extLst>
          </p:cNvPr>
          <p:cNvSpPr txBox="1">
            <a:spLocks/>
          </p:cNvSpPr>
          <p:nvPr/>
        </p:nvSpPr>
        <p:spPr>
          <a:xfrm>
            <a:off x="720000" y="3636334"/>
            <a:ext cx="7703999" cy="135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495300" indent="-342900">
              <a:buFont typeface="Wingdings" pitchFamily="2" charset="2"/>
              <a:buChar char="ü"/>
            </a:pPr>
            <a:endParaRPr lang="en-ID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4EC912C-2309-1AB7-DD6D-FE74574DDE6F}"/>
              </a:ext>
            </a:extLst>
          </p:cNvPr>
          <p:cNvGrpSpPr/>
          <p:nvPr/>
        </p:nvGrpSpPr>
        <p:grpSpPr>
          <a:xfrm>
            <a:off x="1279451" y="1024817"/>
            <a:ext cx="5447414" cy="2229293"/>
            <a:chOff x="152400" y="762000"/>
            <a:chExt cx="8077200" cy="3305944"/>
          </a:xfrm>
        </p:grpSpPr>
        <p:sp>
          <p:nvSpPr>
            <p:cNvPr id="2" name="Rectangle 33">
              <a:extLst>
                <a:ext uri="{FF2B5EF4-FFF2-40B4-BE49-F238E27FC236}">
                  <a16:creationId xmlns:a16="http://schemas.microsoft.com/office/drawing/2014/main" id="{999B957C-0977-0A2B-5282-014F0D7DF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12192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3" name="Text Box 34">
              <a:extLst>
                <a:ext uri="{FF2B5EF4-FFF2-40B4-BE49-F238E27FC236}">
                  <a16:creationId xmlns:a16="http://schemas.microsoft.com/office/drawing/2014/main" id="{018AAF76-1868-F6CF-57B5-B04F4391F5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1295400"/>
              <a:ext cx="9906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100">
                  <a:solidFill>
                    <a:schemeClr val="tx1"/>
                  </a:solidFill>
                </a:rPr>
                <a:t>E-Set 1</a:t>
              </a:r>
            </a:p>
          </p:txBody>
        </p:sp>
        <p:sp>
          <p:nvSpPr>
            <p:cNvPr id="4" name="Oval 36">
              <a:extLst>
                <a:ext uri="{FF2B5EF4-FFF2-40B4-BE49-F238E27FC236}">
                  <a16:creationId xmlns:a16="http://schemas.microsoft.com/office/drawing/2014/main" id="{7D852250-566D-1626-645B-C6014553F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7620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5" name="Text Box 43">
              <a:extLst>
                <a:ext uri="{FF2B5EF4-FFF2-40B4-BE49-F238E27FC236}">
                  <a16:creationId xmlns:a16="http://schemas.microsoft.com/office/drawing/2014/main" id="{3C19A68F-5674-E266-4A58-3E77FDD59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838200"/>
              <a:ext cx="9906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100" u="sng">
                  <a:solidFill>
                    <a:schemeClr val="tx1"/>
                  </a:solidFill>
                </a:rPr>
                <a:t>P-Key1</a:t>
              </a:r>
            </a:p>
          </p:txBody>
        </p:sp>
        <p:sp>
          <p:nvSpPr>
            <p:cNvPr id="6" name="AutoShape 47">
              <a:extLst>
                <a:ext uri="{FF2B5EF4-FFF2-40B4-BE49-F238E27FC236}">
                  <a16:creationId xmlns:a16="http://schemas.microsoft.com/office/drawing/2014/main" id="{6D926CFE-2636-40BF-6086-1834A04BF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1905000"/>
              <a:ext cx="1676400" cy="76200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7" name="Rectangle 48">
              <a:extLst>
                <a:ext uri="{FF2B5EF4-FFF2-40B4-BE49-F238E27FC236}">
                  <a16:creationId xmlns:a16="http://schemas.microsoft.com/office/drawing/2014/main" id="{B1B57CC3-4C36-5FE4-5597-545418711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057400"/>
              <a:ext cx="1219200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8" name="AutoShape 52">
              <a:extLst>
                <a:ext uri="{FF2B5EF4-FFF2-40B4-BE49-F238E27FC236}">
                  <a16:creationId xmlns:a16="http://schemas.microsoft.com/office/drawing/2014/main" id="{9B0129DA-F028-1154-98FC-B6849B63E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96" y="2924944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9" name="Text Box 53">
              <a:extLst>
                <a:ext uri="{FF2B5EF4-FFF2-40B4-BE49-F238E27FC236}">
                  <a16:creationId xmlns:a16="http://schemas.microsoft.com/office/drawing/2014/main" id="{0998FF9F-B7A8-C2FA-38E1-F1A8E7F30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133600"/>
              <a:ext cx="14478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100">
                  <a:solidFill>
                    <a:schemeClr val="tx1"/>
                  </a:solidFill>
                </a:rPr>
                <a:t>Another Set</a:t>
              </a:r>
            </a:p>
          </p:txBody>
        </p:sp>
        <p:sp>
          <p:nvSpPr>
            <p:cNvPr id="10" name="Line 55">
              <a:extLst>
                <a:ext uri="{FF2B5EF4-FFF2-40B4-BE49-F238E27FC236}">
                  <a16:creationId xmlns:a16="http://schemas.microsoft.com/office/drawing/2014/main" id="{410D782C-8EF4-BE6A-C977-9638ABDFB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2286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11" name="Oval 56">
              <a:extLst>
                <a:ext uri="{FF2B5EF4-FFF2-40B4-BE49-F238E27FC236}">
                  <a16:creationId xmlns:a16="http://schemas.microsoft.com/office/drawing/2014/main" id="{32333D53-F9A7-1FEA-1F00-E340E0EB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990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12" name="Text Box 57">
              <a:extLst>
                <a:ext uri="{FF2B5EF4-FFF2-40B4-BE49-F238E27FC236}">
                  <a16:creationId xmlns:a16="http://schemas.microsoft.com/office/drawing/2014/main" id="{5439BD7C-ABA0-35A7-69AE-94EEFD080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1066800"/>
              <a:ext cx="12954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100">
                  <a:solidFill>
                    <a:schemeClr val="tx1"/>
                  </a:solidFill>
                </a:rPr>
                <a:t>D-Attribute</a:t>
              </a:r>
            </a:p>
          </p:txBody>
        </p:sp>
        <p:sp>
          <p:nvSpPr>
            <p:cNvPr id="13" name="Line 58">
              <a:extLst>
                <a:ext uri="{FF2B5EF4-FFF2-40B4-BE49-F238E27FC236}">
                  <a16:creationId xmlns:a16="http://schemas.microsoft.com/office/drawing/2014/main" id="{43690B9C-6A3E-F0CA-0C6C-081302A9D3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4400" y="1524000"/>
              <a:ext cx="228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14" name="Text Box 68">
              <a:extLst>
                <a:ext uri="{FF2B5EF4-FFF2-40B4-BE49-F238E27FC236}">
                  <a16:creationId xmlns:a16="http://schemas.microsoft.com/office/drawing/2014/main" id="{9A50D90A-96CD-1E76-BF00-F1BA732CC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200" y="2057400"/>
              <a:ext cx="16002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100">
                  <a:solidFill>
                    <a:schemeClr val="tx1"/>
                  </a:solidFill>
                </a:rPr>
                <a:t>A relationship</a:t>
              </a:r>
            </a:p>
          </p:txBody>
        </p:sp>
        <p:sp>
          <p:nvSpPr>
            <p:cNvPr id="15" name="Oval 69">
              <a:extLst>
                <a:ext uri="{FF2B5EF4-FFF2-40B4-BE49-F238E27FC236}">
                  <a16:creationId xmlns:a16="http://schemas.microsoft.com/office/drawing/2014/main" id="{9B0471A7-6217-1268-6855-268D27756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990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16" name="Text Box 70">
              <a:extLst>
                <a:ext uri="{FF2B5EF4-FFF2-40B4-BE49-F238E27FC236}">
                  <a16:creationId xmlns:a16="http://schemas.microsoft.com/office/drawing/2014/main" id="{D30E6566-2B72-C629-269F-592732D32F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1066800"/>
              <a:ext cx="9906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100" u="sng">
                  <a:solidFill>
                    <a:schemeClr val="tx1"/>
                  </a:solidFill>
                </a:rPr>
                <a:t>A-Key</a:t>
              </a:r>
            </a:p>
          </p:txBody>
        </p:sp>
        <p:sp>
          <p:nvSpPr>
            <p:cNvPr id="17" name="Line 71">
              <a:extLst>
                <a:ext uri="{FF2B5EF4-FFF2-40B4-BE49-F238E27FC236}">
                  <a16:creationId xmlns:a16="http://schemas.microsoft.com/office/drawing/2014/main" id="{0EFD95E1-222A-B460-D55A-390033668C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2800" y="1524000"/>
              <a:ext cx="457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18" name="Rectangle 72">
              <a:extLst>
                <a:ext uri="{FF2B5EF4-FFF2-40B4-BE49-F238E27FC236}">
                  <a16:creationId xmlns:a16="http://schemas.microsoft.com/office/drawing/2014/main" id="{16851233-C0FE-3B8E-92E5-DF335A08F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23622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20" name="Text Box 73">
              <a:extLst>
                <a:ext uri="{FF2B5EF4-FFF2-40B4-BE49-F238E27FC236}">
                  <a16:creationId xmlns:a16="http://schemas.microsoft.com/office/drawing/2014/main" id="{D96C392E-6370-6A50-DC3F-A64E6BF17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438400"/>
              <a:ext cx="9906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100">
                  <a:solidFill>
                    <a:schemeClr val="tx1"/>
                  </a:solidFill>
                </a:rPr>
                <a:t>E-Set 2</a:t>
              </a:r>
            </a:p>
          </p:txBody>
        </p:sp>
        <p:sp>
          <p:nvSpPr>
            <p:cNvPr id="21" name="Oval 74">
              <a:extLst>
                <a:ext uri="{FF2B5EF4-FFF2-40B4-BE49-F238E27FC236}">
                  <a16:creationId xmlns:a16="http://schemas.microsoft.com/office/drawing/2014/main" id="{3F99AF13-18E1-7B34-01D8-A657C897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19050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22" name="Text Box 75">
              <a:extLst>
                <a:ext uri="{FF2B5EF4-FFF2-40B4-BE49-F238E27FC236}">
                  <a16:creationId xmlns:a16="http://schemas.microsoft.com/office/drawing/2014/main" id="{988E4C16-8434-D977-BA73-3C5ECF589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1981200"/>
              <a:ext cx="9906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100" u="sng">
                  <a:solidFill>
                    <a:schemeClr val="tx1"/>
                  </a:solidFill>
                </a:rPr>
                <a:t>P-Key2</a:t>
              </a:r>
            </a:p>
          </p:txBody>
        </p:sp>
        <p:sp>
          <p:nvSpPr>
            <p:cNvPr id="23" name="Rectangle 76">
              <a:extLst>
                <a:ext uri="{FF2B5EF4-FFF2-40B4-BE49-F238E27FC236}">
                  <a16:creationId xmlns:a16="http://schemas.microsoft.com/office/drawing/2014/main" id="{C063CB7C-97E6-E154-66C2-1EA2E8BFD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34290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24" name="Text Box 77">
              <a:extLst>
                <a:ext uri="{FF2B5EF4-FFF2-40B4-BE49-F238E27FC236}">
                  <a16:creationId xmlns:a16="http://schemas.microsoft.com/office/drawing/2014/main" id="{8A99DD6D-2E43-FA4D-E213-138B9BDBD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3505200"/>
              <a:ext cx="9906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100">
                  <a:solidFill>
                    <a:schemeClr val="tx1"/>
                  </a:solidFill>
                </a:rPr>
                <a:t>E-Set 3</a:t>
              </a:r>
            </a:p>
          </p:txBody>
        </p:sp>
        <p:sp>
          <p:nvSpPr>
            <p:cNvPr id="25" name="Oval 78">
              <a:extLst>
                <a:ext uri="{FF2B5EF4-FFF2-40B4-BE49-F238E27FC236}">
                  <a16:creationId xmlns:a16="http://schemas.microsoft.com/office/drawing/2014/main" id="{7D858014-8F5A-A352-6C8D-643DA9824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29718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26" name="Text Box 79">
              <a:extLst>
                <a:ext uri="{FF2B5EF4-FFF2-40B4-BE49-F238E27FC236}">
                  <a16:creationId xmlns:a16="http://schemas.microsoft.com/office/drawing/2014/main" id="{A126B497-A0E3-81D6-8E67-BD4767AF8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3048000"/>
              <a:ext cx="990600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100" u="sng">
                  <a:solidFill>
                    <a:schemeClr val="tx1"/>
                  </a:solidFill>
                </a:rPr>
                <a:t>P-Key3</a:t>
              </a:r>
            </a:p>
          </p:txBody>
        </p:sp>
        <p:sp>
          <p:nvSpPr>
            <p:cNvPr id="27" name="Line 81">
              <a:extLst>
                <a:ext uri="{FF2B5EF4-FFF2-40B4-BE49-F238E27FC236}">
                  <a16:creationId xmlns:a16="http://schemas.microsoft.com/office/drawing/2014/main" id="{0E4C8AAA-4556-C55B-AD8A-8C8A2CD8C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1219200"/>
              <a:ext cx="3048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28" name="Line 83">
              <a:extLst>
                <a:ext uri="{FF2B5EF4-FFF2-40B4-BE49-F238E27FC236}">
                  <a16:creationId xmlns:a16="http://schemas.microsoft.com/office/drawing/2014/main" id="{AE42B36B-6D12-325B-FD43-52796803D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2362200"/>
              <a:ext cx="3048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29" name="Line 84">
              <a:extLst>
                <a:ext uri="{FF2B5EF4-FFF2-40B4-BE49-F238E27FC236}">
                  <a16:creationId xmlns:a16="http://schemas.microsoft.com/office/drawing/2014/main" id="{048A3C87-6062-F16A-4B26-65DCB305E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3352800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30" name="Line 85">
              <a:extLst>
                <a:ext uri="{FF2B5EF4-FFF2-40B4-BE49-F238E27FC236}">
                  <a16:creationId xmlns:a16="http://schemas.microsoft.com/office/drawing/2014/main" id="{E2D237B9-C09D-2477-241E-4F3918A02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1371600"/>
              <a:ext cx="17526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31" name="Line 86">
              <a:extLst>
                <a:ext uri="{FF2B5EF4-FFF2-40B4-BE49-F238E27FC236}">
                  <a16:creationId xmlns:a16="http://schemas.microsoft.com/office/drawing/2014/main" id="{BB9D14D9-A6A5-3EAF-D3C4-C7A326509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4600" y="2286000"/>
              <a:ext cx="12192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32" name="Line 87">
              <a:extLst>
                <a:ext uri="{FF2B5EF4-FFF2-40B4-BE49-F238E27FC236}">
                  <a16:creationId xmlns:a16="http://schemas.microsoft.com/office/drawing/2014/main" id="{4934D536-F8AD-A234-7BC4-3BB3B8AA4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0800" y="2438400"/>
              <a:ext cx="14478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1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E466AD02-351B-FD77-E916-9BA5A0B9F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964816"/>
              </p:ext>
            </p:extLst>
          </p:nvPr>
        </p:nvGraphicFramePr>
        <p:xfrm>
          <a:off x="883979" y="3416491"/>
          <a:ext cx="7112000" cy="990600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478569449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28742067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398478939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107691798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39825763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P-Key1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P-Key2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P-Key3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A-Key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D-Attribute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9581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8888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6666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3654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9012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3456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899689"/>
                  </a:ext>
                </a:extLst>
              </a:tr>
            </a:tbl>
          </a:graphicData>
        </a:graphic>
      </p:graphicFrame>
      <p:sp>
        <p:nvSpPr>
          <p:cNvPr id="35" name="Text Box 54">
            <a:extLst>
              <a:ext uri="{FF2B5EF4-FFF2-40B4-BE49-F238E27FC236}">
                <a16:creationId xmlns:a16="http://schemas.microsoft.com/office/drawing/2014/main" id="{C668C378-0399-853C-191D-360621E29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93" y="4664012"/>
            <a:ext cx="8305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1" dirty="0">
                <a:solidFill>
                  <a:srgbClr val="FFC000"/>
                </a:solidFill>
              </a:rPr>
              <a:t>* Primary key of this table is </a:t>
            </a:r>
            <a:r>
              <a:rPr lang="en-US" altLang="zh-TW" b="1" i="1" dirty="0">
                <a:solidFill>
                  <a:srgbClr val="FFC000"/>
                </a:solidFill>
              </a:rPr>
              <a:t>P-Key1 + P-Key2 + P-Key3</a:t>
            </a:r>
            <a:r>
              <a:rPr lang="en-US" altLang="zh-TW" b="1" dirty="0">
                <a:solidFill>
                  <a:srgbClr val="FFC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2004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1F54A5E8-D9EA-D5C3-376A-FFBEB17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C384C9B-5B5F-2F77-E395-BB1910D66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Atribut</a:t>
            </a:r>
            <a:r>
              <a:rPr lang="en-ID" sz="2400" b="1" dirty="0"/>
              <a:t> </a:t>
            </a:r>
            <a:r>
              <a:rPr lang="en-ID" sz="2400" b="1" dirty="0" err="1"/>
              <a:t>Komposit</a:t>
            </a:r>
            <a:endParaRPr lang="en-ID" sz="2400" b="1" dirty="0"/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3FCBD3E4-7F51-E33C-D9C6-89F3AF2FC073}"/>
              </a:ext>
            </a:extLst>
          </p:cNvPr>
          <p:cNvSpPr txBox="1">
            <a:spLocks/>
          </p:cNvSpPr>
          <p:nvPr/>
        </p:nvSpPr>
        <p:spPr>
          <a:xfrm>
            <a:off x="720000" y="1105786"/>
            <a:ext cx="7703999" cy="3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b="1" dirty="0" err="1">
                <a:solidFill>
                  <a:srgbClr val="FFC000"/>
                </a:solidFill>
              </a:rPr>
              <a:t>Atribut</a:t>
            </a:r>
            <a:r>
              <a:rPr lang="en-ID" b="1" dirty="0">
                <a:solidFill>
                  <a:srgbClr val="FFC000"/>
                </a:solidFill>
              </a:rPr>
              <a:t> </a:t>
            </a:r>
            <a:r>
              <a:rPr lang="en-ID" b="1" dirty="0" err="1">
                <a:solidFill>
                  <a:srgbClr val="FFC000"/>
                </a:solidFill>
              </a:rPr>
              <a:t>komposit</a:t>
            </a:r>
            <a:r>
              <a:rPr lang="en-ID" b="1" dirty="0">
                <a:solidFill>
                  <a:srgbClr val="FFC000"/>
                </a:solidFill>
              </a:rPr>
              <a:t> </a:t>
            </a:r>
            <a:r>
              <a:rPr lang="en-ID" b="1" dirty="0" err="1"/>
              <a:t>dibuat</a:t>
            </a:r>
            <a:r>
              <a:rPr lang="en-ID" b="1" dirty="0"/>
              <a:t> </a:t>
            </a:r>
            <a:r>
              <a:rPr lang="en-ID" b="1" dirty="0" err="1"/>
              <a:t>menjadi</a:t>
            </a:r>
            <a:r>
              <a:rPr lang="en-ID" b="1" dirty="0"/>
              <a:t> </a:t>
            </a:r>
            <a:r>
              <a:rPr lang="en-ID" b="1" dirty="0" err="1"/>
              <a:t>datar</a:t>
            </a:r>
            <a:r>
              <a:rPr lang="en-ID" b="1" dirty="0"/>
              <a:t> (</a:t>
            </a:r>
            <a:r>
              <a:rPr lang="en-ID" b="1" i="1" dirty="0"/>
              <a:t>flattened out</a:t>
            </a:r>
            <a:r>
              <a:rPr lang="en-ID" b="1" dirty="0"/>
              <a:t>)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cara</a:t>
            </a:r>
            <a:r>
              <a:rPr lang="en-ID" b="1" dirty="0"/>
              <a:t> </a:t>
            </a:r>
            <a:r>
              <a:rPr lang="en-ID" b="1" dirty="0" err="1"/>
              <a:t>membuat</a:t>
            </a:r>
            <a:r>
              <a:rPr lang="en-ID" b="1" dirty="0"/>
              <a:t> </a:t>
            </a:r>
            <a:r>
              <a:rPr lang="en-ID" b="1" dirty="0" err="1"/>
              <a:t>atribut</a:t>
            </a:r>
            <a:r>
              <a:rPr lang="en-ID" b="1" dirty="0"/>
              <a:t> </a:t>
            </a:r>
            <a:r>
              <a:rPr lang="en-ID" b="1" dirty="0" err="1"/>
              <a:t>terpisah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setiap</a:t>
            </a:r>
            <a:r>
              <a:rPr lang="en-ID" b="1" dirty="0"/>
              <a:t> </a:t>
            </a:r>
            <a:r>
              <a:rPr lang="en-ID" b="1" dirty="0" err="1"/>
              <a:t>komponen</a:t>
            </a:r>
            <a:r>
              <a:rPr lang="en-ID" b="1" dirty="0"/>
              <a:t> </a:t>
            </a:r>
            <a:r>
              <a:rPr lang="en-ID" b="1" dirty="0" err="1"/>
              <a:t>atribut</a:t>
            </a:r>
            <a:r>
              <a:rPr lang="en-ID" b="1" dirty="0"/>
              <a:t> </a:t>
            </a:r>
            <a:r>
              <a:rPr lang="en-ID" b="1" dirty="0" err="1"/>
              <a:t>tersebut</a:t>
            </a:r>
            <a:r>
              <a:rPr lang="en-ID" b="1" dirty="0"/>
              <a:t>.</a:t>
            </a:r>
            <a:endParaRPr lang="en-ID" dirty="0"/>
          </a:p>
          <a:p>
            <a:pPr marL="781050" lvl="1" indent="-171450" algn="l">
              <a:buFont typeface="Wingdings" pitchFamily="2" charset="2"/>
              <a:buChar char="v"/>
            </a:pPr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Diberikan</a:t>
            </a:r>
            <a:r>
              <a:rPr lang="en-ID" dirty="0"/>
              <a:t> </a:t>
            </a:r>
            <a:r>
              <a:rPr lang="en-ID" dirty="0" err="1"/>
              <a:t>himpunan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i="1" dirty="0"/>
              <a:t>customer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komposit</a:t>
            </a:r>
            <a:r>
              <a:rPr lang="en-ID" dirty="0"/>
              <a:t> </a:t>
            </a:r>
            <a:r>
              <a:rPr lang="en-ID" i="1" dirty="0"/>
              <a:t>name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i="1" dirty="0" err="1"/>
              <a:t>first_name</a:t>
            </a:r>
            <a:r>
              <a:rPr lang="en-ID" dirty="0"/>
              <a:t>, </a:t>
            </a:r>
            <a:r>
              <a:rPr lang="en-ID" i="1" dirty="0" err="1"/>
              <a:t>middle_initial</a:t>
            </a:r>
            <a:r>
              <a:rPr lang="en-ID" dirty="0"/>
              <a:t>, dan </a:t>
            </a:r>
            <a:r>
              <a:rPr lang="en-ID" i="1" dirty="0" err="1"/>
              <a:t>last_name</a:t>
            </a:r>
            <a:r>
              <a:rPr lang="en-ID" dirty="0"/>
              <a:t>. Skema yang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himpunan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: </a:t>
            </a:r>
            <a:r>
              <a:rPr lang="en-ID" i="1" dirty="0" err="1"/>
              <a:t>name_first_name</a:t>
            </a:r>
            <a:r>
              <a:rPr lang="en-ID" dirty="0"/>
              <a:t>, </a:t>
            </a:r>
            <a:r>
              <a:rPr lang="en-ID" i="1" dirty="0" err="1"/>
              <a:t>name_middle_initial</a:t>
            </a:r>
            <a:r>
              <a:rPr lang="en-ID" dirty="0"/>
              <a:t>, dan </a:t>
            </a:r>
            <a:r>
              <a:rPr lang="en-ID" i="1" dirty="0" err="1"/>
              <a:t>name_last_name</a:t>
            </a:r>
            <a:r>
              <a:rPr lang="en-ID" dirty="0"/>
              <a:t>.</a:t>
            </a:r>
          </a:p>
          <a:p>
            <a:pPr marL="1238250" lvl="2" indent="-171450" algn="l">
              <a:buFont typeface="Wingdings" pitchFamily="2" charset="2"/>
              <a:buChar char="ü"/>
            </a:pPr>
            <a:r>
              <a:rPr lang="en-ID" dirty="0" err="1"/>
              <a:t>Awalan</a:t>
            </a:r>
            <a:r>
              <a:rPr lang="en-ID" dirty="0"/>
              <a:t> (</a:t>
            </a:r>
            <a:r>
              <a:rPr lang="en-ID" i="1" dirty="0"/>
              <a:t>prefix</a:t>
            </a:r>
            <a:r>
              <a:rPr lang="en-ID" dirty="0"/>
              <a:t>)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dihilangkan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ambiguitas</a:t>
            </a:r>
            <a:r>
              <a:rPr lang="en-ID" dirty="0"/>
              <a:t>.</a:t>
            </a:r>
          </a:p>
          <a:p>
            <a:pPr marL="152400" indent="0"/>
            <a:br>
              <a:rPr lang="en-ID" dirty="0"/>
            </a:br>
            <a:endParaRPr lang="en-ID" dirty="0"/>
          </a:p>
          <a:p>
            <a:pPr marL="152400" indent="0"/>
            <a:endParaRPr lang="en-ID" dirty="0"/>
          </a:p>
          <a:p>
            <a:pPr marL="152400" indent="0"/>
            <a:endParaRPr lang="en-ID" dirty="0"/>
          </a:p>
          <a:p>
            <a:pPr marL="152400" indent="0"/>
            <a:endParaRPr lang="en-ID" dirty="0"/>
          </a:p>
          <a:p>
            <a:pPr marL="152400" indent="0"/>
            <a:endParaRPr lang="en-ID" dirty="0"/>
          </a:p>
          <a:p>
            <a:pPr marL="152400" indent="0"/>
            <a:endParaRPr lang="en-ID" dirty="0"/>
          </a:p>
          <a:p>
            <a:pPr marL="152400" indent="0"/>
            <a:endParaRPr lang="en-ID" dirty="0"/>
          </a:p>
          <a:p>
            <a:pPr marL="152400" indent="0"/>
            <a:endParaRPr lang="en-ID" dirty="0"/>
          </a:p>
          <a:p>
            <a:pPr marL="152400" indent="0"/>
            <a:endParaRPr lang="en-ID" dirty="0"/>
          </a:p>
          <a:p>
            <a:pPr marL="152400" indent="0"/>
            <a:r>
              <a:rPr lang="en-ID" dirty="0" err="1"/>
              <a:t>Mengabaikan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(</a:t>
            </a:r>
            <a:r>
              <a:rPr lang="en-ID" i="1" dirty="0"/>
              <a:t>multivalued attributes</a:t>
            </a:r>
            <a:r>
              <a:rPr lang="en-ID" dirty="0"/>
              <a:t>), </a:t>
            </a:r>
            <a:r>
              <a:rPr lang="en-ID" dirty="0" err="1"/>
              <a:t>skema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(</a:t>
            </a:r>
            <a:r>
              <a:rPr lang="en-ID" i="1" dirty="0"/>
              <a:t>customer</a:t>
            </a:r>
            <a:r>
              <a:rPr lang="en-ID" dirty="0"/>
              <a:t>) yang </a:t>
            </a:r>
            <a:r>
              <a:rPr lang="en-ID" dirty="0" err="1"/>
              <a:t>diextend</a:t>
            </a:r>
            <a:r>
              <a:rPr lang="en-ID" dirty="0"/>
              <a:t> (</a:t>
            </a:r>
            <a:r>
              <a:rPr lang="en-ID" dirty="0" err="1"/>
              <a:t>diperluas</a:t>
            </a:r>
            <a:r>
              <a:rPr lang="en-ID" dirty="0"/>
              <a:t>) </a:t>
            </a:r>
            <a:r>
              <a:rPr lang="en-ID" dirty="0" err="1"/>
              <a:t>adalah</a:t>
            </a:r>
            <a:r>
              <a:rPr lang="en-ID" dirty="0"/>
              <a:t>: </a:t>
            </a:r>
            <a:endParaRPr lang="en-ID" b="1" dirty="0"/>
          </a:p>
          <a:p>
            <a:pPr marL="152400" indent="0"/>
            <a:r>
              <a:rPr lang="en-ID" b="1" dirty="0"/>
              <a:t>CUSTOMER = (</a:t>
            </a:r>
            <a:r>
              <a:rPr lang="en-ID" b="1" i="1" dirty="0"/>
              <a:t>CUST_ID</a:t>
            </a:r>
            <a:r>
              <a:rPr lang="en-ID" b="1" dirty="0"/>
              <a:t>, FIRST_NAME, MIDDLE_INITIAL, LAST_NAME, STREET_NUMBER, STREET_NAME, APT_NUMBER, CITY, STATE, ZIP_CODE, DOB)</a:t>
            </a:r>
            <a:r>
              <a:rPr lang="en-ID" dirty="0"/>
              <a:t>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15E3CBD-521A-8186-2917-325847EBA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1928" y="2507351"/>
            <a:ext cx="3216895" cy="1733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08869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446666F-F597-8BB2-EF1B-9B06243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17319295-D5D6-8815-1A55-904C6B8E77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Atribut</a:t>
            </a:r>
            <a:r>
              <a:rPr lang="en-ID" sz="2400" b="1" dirty="0"/>
              <a:t> </a:t>
            </a:r>
            <a:r>
              <a:rPr lang="en-ID" sz="2400" b="1" dirty="0" err="1"/>
              <a:t>Bernilai</a:t>
            </a:r>
            <a:r>
              <a:rPr lang="en-ID" sz="2400" b="1" dirty="0"/>
              <a:t> Banyak (</a:t>
            </a:r>
            <a:r>
              <a:rPr lang="en-ID" sz="2400" b="1" dirty="0" err="1"/>
              <a:t>Multivalue</a:t>
            </a:r>
            <a:r>
              <a:rPr lang="en-ID" sz="2400" b="1" dirty="0"/>
              <a:t>)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FD939ECB-14DD-36C5-253D-47D42C51A7CA}"/>
              </a:ext>
            </a:extLst>
          </p:cNvPr>
          <p:cNvSpPr txBox="1">
            <a:spLocks/>
          </p:cNvSpPr>
          <p:nvPr/>
        </p:nvSpPr>
        <p:spPr>
          <a:xfrm>
            <a:off x="557349" y="911605"/>
            <a:ext cx="5219245" cy="396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1600" b="1" dirty="0" err="1"/>
              <a:t>Atribut</a:t>
            </a:r>
            <a:r>
              <a:rPr lang="en-ID" sz="1600" b="1" dirty="0"/>
              <a:t> </a:t>
            </a:r>
            <a:r>
              <a:rPr lang="en-ID" sz="1600" b="1" dirty="0" err="1"/>
              <a:t>bernilai</a:t>
            </a:r>
            <a:r>
              <a:rPr lang="en-ID" sz="1600" b="1" dirty="0"/>
              <a:t> </a:t>
            </a:r>
            <a:r>
              <a:rPr lang="en-ID" sz="1600" b="1" dirty="0" err="1"/>
              <a:t>banyak</a:t>
            </a:r>
            <a:r>
              <a:rPr lang="en-ID" sz="1600" b="1" dirty="0"/>
              <a:t> M </a:t>
            </a:r>
            <a:r>
              <a:rPr lang="en-ID" sz="1600" b="1" dirty="0" err="1"/>
              <a:t>dari</a:t>
            </a:r>
            <a:r>
              <a:rPr lang="en-ID" sz="1600" b="1" dirty="0"/>
              <a:t> </a:t>
            </a:r>
            <a:r>
              <a:rPr lang="en-ID" sz="1600" b="1" dirty="0" err="1"/>
              <a:t>sebuah</a:t>
            </a:r>
            <a:r>
              <a:rPr lang="en-ID" sz="1600" b="1" dirty="0"/>
              <a:t> </a:t>
            </a:r>
            <a:r>
              <a:rPr lang="en-ID" sz="1600" b="1" dirty="0" err="1"/>
              <a:t>entitas</a:t>
            </a:r>
            <a:r>
              <a:rPr lang="en-ID" sz="1600" b="1" dirty="0"/>
              <a:t> E </a:t>
            </a:r>
            <a:r>
              <a:rPr lang="en-ID" sz="1600" b="1" dirty="0" err="1"/>
              <a:t>direpresentasikan</a:t>
            </a:r>
            <a:r>
              <a:rPr lang="en-ID" sz="1600" b="1" dirty="0"/>
              <a:t> oleh </a:t>
            </a:r>
            <a:r>
              <a:rPr lang="en-ID" sz="1600" b="1" dirty="0" err="1"/>
              <a:t>skema</a:t>
            </a:r>
            <a:r>
              <a:rPr lang="en-ID" sz="1600" b="1" dirty="0"/>
              <a:t> </a:t>
            </a:r>
            <a:r>
              <a:rPr lang="en-ID" sz="1600" b="1" dirty="0" err="1"/>
              <a:t>terpisah</a:t>
            </a:r>
            <a:r>
              <a:rPr lang="en-ID" sz="1600" b="1" dirty="0"/>
              <a:t> EM.</a:t>
            </a:r>
            <a:endParaRPr lang="en-ID" sz="1600" dirty="0"/>
          </a:p>
          <a:p>
            <a:pPr marL="669925" lvl="1" indent="-342900" algn="l">
              <a:buFont typeface="+mj-lt"/>
              <a:buAutoNum type="arabicPeriod"/>
            </a:pPr>
            <a:r>
              <a:rPr lang="en-ID" sz="1400" b="1" dirty="0"/>
              <a:t>Skema EM </a:t>
            </a:r>
            <a:r>
              <a:rPr lang="en-ID" sz="1400" b="1" dirty="0" err="1"/>
              <a:t>memiliki</a:t>
            </a:r>
            <a:r>
              <a:rPr lang="en-ID" sz="1400" b="1" dirty="0"/>
              <a:t> </a:t>
            </a:r>
            <a:r>
              <a:rPr lang="en-ID" sz="1400" b="1" dirty="0" err="1"/>
              <a:t>atribut-atribut</a:t>
            </a:r>
            <a:r>
              <a:rPr lang="en-ID" sz="1400" b="1" dirty="0"/>
              <a:t> yang </a:t>
            </a:r>
            <a:r>
              <a:rPr lang="en-ID" sz="1400" b="1" dirty="0" err="1"/>
              <a:t>berkorespondensi</a:t>
            </a:r>
            <a:r>
              <a:rPr lang="en-ID" sz="1400" b="1" dirty="0"/>
              <a:t> </a:t>
            </a:r>
            <a:r>
              <a:rPr lang="en-ID" sz="1400" b="1" dirty="0" err="1"/>
              <a:t>dengan</a:t>
            </a:r>
            <a:r>
              <a:rPr lang="en-ID" sz="1400" b="1" dirty="0"/>
              <a:t> </a:t>
            </a:r>
            <a:r>
              <a:rPr lang="en-ID" sz="1400" b="1" dirty="0" err="1"/>
              <a:t>kunci</a:t>
            </a:r>
            <a:r>
              <a:rPr lang="en-ID" sz="1400" b="1" dirty="0"/>
              <a:t> </a:t>
            </a:r>
            <a:r>
              <a:rPr lang="en-ID" sz="1400" b="1" dirty="0" err="1"/>
              <a:t>utama</a:t>
            </a:r>
            <a:r>
              <a:rPr lang="en-ID" sz="1400" b="1" dirty="0"/>
              <a:t> (</a:t>
            </a:r>
            <a:r>
              <a:rPr lang="en-ID" sz="1400" b="1" i="1" dirty="0"/>
              <a:t>primary key</a:t>
            </a:r>
            <a:r>
              <a:rPr lang="en-ID" sz="1400" b="1" dirty="0"/>
              <a:t>) </a:t>
            </a:r>
            <a:r>
              <a:rPr lang="en-ID" sz="1400" b="1" dirty="0" err="1"/>
              <a:t>dari</a:t>
            </a:r>
            <a:r>
              <a:rPr lang="en-ID" sz="1400" b="1" dirty="0"/>
              <a:t> E dan </a:t>
            </a:r>
            <a:r>
              <a:rPr lang="en-ID" sz="1400" b="1" dirty="0" err="1"/>
              <a:t>sebuah</a:t>
            </a:r>
            <a:r>
              <a:rPr lang="en-ID" sz="1400" b="1" dirty="0"/>
              <a:t> </a:t>
            </a:r>
            <a:r>
              <a:rPr lang="en-ID" sz="1400" b="1" dirty="0" err="1"/>
              <a:t>atribut</a:t>
            </a:r>
            <a:r>
              <a:rPr lang="en-ID" sz="1400" b="1" dirty="0"/>
              <a:t> yang </a:t>
            </a:r>
            <a:r>
              <a:rPr lang="en-ID" sz="1400" b="1" dirty="0" err="1"/>
              <a:t>berkorespondensi</a:t>
            </a:r>
            <a:r>
              <a:rPr lang="en-ID" sz="1400" b="1" dirty="0"/>
              <a:t> </a:t>
            </a:r>
            <a:r>
              <a:rPr lang="en-ID" sz="1400" b="1" dirty="0" err="1"/>
              <a:t>dengan</a:t>
            </a:r>
            <a:r>
              <a:rPr lang="en-ID" sz="1400" b="1" dirty="0"/>
              <a:t> </a:t>
            </a:r>
            <a:r>
              <a:rPr lang="en-ID" sz="1400" b="1" dirty="0" err="1"/>
              <a:t>atribut</a:t>
            </a:r>
            <a:r>
              <a:rPr lang="en-ID" sz="1400" b="1" dirty="0"/>
              <a:t> </a:t>
            </a:r>
            <a:r>
              <a:rPr lang="en-ID" sz="1400" b="1" dirty="0" err="1"/>
              <a:t>bernilai</a:t>
            </a:r>
            <a:r>
              <a:rPr lang="en-ID" sz="1400" b="1" dirty="0"/>
              <a:t> </a:t>
            </a:r>
            <a:r>
              <a:rPr lang="en-ID" sz="1400" b="1" dirty="0" err="1"/>
              <a:t>banyak</a:t>
            </a:r>
            <a:r>
              <a:rPr lang="en-ID" sz="1400" b="1" dirty="0"/>
              <a:t> M.</a:t>
            </a:r>
            <a:endParaRPr lang="en-ID" sz="1400" dirty="0"/>
          </a:p>
          <a:p>
            <a:pPr marL="669925" lvl="1" indent="-342900" algn="l">
              <a:buFont typeface="+mj-lt"/>
              <a:buAutoNum type="arabicPeriod"/>
            </a:pPr>
            <a:r>
              <a:rPr lang="en-ID" sz="1400" b="1" dirty="0" err="1"/>
              <a:t>Setiap</a:t>
            </a:r>
            <a:r>
              <a:rPr lang="en-ID" sz="1400" b="1" dirty="0"/>
              <a:t> </a:t>
            </a:r>
            <a:r>
              <a:rPr lang="en-ID" sz="1400" b="1" dirty="0" err="1"/>
              <a:t>nilai</a:t>
            </a:r>
            <a:r>
              <a:rPr lang="en-ID" sz="1400" b="1" dirty="0"/>
              <a:t> </a:t>
            </a:r>
            <a:r>
              <a:rPr lang="en-ID" sz="1400" b="1" dirty="0" err="1"/>
              <a:t>dari</a:t>
            </a:r>
            <a:r>
              <a:rPr lang="en-ID" sz="1400" b="1" dirty="0"/>
              <a:t> </a:t>
            </a:r>
            <a:r>
              <a:rPr lang="en-ID" sz="1400" b="1" dirty="0" err="1"/>
              <a:t>atribut</a:t>
            </a:r>
            <a:r>
              <a:rPr lang="en-ID" sz="1400" b="1" dirty="0"/>
              <a:t> </a:t>
            </a:r>
            <a:r>
              <a:rPr lang="en-ID" sz="1400" b="1" dirty="0" err="1"/>
              <a:t>bernilai</a:t>
            </a:r>
            <a:r>
              <a:rPr lang="en-ID" sz="1400" b="1" dirty="0"/>
              <a:t> </a:t>
            </a:r>
            <a:r>
              <a:rPr lang="en-ID" sz="1400" b="1" dirty="0" err="1"/>
              <a:t>banyak</a:t>
            </a:r>
            <a:r>
              <a:rPr lang="en-ID" sz="1400" b="1" dirty="0"/>
              <a:t> </a:t>
            </a:r>
            <a:r>
              <a:rPr lang="en-ID" sz="1400" b="1" dirty="0" err="1"/>
              <a:t>tersebut</a:t>
            </a:r>
            <a:r>
              <a:rPr lang="en-ID" sz="1400" b="1" dirty="0"/>
              <a:t> </a:t>
            </a:r>
            <a:r>
              <a:rPr lang="en-ID" sz="1400" b="1" dirty="0" err="1"/>
              <a:t>dipetakan</a:t>
            </a:r>
            <a:r>
              <a:rPr lang="en-ID" sz="1400" b="1" dirty="0"/>
              <a:t> </a:t>
            </a:r>
            <a:r>
              <a:rPr lang="en-ID" sz="1400" b="1" dirty="0" err="1"/>
              <a:t>ke</a:t>
            </a:r>
            <a:r>
              <a:rPr lang="en-ID" sz="1400" b="1" dirty="0"/>
              <a:t> </a:t>
            </a:r>
            <a:r>
              <a:rPr lang="en-ID" sz="1400" b="1" dirty="0" err="1"/>
              <a:t>dalam</a:t>
            </a:r>
            <a:r>
              <a:rPr lang="en-ID" sz="1400" b="1" dirty="0"/>
              <a:t> </a:t>
            </a:r>
            <a:r>
              <a:rPr lang="en-ID" sz="1400" b="1" i="1" dirty="0"/>
              <a:t>tuple</a:t>
            </a:r>
            <a:r>
              <a:rPr lang="en-ID" sz="1400" b="1" dirty="0"/>
              <a:t> (baris) </a:t>
            </a:r>
            <a:r>
              <a:rPr lang="en-ID" sz="1400" b="1" dirty="0" err="1"/>
              <a:t>terpisah</a:t>
            </a:r>
            <a:r>
              <a:rPr lang="en-ID" sz="1400" b="1" dirty="0"/>
              <a:t> pada </a:t>
            </a:r>
            <a:r>
              <a:rPr lang="en-ID" sz="1400" b="1" dirty="0" err="1"/>
              <a:t>relasi</a:t>
            </a:r>
            <a:r>
              <a:rPr lang="en-ID" sz="1400" b="1" dirty="0"/>
              <a:t> di </a:t>
            </a:r>
            <a:r>
              <a:rPr lang="en-ID" sz="1400" b="1" dirty="0" err="1"/>
              <a:t>skema</a:t>
            </a:r>
            <a:r>
              <a:rPr lang="en-ID" sz="1400" b="1" dirty="0"/>
              <a:t> EM.</a:t>
            </a:r>
          </a:p>
          <a:p>
            <a:pPr marL="669925" lvl="1" indent="-342900" algn="l">
              <a:buFont typeface="+mj-lt"/>
              <a:buAutoNum type="arabicPeriod"/>
            </a:pPr>
            <a:endParaRPr lang="en-ID" sz="1400" dirty="0"/>
          </a:p>
          <a:p>
            <a:pPr marL="152400" indent="0"/>
            <a:r>
              <a:rPr lang="en-ID" sz="1400" b="1" dirty="0" err="1"/>
              <a:t>Contoh</a:t>
            </a:r>
            <a:r>
              <a:rPr lang="en-ID" sz="1400" b="1" dirty="0"/>
              <a:t>: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bernilai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 </a:t>
            </a:r>
            <a:r>
              <a:rPr lang="en-ID" sz="1400" dirty="0" err="1"/>
              <a:t>phone_number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customer </a:t>
            </a:r>
            <a:r>
              <a:rPr lang="en-ID" sz="1400" dirty="0" err="1"/>
              <a:t>direpresentasikan</a:t>
            </a:r>
            <a:r>
              <a:rPr lang="en-ID" sz="1400" dirty="0"/>
              <a:t> oleh </a:t>
            </a:r>
            <a:r>
              <a:rPr lang="en-ID" sz="1400" dirty="0" err="1"/>
              <a:t>skema</a:t>
            </a:r>
            <a:r>
              <a:rPr lang="en-ID" sz="1400" dirty="0"/>
              <a:t>:</a:t>
            </a:r>
          </a:p>
          <a:p>
            <a:pPr marL="152400" indent="0"/>
            <a:r>
              <a:rPr lang="en-ID" sz="1400" b="1" dirty="0"/>
              <a:t>	CUST_PHONE = ( </a:t>
            </a:r>
            <a:r>
              <a:rPr lang="en-ID" sz="1400" b="1" i="1" dirty="0"/>
              <a:t>CUST_ID</a:t>
            </a:r>
            <a:r>
              <a:rPr lang="en-ID" sz="1400" b="1" dirty="0"/>
              <a:t>, </a:t>
            </a:r>
            <a:r>
              <a:rPr lang="en-ID" sz="1400" b="1" i="1" dirty="0"/>
              <a:t>PHONE_NUMBER</a:t>
            </a:r>
            <a:r>
              <a:rPr lang="en-ID" sz="1400" b="1" dirty="0"/>
              <a:t> )</a:t>
            </a:r>
            <a:endParaRPr lang="en-ID" sz="1400" dirty="0"/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ID" sz="1400" b="1" dirty="0" err="1"/>
              <a:t>Ilustrasi</a:t>
            </a:r>
            <a:r>
              <a:rPr lang="en-ID" sz="1400" b="1" dirty="0"/>
              <a:t> Data:</a:t>
            </a:r>
            <a:r>
              <a:rPr lang="en-ID" sz="1400" dirty="0"/>
              <a:t> </a:t>
            </a:r>
          </a:p>
          <a:p>
            <a:pPr marL="609600" lvl="1" indent="0" algn="l"/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customer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utama</a:t>
            </a:r>
            <a:r>
              <a:rPr lang="en-ID" sz="1400" dirty="0"/>
              <a:t> 22222 dan </a:t>
            </a:r>
            <a:r>
              <a:rPr lang="en-ID" sz="1400" dirty="0" err="1"/>
              <a:t>nomor</a:t>
            </a:r>
            <a:r>
              <a:rPr lang="en-ID" sz="1400" dirty="0"/>
              <a:t> </a:t>
            </a:r>
            <a:r>
              <a:rPr lang="en-ID" sz="1400" dirty="0" err="1"/>
              <a:t>telepon</a:t>
            </a:r>
            <a:r>
              <a:rPr lang="en-ID" sz="1400" dirty="0"/>
              <a:t> 456-7890 </a:t>
            </a:r>
            <a:r>
              <a:rPr lang="en-ID" sz="1400" dirty="0" err="1"/>
              <a:t>serta</a:t>
            </a:r>
            <a:r>
              <a:rPr lang="en-ID" sz="1400" dirty="0"/>
              <a:t> 123-4567 </a:t>
            </a:r>
            <a:r>
              <a:rPr lang="en-ID" sz="1400" dirty="0" err="1"/>
              <a:t>akan</a:t>
            </a:r>
            <a:r>
              <a:rPr lang="en-ID" sz="1400" dirty="0"/>
              <a:t> </a:t>
            </a:r>
            <a:r>
              <a:rPr lang="en-ID" sz="1400" dirty="0" err="1"/>
              <a:t>dipetakan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 dua </a:t>
            </a:r>
            <a:r>
              <a:rPr lang="en-ID" sz="1400" i="1" dirty="0"/>
              <a:t>tuple</a:t>
            </a:r>
            <a:r>
              <a:rPr lang="en-ID" sz="1400" dirty="0"/>
              <a:t> (baris):</a:t>
            </a:r>
          </a:p>
          <a:p>
            <a:pPr marL="838200" lvl="1" indent="-228600" algn="l">
              <a:buFont typeface="+mj-lt"/>
              <a:buAutoNum type="alphaLcParenR"/>
            </a:pPr>
            <a:r>
              <a:rPr lang="en-ID" sz="1400" b="1" dirty="0"/>
              <a:t>(22222, 456-7890)</a:t>
            </a:r>
            <a:endParaRPr lang="en-ID" sz="1400" dirty="0"/>
          </a:p>
          <a:p>
            <a:pPr marL="838200" lvl="1" indent="-228600" algn="l">
              <a:buFont typeface="+mj-lt"/>
              <a:buAutoNum type="alphaLcParenR"/>
            </a:pPr>
            <a:r>
              <a:rPr lang="en-ID" sz="1400" b="1" dirty="0"/>
              <a:t>(22222, 123-4567)</a:t>
            </a:r>
            <a:endParaRPr lang="en-ID" sz="1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9993220-AFE4-B93E-2A4B-DA33BC69F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76594" y="1594152"/>
            <a:ext cx="3213643" cy="2600014"/>
          </a:xfrm>
          <a:prstGeom prst="rect">
            <a:avLst/>
          </a:prstGeom>
          <a:noFill/>
          <a:ln w="12700" cmpd="tri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8207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F8FAA6E-3160-1306-02A8-03C125912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F91C270-1020-EF29-1332-91C0D42B3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52117"/>
            <a:ext cx="80146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Atribut</a:t>
            </a:r>
            <a:r>
              <a:rPr lang="en-ID" sz="2400" b="1" dirty="0"/>
              <a:t> </a:t>
            </a:r>
            <a:r>
              <a:rPr lang="en-ID" sz="2400" b="1" dirty="0" err="1"/>
              <a:t>Bernilai</a:t>
            </a:r>
            <a:r>
              <a:rPr lang="en-ID" sz="2400" b="1" dirty="0"/>
              <a:t> Banyak (</a:t>
            </a:r>
            <a:r>
              <a:rPr lang="en-ID" sz="2400" b="1" dirty="0" err="1"/>
              <a:t>Multivalue</a:t>
            </a:r>
            <a:r>
              <a:rPr lang="en-ID" sz="2400" b="1" dirty="0"/>
              <a:t>) – </a:t>
            </a:r>
            <a:r>
              <a:rPr lang="en-ID" sz="2400" b="1" dirty="0" err="1"/>
              <a:t>Kasus</a:t>
            </a:r>
            <a:r>
              <a:rPr lang="en-ID" sz="2400" b="1" dirty="0"/>
              <a:t> </a:t>
            </a:r>
            <a:r>
              <a:rPr lang="en-ID" sz="2400" b="1" dirty="0" err="1"/>
              <a:t>Khusus</a:t>
            </a:r>
            <a:endParaRPr lang="en-ID" sz="2400" b="1" dirty="0"/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98283418-661F-FD8D-FC1C-C35AE082F67C}"/>
              </a:ext>
            </a:extLst>
          </p:cNvPr>
          <p:cNvSpPr txBox="1">
            <a:spLocks/>
          </p:cNvSpPr>
          <p:nvPr/>
        </p:nvSpPr>
        <p:spPr>
          <a:xfrm>
            <a:off x="557349" y="2432683"/>
            <a:ext cx="8177347" cy="2304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1800" b="1" dirty="0" err="1"/>
              <a:t>Entitas</a:t>
            </a:r>
            <a:r>
              <a:rPr lang="en-ID" sz="1800" b="1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time_slot</a:t>
            </a:r>
            <a:r>
              <a:rPr lang="en-ID" sz="1800" b="1" dirty="0"/>
              <a:t> </a:t>
            </a:r>
            <a:r>
              <a:rPr lang="en-ID" sz="1800" b="1" dirty="0" err="1"/>
              <a:t>hanya</a:t>
            </a:r>
            <a:r>
              <a:rPr lang="en-ID" sz="1800" b="1" dirty="0"/>
              <a:t> </a:t>
            </a:r>
            <a:r>
              <a:rPr lang="en-ID" sz="1800" b="1" dirty="0" err="1"/>
              <a:t>memiliki</a:t>
            </a:r>
            <a:r>
              <a:rPr lang="en-ID" sz="1800" b="1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satu</a:t>
            </a:r>
            <a:r>
              <a:rPr lang="en-ID" sz="1800" b="1" dirty="0"/>
              <a:t> </a:t>
            </a:r>
            <a:r>
              <a:rPr lang="en-ID" sz="1800" b="1" dirty="0" err="1"/>
              <a:t>atribut</a:t>
            </a:r>
            <a:r>
              <a:rPr lang="en-ID" sz="1800" b="1" dirty="0"/>
              <a:t> </a:t>
            </a:r>
            <a:r>
              <a:rPr lang="en-ID" sz="1800" b="1" dirty="0" err="1"/>
              <a:t>selain</a:t>
            </a:r>
            <a:r>
              <a:rPr lang="en-ID" sz="1800" b="1" dirty="0"/>
              <a:t> </a:t>
            </a:r>
            <a:r>
              <a:rPr lang="en-ID" sz="1800" b="1" dirty="0" err="1"/>
              <a:t>atribut</a:t>
            </a:r>
            <a:r>
              <a:rPr lang="en-ID" sz="1800" b="1" dirty="0"/>
              <a:t> </a:t>
            </a:r>
            <a:r>
              <a:rPr lang="en-ID" sz="1800" b="1" dirty="0" err="1"/>
              <a:t>kunci</a:t>
            </a:r>
            <a:r>
              <a:rPr lang="en-ID" sz="1800" b="1" dirty="0"/>
              <a:t> </a:t>
            </a:r>
            <a:r>
              <a:rPr lang="en-ID" sz="1800" b="1" dirty="0" err="1"/>
              <a:t>utamanya</a:t>
            </a:r>
            <a:r>
              <a:rPr lang="en-ID" sz="1800" b="1" dirty="0"/>
              <a:t> (</a:t>
            </a:r>
            <a:r>
              <a:rPr lang="en-ID" sz="1800" b="1" i="1" dirty="0">
                <a:solidFill>
                  <a:srgbClr val="FFC000"/>
                </a:solidFill>
              </a:rPr>
              <a:t>primary-key</a:t>
            </a:r>
            <a:r>
              <a:rPr lang="en-ID" sz="1800" b="1" dirty="0"/>
              <a:t>), dan </a:t>
            </a:r>
            <a:r>
              <a:rPr lang="en-ID" sz="1800" b="1" dirty="0" err="1"/>
              <a:t>atribut</a:t>
            </a:r>
            <a:r>
              <a:rPr lang="en-ID" sz="1800" b="1" dirty="0"/>
              <a:t> </a:t>
            </a:r>
            <a:r>
              <a:rPr lang="en-ID" sz="1800" b="1" dirty="0" err="1"/>
              <a:t>tersebut</a:t>
            </a:r>
            <a:r>
              <a:rPr lang="en-ID" sz="1800" b="1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bernilai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banyak</a:t>
            </a:r>
            <a:r>
              <a:rPr lang="en-ID" sz="1800" b="1" dirty="0"/>
              <a:t>.</a:t>
            </a:r>
            <a:endParaRPr lang="en-ID" sz="18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800" b="1" dirty="0" err="1"/>
              <a:t>Optimasi</a:t>
            </a:r>
            <a:r>
              <a:rPr lang="en-ID" sz="1800" b="1" dirty="0"/>
              <a:t>:</a:t>
            </a:r>
            <a:r>
              <a:rPr lang="en-ID" sz="1800" dirty="0"/>
              <a:t> Tidak </a:t>
            </a:r>
            <a:r>
              <a:rPr lang="en-ID" sz="1800" dirty="0" err="1"/>
              <a:t>perlu</a:t>
            </a:r>
            <a:r>
              <a:rPr lang="en-ID" sz="1800" dirty="0"/>
              <a:t> </a:t>
            </a:r>
            <a:r>
              <a:rPr lang="en-ID" sz="1800" dirty="0" err="1"/>
              <a:t>membuat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(</a:t>
            </a:r>
            <a:r>
              <a:rPr lang="en-ID" sz="1800" dirty="0" err="1"/>
              <a:t>tabel</a:t>
            </a:r>
            <a:r>
              <a:rPr lang="en-ID" sz="1800" dirty="0"/>
              <a:t>) yang </a:t>
            </a:r>
            <a:r>
              <a:rPr lang="en-ID" sz="1800" dirty="0" err="1"/>
              <a:t>berkorespondensi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entitas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, </a:t>
            </a:r>
            <a:r>
              <a:rPr lang="en-ID" sz="1800" dirty="0" err="1"/>
              <a:t>cukup</a:t>
            </a:r>
            <a:r>
              <a:rPr lang="en-ID" sz="1800" dirty="0"/>
              <a:t> buat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yang </a:t>
            </a:r>
            <a:r>
              <a:rPr lang="en-ID" sz="1800" dirty="0" err="1"/>
              <a:t>berkorespondensi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atribut</a:t>
            </a:r>
            <a:r>
              <a:rPr lang="en-ID" sz="1800" dirty="0"/>
              <a:t> </a:t>
            </a:r>
            <a:r>
              <a:rPr lang="en-ID" sz="1800" dirty="0" err="1"/>
              <a:t>bernilai</a:t>
            </a:r>
            <a:r>
              <a:rPr lang="en-ID" sz="1800" dirty="0"/>
              <a:t> </a:t>
            </a:r>
            <a:r>
              <a:rPr lang="en-ID" sz="1800" dirty="0" err="1"/>
              <a:t>banyak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.</a:t>
            </a:r>
          </a:p>
          <a:p>
            <a:pPr marL="1066800" lvl="2" indent="0" algn="l"/>
            <a:r>
              <a:rPr lang="en-ID" sz="1800" dirty="0"/>
              <a:t>TIME_SLOT = (</a:t>
            </a:r>
            <a:r>
              <a:rPr lang="en-ID" sz="1800" b="1" dirty="0"/>
              <a:t>_TIME_SLOT_ID_</a:t>
            </a:r>
            <a:r>
              <a:rPr lang="en-ID" sz="1800" dirty="0"/>
              <a:t>, DAY, START_TIME, END_TIME).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800" b="1" dirty="0" err="1"/>
              <a:t>Peringatan</a:t>
            </a:r>
            <a:r>
              <a:rPr lang="en-ID" sz="1800" b="1" dirty="0"/>
              <a:t> (</a:t>
            </a:r>
            <a:r>
              <a:rPr lang="en-ID" sz="1800" b="1" i="1" dirty="0"/>
              <a:t>Caveat</a:t>
            </a:r>
            <a:r>
              <a:rPr lang="en-ID" sz="1800" b="1" dirty="0"/>
              <a:t>):</a:t>
            </a:r>
            <a:r>
              <a:rPr lang="en-ID" sz="1800" dirty="0"/>
              <a:t> </a:t>
            </a:r>
            <a:r>
              <a:rPr lang="en-ID" sz="1800" dirty="0" err="1"/>
              <a:t>Atribut</a:t>
            </a:r>
            <a:r>
              <a:rPr lang="en-ID" sz="1800" dirty="0"/>
              <a:t> </a:t>
            </a:r>
            <a:r>
              <a:rPr lang="en-ID" sz="1800" dirty="0" err="1"/>
              <a:t>time_slot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section (</a:t>
            </a:r>
            <a:r>
              <a:rPr lang="en-ID" sz="1800" dirty="0" err="1"/>
              <a:t>berasal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dirty="0" err="1"/>
              <a:t>sec_time_slot</a:t>
            </a:r>
            <a:r>
              <a:rPr lang="en-ID" sz="1800" dirty="0"/>
              <a:t>)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menjadi</a:t>
            </a:r>
            <a:r>
              <a:rPr lang="en-ID" sz="1800" dirty="0"/>
              <a:t> </a:t>
            </a:r>
            <a:r>
              <a:rPr lang="en-ID" sz="1800" dirty="0" err="1"/>
              <a:t>kunci</a:t>
            </a:r>
            <a:r>
              <a:rPr lang="en-ID" sz="1800" dirty="0"/>
              <a:t> </a:t>
            </a:r>
            <a:r>
              <a:rPr lang="en-ID" sz="1800" dirty="0" err="1"/>
              <a:t>tamu</a:t>
            </a:r>
            <a:r>
              <a:rPr lang="en-ID" sz="1800" dirty="0"/>
              <a:t> (</a:t>
            </a:r>
            <a:r>
              <a:rPr lang="en-ID" sz="1800" i="1" dirty="0"/>
              <a:t>foreign key</a:t>
            </a:r>
            <a:r>
              <a:rPr lang="en-ID" sz="1800" dirty="0"/>
              <a:t>) </a:t>
            </a:r>
            <a:r>
              <a:rPr lang="en-ID" sz="1800" dirty="0" err="1"/>
              <a:t>karena</a:t>
            </a:r>
            <a:r>
              <a:rPr lang="en-ID" sz="1800" dirty="0"/>
              <a:t> </a:t>
            </a:r>
            <a:r>
              <a:rPr lang="en-ID" sz="1800" dirty="0" err="1"/>
              <a:t>adanya</a:t>
            </a:r>
            <a:r>
              <a:rPr lang="en-ID" sz="1800" dirty="0"/>
              <a:t> </a:t>
            </a:r>
            <a:r>
              <a:rPr lang="en-ID" sz="1800" dirty="0" err="1"/>
              <a:t>optimasi</a:t>
            </a:r>
            <a:r>
              <a:rPr lang="en-ID" sz="1800" dirty="0"/>
              <a:t> </a:t>
            </a:r>
            <a:r>
              <a:rPr lang="en-ID" sz="1800" dirty="0" err="1"/>
              <a:t>ini</a:t>
            </a:r>
            <a:r>
              <a:rPr lang="en-ID" sz="1800" dirty="0"/>
              <a:t>. </a:t>
            </a:r>
            <a:r>
              <a:rPr lang="en-ID" sz="1800" b="1" dirty="0" err="1"/>
              <a:t>Mengapa</a:t>
            </a:r>
            <a:r>
              <a:rPr lang="en-ID" sz="1800" b="1" dirty="0"/>
              <a:t>?</a:t>
            </a:r>
            <a:endParaRPr lang="en-ID" sz="1800"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7D95C24A-F52C-13C8-AD28-1851D207A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9366" y="1091325"/>
            <a:ext cx="4115962" cy="1413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676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945863F-09BE-CC73-4DCE-006DA75A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1F5F43E6-9B6E-26A3-8522-A317630F3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52117"/>
            <a:ext cx="80146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/>
              <a:t>Why?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7346A023-BFEA-2D55-AE59-1A2A8371FCF9}"/>
              </a:ext>
            </a:extLst>
          </p:cNvPr>
          <p:cNvSpPr txBox="1">
            <a:spLocks/>
          </p:cNvSpPr>
          <p:nvPr/>
        </p:nvSpPr>
        <p:spPr>
          <a:xfrm>
            <a:off x="557349" y="931817"/>
            <a:ext cx="8177347" cy="380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1400" b="1" dirty="0"/>
              <a:t>Alasan </a:t>
            </a:r>
            <a:r>
              <a:rPr lang="en-ID" sz="1400" b="1" dirty="0" err="1"/>
              <a:t>Mengapa</a:t>
            </a:r>
            <a:r>
              <a:rPr lang="en-ID" sz="1400" b="1" dirty="0"/>
              <a:t> </a:t>
            </a:r>
            <a:r>
              <a:rPr lang="en-ID" sz="1400" b="1" dirty="0" err="1"/>
              <a:t>Optimasi</a:t>
            </a:r>
            <a:r>
              <a:rPr lang="en-ID" sz="1400" b="1" dirty="0"/>
              <a:t> Ini </a:t>
            </a:r>
            <a:r>
              <a:rPr lang="en-ID" sz="1400" b="1" dirty="0" err="1"/>
              <a:t>Menghalangi</a:t>
            </a:r>
            <a:r>
              <a:rPr lang="en-ID" sz="1400" b="1" dirty="0"/>
              <a:t> </a:t>
            </a:r>
            <a:r>
              <a:rPr lang="en-ID" sz="1400" b="1" i="1" dirty="0"/>
              <a:t>Foreign Key</a:t>
            </a:r>
            <a:endParaRPr lang="en-ID" sz="1400" b="1" dirty="0"/>
          </a:p>
          <a:p>
            <a:pPr marL="404813" indent="-266700">
              <a:buFont typeface="+mj-lt"/>
              <a:buAutoNum type="arabicPeriod"/>
            </a:pPr>
            <a:r>
              <a:rPr lang="en-ID" sz="1400" dirty="0"/>
              <a:t>Dalam </a:t>
            </a:r>
            <a:r>
              <a:rPr lang="en-ID" sz="1400" dirty="0" err="1"/>
              <a:t>perancangan</a:t>
            </a:r>
            <a:r>
              <a:rPr lang="en-ID" sz="1400" dirty="0"/>
              <a:t> basis data </a:t>
            </a:r>
            <a:r>
              <a:rPr lang="en-ID" sz="1400" dirty="0" err="1"/>
              <a:t>standar</a:t>
            </a:r>
            <a:r>
              <a:rPr lang="en-ID" sz="1400" dirty="0"/>
              <a:t>,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tamu</a:t>
            </a:r>
            <a:r>
              <a:rPr lang="en-ID" sz="1400" dirty="0"/>
              <a:t> (</a:t>
            </a:r>
            <a:r>
              <a:rPr lang="en-ID" sz="1400" i="1" dirty="0"/>
              <a:t>foreign key</a:t>
            </a:r>
            <a:r>
              <a:rPr lang="en-ID" sz="1400" dirty="0"/>
              <a:t>) </a:t>
            </a:r>
            <a:r>
              <a:rPr lang="en-ID" sz="1400" dirty="0" err="1"/>
              <a:t>harus</a:t>
            </a:r>
            <a:r>
              <a:rPr lang="en-ID" sz="1400" dirty="0"/>
              <a:t> </a:t>
            </a:r>
            <a:r>
              <a:rPr lang="en-ID" sz="1400" dirty="0" err="1"/>
              <a:t>merujuk</a:t>
            </a:r>
            <a:r>
              <a:rPr lang="en-ID" sz="1400" dirty="0"/>
              <a:t> pada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utama</a:t>
            </a:r>
            <a:r>
              <a:rPr lang="en-ID" sz="1400" dirty="0"/>
              <a:t> (</a:t>
            </a:r>
            <a:r>
              <a:rPr lang="en-ID" sz="1400" i="1" dirty="0"/>
              <a:t>primary key</a:t>
            </a:r>
            <a:r>
              <a:rPr lang="en-ID" sz="1400" dirty="0"/>
              <a:t>) yang </a:t>
            </a:r>
            <a:r>
              <a:rPr lang="en-ID" sz="1400" dirty="0" err="1"/>
              <a:t>bersifat</a:t>
            </a:r>
            <a:r>
              <a:rPr lang="en-ID" sz="1400" dirty="0"/>
              <a:t> </a:t>
            </a:r>
            <a:r>
              <a:rPr lang="en-ID" sz="1400" b="1" dirty="0" err="1"/>
              <a:t>unik</a:t>
            </a:r>
            <a:r>
              <a:rPr lang="en-ID" sz="1400" dirty="0"/>
              <a:t> di </a:t>
            </a:r>
            <a:r>
              <a:rPr lang="en-ID" sz="1400" dirty="0" err="1"/>
              <a:t>tabel</a:t>
            </a:r>
            <a:r>
              <a:rPr lang="en-ID" sz="1400" dirty="0"/>
              <a:t> </a:t>
            </a:r>
            <a:r>
              <a:rPr lang="en-ID" sz="1400" dirty="0" err="1"/>
              <a:t>tujuan</a:t>
            </a:r>
            <a:r>
              <a:rPr lang="en-ID" sz="1400" dirty="0"/>
              <a:t>. </a:t>
            </a:r>
            <a:r>
              <a:rPr lang="en-ID" sz="1400" dirty="0" err="1"/>
              <a:t>Namun</a:t>
            </a:r>
            <a:r>
              <a:rPr lang="en-ID" sz="1400" dirty="0"/>
              <a:t>, pada </a:t>
            </a:r>
            <a:r>
              <a:rPr lang="en-ID" sz="1400" dirty="0" err="1"/>
              <a:t>kasus</a:t>
            </a:r>
            <a:r>
              <a:rPr lang="en-ID" sz="1400" dirty="0"/>
              <a:t> </a:t>
            </a:r>
            <a:r>
              <a:rPr lang="en-ID" sz="1400" dirty="0" err="1"/>
              <a:t>optimasi</a:t>
            </a:r>
            <a:r>
              <a:rPr lang="en-ID" sz="1400" dirty="0"/>
              <a:t> </a:t>
            </a:r>
            <a:r>
              <a:rPr lang="en-ID" sz="1400" dirty="0" err="1"/>
              <a:t>time_slot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:</a:t>
            </a:r>
          </a:p>
          <a:p>
            <a:pPr marL="404813" indent="-266700">
              <a:buFont typeface="+mj-lt"/>
              <a:buAutoNum type="arabicPeriod"/>
            </a:pPr>
            <a:r>
              <a:rPr lang="en-ID" sz="1400" b="1" dirty="0"/>
              <a:t>Satu ID </a:t>
            </a:r>
            <a:r>
              <a:rPr lang="en-ID" sz="1400" b="1" dirty="0" err="1"/>
              <a:t>Memiliki</a:t>
            </a:r>
            <a:r>
              <a:rPr lang="en-ID" sz="1400" b="1" dirty="0"/>
              <a:t> Banyak Baris:</a:t>
            </a:r>
            <a:r>
              <a:rPr lang="en-ID" sz="1400" dirty="0"/>
              <a:t> Karena </a:t>
            </a:r>
            <a:r>
              <a:rPr lang="en-ID" sz="1400" dirty="0" err="1"/>
              <a:t>time_slot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bernilai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 yang </a:t>
            </a:r>
            <a:r>
              <a:rPr lang="en-ID" sz="1400" dirty="0" err="1"/>
              <a:t>telah</a:t>
            </a:r>
            <a:r>
              <a:rPr lang="en-ID" sz="1400" dirty="0"/>
              <a:t> "</a:t>
            </a:r>
            <a:r>
              <a:rPr lang="en-ID" sz="1400" dirty="0" err="1"/>
              <a:t>didatarkan</a:t>
            </a:r>
            <a:r>
              <a:rPr lang="en-ID" sz="1400" dirty="0"/>
              <a:t>" (</a:t>
            </a:r>
            <a:r>
              <a:rPr lang="en-ID" sz="1400" i="1" dirty="0"/>
              <a:t>flattened</a:t>
            </a:r>
            <a:r>
              <a:rPr lang="en-ID" sz="1400" dirty="0"/>
              <a:t>),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nilai</a:t>
            </a:r>
            <a:r>
              <a:rPr lang="en-ID" sz="1400" dirty="0"/>
              <a:t> TIME_SLOT_ID (</a:t>
            </a:r>
            <a:r>
              <a:rPr lang="en-ID" sz="1400" dirty="0" err="1"/>
              <a:t>misalnya</a:t>
            </a:r>
            <a:r>
              <a:rPr lang="en-ID" sz="1400" dirty="0"/>
              <a:t>: "TS01")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muncul</a:t>
            </a:r>
            <a:r>
              <a:rPr lang="en-ID" sz="1400" dirty="0"/>
              <a:t> di </a:t>
            </a:r>
            <a:r>
              <a:rPr lang="en-ID" sz="1400" dirty="0" err="1"/>
              <a:t>banyak</a:t>
            </a:r>
            <a:r>
              <a:rPr lang="en-ID" sz="1400" dirty="0"/>
              <a:t> baris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mewakili</a:t>
            </a:r>
            <a:r>
              <a:rPr lang="en-ID" sz="1400" dirty="0"/>
              <a:t> </a:t>
            </a:r>
            <a:r>
              <a:rPr lang="en-ID" sz="1400" dirty="0" err="1"/>
              <a:t>hari</a:t>
            </a:r>
            <a:r>
              <a:rPr lang="en-ID" sz="1400" dirty="0"/>
              <a:t> </a:t>
            </a:r>
            <a:r>
              <a:rPr lang="en-ID" sz="1400" dirty="0" err="1"/>
              <a:t>atau</a:t>
            </a:r>
            <a:r>
              <a:rPr lang="en-ID" sz="1400" dirty="0"/>
              <a:t> jam yang </a:t>
            </a:r>
            <a:r>
              <a:rPr lang="en-ID" sz="1400" dirty="0" err="1"/>
              <a:t>berbeda</a:t>
            </a:r>
            <a:r>
              <a:rPr lang="en-ID" sz="1400" dirty="0"/>
              <a:t>.</a:t>
            </a:r>
          </a:p>
          <a:p>
            <a:pPr marL="404813" indent="-266700">
              <a:buFont typeface="+mj-lt"/>
              <a:buAutoNum type="arabicPeriod"/>
            </a:pPr>
            <a:r>
              <a:rPr lang="en-ID" sz="1400" b="1" dirty="0" err="1"/>
              <a:t>Kehilangan</a:t>
            </a:r>
            <a:r>
              <a:rPr lang="en-ID" sz="1400" b="1" dirty="0"/>
              <a:t> Sifat Unik:</a:t>
            </a:r>
            <a:r>
              <a:rPr lang="en-ID" sz="1400" dirty="0"/>
              <a:t> </a:t>
            </a:r>
            <a:r>
              <a:rPr lang="en-ID" sz="1400" dirty="0" err="1"/>
              <a:t>Akibatnya</a:t>
            </a:r>
            <a:r>
              <a:rPr lang="en-ID" sz="1400" dirty="0"/>
              <a:t>, TIME_SLOT_ID </a:t>
            </a:r>
            <a:r>
              <a:rPr lang="en-ID" sz="1400" dirty="0" err="1"/>
              <a:t>saja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lagi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utama</a:t>
            </a:r>
            <a:r>
              <a:rPr lang="en-ID" sz="1400" dirty="0"/>
              <a:t> yang </a:t>
            </a:r>
            <a:r>
              <a:rPr lang="en-ID" sz="1400" dirty="0" err="1"/>
              <a:t>unik</a:t>
            </a:r>
            <a:r>
              <a:rPr lang="en-ID" sz="1400" dirty="0"/>
              <a:t>;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utamanya</a:t>
            </a:r>
            <a:r>
              <a:rPr lang="en-ID" sz="1400" dirty="0"/>
              <a:t> </a:t>
            </a:r>
            <a:r>
              <a:rPr lang="en-ID" sz="1400" dirty="0" err="1"/>
              <a:t>sekarang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gabungan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semua</a:t>
            </a:r>
            <a:r>
              <a:rPr lang="en-ID" sz="1400" dirty="0"/>
              <a:t> </a:t>
            </a:r>
            <a:r>
              <a:rPr lang="en-ID" sz="1400" dirty="0" err="1"/>
              <a:t>kolom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tabel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.</a:t>
            </a:r>
          </a:p>
          <a:p>
            <a:pPr marL="404813" indent="-266700">
              <a:buFont typeface="+mj-lt"/>
              <a:buAutoNum type="arabicPeriod"/>
            </a:pPr>
            <a:r>
              <a:rPr lang="en-ID" sz="1400" b="1" dirty="0" err="1"/>
              <a:t>Kegagalan</a:t>
            </a:r>
            <a:r>
              <a:rPr lang="en-ID" sz="1400" b="1" dirty="0"/>
              <a:t> </a:t>
            </a:r>
            <a:r>
              <a:rPr lang="en-ID" sz="1400" b="1" dirty="0" err="1"/>
              <a:t>Referensi</a:t>
            </a:r>
            <a:r>
              <a:rPr lang="en-ID" sz="1400" b="1" dirty="0"/>
              <a:t>:</a:t>
            </a:r>
            <a:r>
              <a:rPr lang="en-ID" sz="1400" dirty="0"/>
              <a:t> Karena TIME_SLOT_ID di </a:t>
            </a:r>
            <a:r>
              <a:rPr lang="en-ID" sz="1400" dirty="0" err="1"/>
              <a:t>tabel</a:t>
            </a:r>
            <a:r>
              <a:rPr lang="en-ID" sz="1400" dirty="0"/>
              <a:t> TIME_SLOT </a:t>
            </a:r>
            <a:r>
              <a:rPr lang="en-ID" sz="1400" dirty="0" err="1"/>
              <a:t>bukan</a:t>
            </a:r>
            <a:r>
              <a:rPr lang="en-ID" sz="1400" dirty="0"/>
              <a:t> </a:t>
            </a:r>
            <a:r>
              <a:rPr lang="en-ID" sz="1400" dirty="0" err="1"/>
              <a:t>lagi</a:t>
            </a:r>
            <a:r>
              <a:rPr lang="en-ID" sz="1400" dirty="0"/>
              <a:t> </a:t>
            </a:r>
            <a:r>
              <a:rPr lang="en-ID" sz="1400" dirty="0" err="1"/>
              <a:t>nilai</a:t>
            </a:r>
            <a:r>
              <a:rPr lang="en-ID" sz="1400" dirty="0"/>
              <a:t> </a:t>
            </a:r>
            <a:r>
              <a:rPr lang="en-ID" sz="1400" dirty="0" err="1"/>
              <a:t>unik</a:t>
            </a:r>
            <a:r>
              <a:rPr lang="en-ID" sz="1400" dirty="0"/>
              <a:t> yang </a:t>
            </a:r>
            <a:r>
              <a:rPr lang="en-ID" sz="1400" dirty="0" err="1"/>
              <a:t>berdiri</a:t>
            </a:r>
            <a:r>
              <a:rPr lang="en-ID" sz="1400" dirty="0"/>
              <a:t> </a:t>
            </a:r>
            <a:r>
              <a:rPr lang="en-ID" sz="1400" dirty="0" err="1"/>
              <a:t>sendiri</a:t>
            </a:r>
            <a:r>
              <a:rPr lang="en-ID" sz="1400" dirty="0"/>
              <a:t>, </a:t>
            </a:r>
            <a:r>
              <a:rPr lang="en-ID" sz="1400" dirty="0" err="1"/>
              <a:t>tabel</a:t>
            </a:r>
            <a:r>
              <a:rPr lang="en-ID" sz="1400" dirty="0"/>
              <a:t> section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menjadikannya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i="1" dirty="0"/>
              <a:t>foreign key</a:t>
            </a:r>
            <a:r>
              <a:rPr lang="en-ID" sz="1400" dirty="0"/>
              <a:t>.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teknis</a:t>
            </a:r>
            <a:r>
              <a:rPr lang="en-ID" sz="1400" dirty="0"/>
              <a:t>, </a:t>
            </a:r>
            <a:r>
              <a:rPr lang="en-ID" sz="1400" dirty="0" err="1"/>
              <a:t>sistem</a:t>
            </a:r>
            <a:r>
              <a:rPr lang="en-ID" sz="1400" dirty="0"/>
              <a:t> basis data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akan</a:t>
            </a:r>
            <a:r>
              <a:rPr lang="en-ID" sz="1400" dirty="0"/>
              <a:t> </a:t>
            </a:r>
            <a:r>
              <a:rPr lang="en-ID" sz="1400" dirty="0" err="1"/>
              <a:t>tahu</a:t>
            </a:r>
            <a:r>
              <a:rPr lang="en-ID" sz="1400" dirty="0"/>
              <a:t> baris </a:t>
            </a:r>
            <a:r>
              <a:rPr lang="en-ID" sz="1400" dirty="0" err="1"/>
              <a:t>spesifik</a:t>
            </a:r>
            <a:r>
              <a:rPr lang="en-ID" sz="1400" dirty="0"/>
              <a:t> mana (</a:t>
            </a:r>
            <a:r>
              <a:rPr lang="en-ID" sz="1400" dirty="0" err="1"/>
              <a:t>hari</a:t>
            </a:r>
            <a:r>
              <a:rPr lang="en-ID" sz="1400" dirty="0"/>
              <a:t>/jam mana) yang </a:t>
            </a:r>
            <a:r>
              <a:rPr lang="en-ID" sz="1400" dirty="0" err="1"/>
              <a:t>sedang</a:t>
            </a:r>
            <a:r>
              <a:rPr lang="en-ID" sz="1400" dirty="0"/>
              <a:t> </a:t>
            </a:r>
            <a:r>
              <a:rPr lang="en-ID" sz="1400" dirty="0" err="1"/>
              <a:t>dirujuk</a:t>
            </a:r>
            <a:r>
              <a:rPr lang="en-ID" sz="1400" dirty="0"/>
              <a:t> oleh </a:t>
            </a:r>
            <a:r>
              <a:rPr lang="en-ID" sz="1400" dirty="0" err="1"/>
              <a:t>sebuah</a:t>
            </a:r>
            <a:r>
              <a:rPr lang="en-ID" sz="1400" dirty="0"/>
              <a:t> section.</a:t>
            </a:r>
          </a:p>
          <a:p>
            <a:pPr marL="152400" indent="0"/>
            <a:r>
              <a:rPr lang="en-ID" sz="1400" b="1" dirty="0" err="1"/>
              <a:t>Konsekuensi</a:t>
            </a:r>
            <a:r>
              <a:rPr lang="en-ID" sz="1400" b="1" dirty="0"/>
              <a:t> Desain: </a:t>
            </a:r>
            <a:r>
              <a:rPr lang="en-ID" sz="1400" dirty="0"/>
              <a:t>Jika Anda </a:t>
            </a:r>
            <a:r>
              <a:rPr lang="en-ID" sz="1400" dirty="0" err="1"/>
              <a:t>tetap</a:t>
            </a:r>
            <a:r>
              <a:rPr lang="en-ID" sz="1400" dirty="0"/>
              <a:t> </a:t>
            </a:r>
            <a:r>
              <a:rPr lang="en-ID" sz="1400" dirty="0" err="1"/>
              <a:t>ingin</a:t>
            </a:r>
            <a:r>
              <a:rPr lang="en-ID" sz="1400" dirty="0"/>
              <a:t> </a:t>
            </a:r>
            <a:r>
              <a:rPr lang="en-ID" sz="1400" dirty="0" err="1"/>
              <a:t>menggunakan</a:t>
            </a:r>
            <a:r>
              <a:rPr lang="en-ID" sz="1400" dirty="0"/>
              <a:t> </a:t>
            </a:r>
            <a:r>
              <a:rPr lang="en-ID" sz="1400" i="1" dirty="0"/>
              <a:t>foreign key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section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time_slot</a:t>
            </a:r>
            <a:r>
              <a:rPr lang="en-ID" sz="1400" dirty="0"/>
              <a:t>, Anda </a:t>
            </a:r>
            <a:r>
              <a:rPr lang="en-ID" sz="1400" dirty="0" err="1"/>
              <a:t>harus</a:t>
            </a:r>
            <a:r>
              <a:rPr lang="en-ID" sz="1400" dirty="0"/>
              <a:t> </a:t>
            </a:r>
            <a:r>
              <a:rPr lang="en-ID" sz="1400" dirty="0" err="1"/>
              <a:t>membatalkan</a:t>
            </a:r>
            <a:r>
              <a:rPr lang="en-ID" sz="1400" dirty="0"/>
              <a:t> </a:t>
            </a:r>
            <a:r>
              <a:rPr lang="en-ID" sz="1400" dirty="0" err="1"/>
              <a:t>optimasi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 dan </a:t>
            </a:r>
            <a:r>
              <a:rPr lang="en-ID" sz="1400" dirty="0" err="1"/>
              <a:t>kembali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aturan</a:t>
            </a:r>
            <a:r>
              <a:rPr lang="en-ID" sz="1400" dirty="0"/>
              <a:t> </a:t>
            </a:r>
            <a:r>
              <a:rPr lang="en-ID" sz="1400" dirty="0" err="1"/>
              <a:t>standar</a:t>
            </a:r>
            <a:r>
              <a:rPr lang="en-ID" sz="1400" dirty="0"/>
              <a:t>:</a:t>
            </a:r>
          </a:p>
          <a:p>
            <a:pPr marL="381000" indent="-228600">
              <a:buFont typeface="+mj-lt"/>
              <a:buAutoNum type="arabicPeriod"/>
            </a:pPr>
            <a:r>
              <a:rPr lang="en-ID" sz="1400" b="1" dirty="0"/>
              <a:t>Tabel 1 (</a:t>
            </a:r>
            <a:r>
              <a:rPr lang="en-ID" sz="1400" b="1" dirty="0" err="1"/>
              <a:t>Entitas</a:t>
            </a:r>
            <a:r>
              <a:rPr lang="en-ID" sz="1400" b="1" dirty="0"/>
              <a:t>):</a:t>
            </a:r>
            <a:r>
              <a:rPr lang="en-ID" sz="1400" dirty="0"/>
              <a:t> Hanya </a:t>
            </a:r>
            <a:r>
              <a:rPr lang="en-ID" sz="1400" dirty="0" err="1"/>
              <a:t>berisi</a:t>
            </a:r>
            <a:r>
              <a:rPr lang="en-ID" sz="1400" dirty="0"/>
              <a:t> TIME_SLOT_ID (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utama</a:t>
            </a:r>
            <a:r>
              <a:rPr lang="en-ID" sz="1400" dirty="0"/>
              <a:t> yang </a:t>
            </a:r>
            <a:r>
              <a:rPr lang="en-ID" sz="1400" dirty="0" err="1"/>
              <a:t>unik</a:t>
            </a:r>
            <a:r>
              <a:rPr lang="en-ID" sz="1400" dirty="0"/>
              <a:t>).</a:t>
            </a:r>
          </a:p>
          <a:p>
            <a:pPr marL="381000" indent="-228600">
              <a:buFont typeface="+mj-lt"/>
              <a:buAutoNum type="arabicPeriod"/>
            </a:pPr>
            <a:r>
              <a:rPr lang="en-ID" sz="1400" b="1" dirty="0"/>
              <a:t>Tabel 2 (</a:t>
            </a:r>
            <a:r>
              <a:rPr lang="en-ID" sz="1400" b="1" dirty="0" err="1"/>
              <a:t>Atribut</a:t>
            </a:r>
            <a:r>
              <a:rPr lang="en-ID" sz="1400" b="1" dirty="0"/>
              <a:t>):</a:t>
            </a:r>
            <a:r>
              <a:rPr lang="en-ID" sz="1400" dirty="0"/>
              <a:t> </a:t>
            </a:r>
            <a:r>
              <a:rPr lang="en-ID" sz="1400" dirty="0" err="1"/>
              <a:t>Berisi</a:t>
            </a:r>
            <a:r>
              <a:rPr lang="en-ID" sz="1400" dirty="0"/>
              <a:t> TIME_SLOT_ID dan </a:t>
            </a:r>
            <a:r>
              <a:rPr lang="en-ID" sz="1400" dirty="0" err="1"/>
              <a:t>rincian</a:t>
            </a:r>
            <a:r>
              <a:rPr lang="en-ID" sz="1400" dirty="0"/>
              <a:t> </a:t>
            </a:r>
            <a:r>
              <a:rPr lang="en-ID" sz="1400" dirty="0" err="1"/>
              <a:t>waktu</a:t>
            </a:r>
            <a:r>
              <a:rPr lang="en-ID" sz="1400" dirty="0"/>
              <a:t> (</a:t>
            </a:r>
            <a:r>
              <a:rPr lang="en-ID" sz="1400" dirty="0" err="1"/>
              <a:t>hari</a:t>
            </a:r>
            <a:r>
              <a:rPr lang="en-ID" sz="1400" dirty="0"/>
              <a:t>, jam)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terpisah</a:t>
            </a:r>
            <a:r>
              <a:rPr lang="en-ID" sz="1400" dirty="0"/>
              <a:t>.</a:t>
            </a:r>
          </a:p>
          <a:p>
            <a:pPr marL="381000" indent="-228600">
              <a:buFont typeface="+mj-lt"/>
              <a:buAutoNum type="arabicPeriod"/>
            </a:pPr>
            <a:r>
              <a:rPr lang="en-ID" sz="1400" b="1" dirty="0" err="1"/>
              <a:t>Setiap</a:t>
            </a:r>
            <a:r>
              <a:rPr lang="en-ID" sz="1400" b="1" dirty="0"/>
              <a:t> </a:t>
            </a:r>
            <a:r>
              <a:rPr lang="en-ID" sz="1400" b="1" dirty="0" err="1"/>
              <a:t>optimasi</a:t>
            </a:r>
            <a:r>
              <a:rPr lang="en-ID" sz="1400" b="1" dirty="0"/>
              <a:t> </a:t>
            </a:r>
            <a:r>
              <a:rPr lang="en-ID" sz="1400" b="1" dirty="0" err="1"/>
              <a:t>desain</a:t>
            </a:r>
            <a:r>
              <a:rPr lang="en-ID" sz="1400" b="1" dirty="0"/>
              <a:t> </a:t>
            </a:r>
            <a:r>
              <a:rPr lang="en-ID" sz="1400" b="1" dirty="0" err="1"/>
              <a:t>selalu</a:t>
            </a:r>
            <a:r>
              <a:rPr lang="en-ID" sz="1400" b="1" dirty="0"/>
              <a:t> </a:t>
            </a:r>
            <a:r>
              <a:rPr lang="en-ID" sz="1400" b="1" dirty="0" err="1"/>
              <a:t>memiliki</a:t>
            </a:r>
            <a:r>
              <a:rPr lang="en-ID" sz="1400" b="1" dirty="0"/>
              <a:t> </a:t>
            </a:r>
            <a:r>
              <a:rPr lang="en-ID" sz="1400" b="1" dirty="0" err="1"/>
              <a:t>konsekuensi</a:t>
            </a:r>
            <a:r>
              <a:rPr lang="en-ID" sz="1400" b="1" dirty="0"/>
              <a:t> (</a:t>
            </a:r>
            <a:r>
              <a:rPr lang="en-ID" sz="1400" b="1" i="1" dirty="0"/>
              <a:t>trade-off</a:t>
            </a:r>
            <a:r>
              <a:rPr lang="en-ID" sz="1400" b="1" dirty="0"/>
              <a:t>)</a:t>
            </a:r>
            <a:r>
              <a:rPr lang="en-ID" sz="1400" dirty="0"/>
              <a:t> </a:t>
            </a:r>
            <a:r>
              <a:rPr lang="en-ID" sz="1400" dirty="0" err="1"/>
              <a:t>antara</a:t>
            </a:r>
            <a:r>
              <a:rPr lang="en-ID" sz="1400" dirty="0"/>
              <a:t> </a:t>
            </a:r>
            <a:r>
              <a:rPr lang="en-ID" sz="1400" dirty="0" err="1"/>
              <a:t>efisiensi</a:t>
            </a:r>
            <a:r>
              <a:rPr lang="en-ID" sz="1400" dirty="0"/>
              <a:t> </a:t>
            </a:r>
            <a:r>
              <a:rPr lang="en-ID" sz="1400" dirty="0" err="1"/>
              <a:t>ruang</a:t>
            </a:r>
            <a:r>
              <a:rPr lang="en-ID" sz="1400" dirty="0"/>
              <a:t> </a:t>
            </a:r>
            <a:r>
              <a:rPr lang="en-ID" sz="1400" dirty="0" err="1"/>
              <a:t>penyimpanan</a:t>
            </a:r>
            <a:r>
              <a:rPr lang="en-ID" sz="1400" dirty="0"/>
              <a:t> dan </a:t>
            </a:r>
            <a:r>
              <a:rPr lang="en-ID" sz="1400" dirty="0" err="1"/>
              <a:t>kemudahan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786456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74EBFCB-5155-B70E-6462-57E5C09D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3FA6FC8-0F2E-0BEB-DDA5-F3731D2129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Contoh</a:t>
            </a:r>
            <a:r>
              <a:rPr lang="en-ID" sz="2400" b="1" dirty="0"/>
              <a:t> – Multivalued </a:t>
            </a:r>
            <a:r>
              <a:rPr lang="en-ID" sz="2400" b="1" dirty="0" err="1"/>
              <a:t>Atribut</a:t>
            </a:r>
            <a:endParaRPr lang="en-ID" sz="2400" b="1" dirty="0"/>
          </a:p>
        </p:txBody>
      </p:sp>
      <p:sp>
        <p:nvSpPr>
          <p:cNvPr id="35" name="Text Box 54">
            <a:extLst>
              <a:ext uri="{FF2B5EF4-FFF2-40B4-BE49-F238E27FC236}">
                <a16:creationId xmlns:a16="http://schemas.microsoft.com/office/drawing/2014/main" id="{52597113-5406-A0EE-A140-258A3E37B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93" y="4664012"/>
            <a:ext cx="8305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1" dirty="0">
                <a:solidFill>
                  <a:srgbClr val="FFC000"/>
                </a:solidFill>
              </a:rPr>
              <a:t>*The primary key for this table is </a:t>
            </a:r>
            <a:r>
              <a:rPr lang="en-US" altLang="zh-TW" b="1" dirty="0" err="1">
                <a:solidFill>
                  <a:srgbClr val="FFC000"/>
                </a:solidFill>
              </a:rPr>
              <a:t>Student_SID</a:t>
            </a:r>
            <a:r>
              <a:rPr lang="en-US" altLang="zh-TW" b="1" dirty="0">
                <a:solidFill>
                  <a:srgbClr val="FFC000"/>
                </a:solidFill>
              </a:rPr>
              <a:t> + Children, the union of all attributes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762E29-96E0-3D16-3614-F2D80D1A5418}"/>
              </a:ext>
            </a:extLst>
          </p:cNvPr>
          <p:cNvGrpSpPr/>
          <p:nvPr/>
        </p:nvGrpSpPr>
        <p:grpSpPr>
          <a:xfrm>
            <a:off x="3196047" y="939891"/>
            <a:ext cx="3518262" cy="2078229"/>
            <a:chOff x="304800" y="1219200"/>
            <a:chExt cx="6019800" cy="3505200"/>
          </a:xfrm>
        </p:grpSpPr>
        <p:sp>
          <p:nvSpPr>
            <p:cNvPr id="39" name="Rectangle 25">
              <a:extLst>
                <a:ext uri="{FF2B5EF4-FFF2-40B4-BE49-F238E27FC236}">
                  <a16:creationId xmlns:a16="http://schemas.microsoft.com/office/drawing/2014/main" id="{F4B92B55-F01F-B343-292E-6840494B8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20574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40" name="Text Box 26">
              <a:extLst>
                <a:ext uri="{FF2B5EF4-FFF2-40B4-BE49-F238E27FC236}">
                  <a16:creationId xmlns:a16="http://schemas.microsoft.com/office/drawing/2014/main" id="{BD53E7BB-8BBB-D3A4-4952-64597FC28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3999" y="2133601"/>
              <a:ext cx="990601" cy="363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800">
                  <a:solidFill>
                    <a:schemeClr val="tx1"/>
                  </a:solidFill>
                </a:rPr>
                <a:t>Student</a:t>
              </a:r>
            </a:p>
          </p:txBody>
        </p:sp>
        <p:sp>
          <p:nvSpPr>
            <p:cNvPr id="41" name="Oval 27">
              <a:extLst>
                <a:ext uri="{FF2B5EF4-FFF2-40B4-BE49-F238E27FC236}">
                  <a16:creationId xmlns:a16="http://schemas.microsoft.com/office/drawing/2014/main" id="{B7D8B6FA-416F-F87F-7D92-51591D4C2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42" name="Oval 28">
              <a:extLst>
                <a:ext uri="{FF2B5EF4-FFF2-40B4-BE49-F238E27FC236}">
                  <a16:creationId xmlns:a16="http://schemas.microsoft.com/office/drawing/2014/main" id="{58B8516C-C8A5-323B-603B-672C6C58D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43" name="Oval 29">
              <a:extLst>
                <a:ext uri="{FF2B5EF4-FFF2-40B4-BE49-F238E27FC236}">
                  <a16:creationId xmlns:a16="http://schemas.microsoft.com/office/drawing/2014/main" id="{2724A9C0-B084-663C-AD2D-5F957076B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895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44" name="Oval 30">
              <a:extLst>
                <a:ext uri="{FF2B5EF4-FFF2-40B4-BE49-F238E27FC236}">
                  <a16:creationId xmlns:a16="http://schemas.microsoft.com/office/drawing/2014/main" id="{E80F9480-8829-4E3D-AC8C-918206FE8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9718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45" name="Line 31">
              <a:extLst>
                <a:ext uri="{FF2B5EF4-FFF2-40B4-BE49-F238E27FC236}">
                  <a16:creationId xmlns:a16="http://schemas.microsoft.com/office/drawing/2014/main" id="{18A85CA6-51D1-74F3-7A67-7DBBB76F8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" y="1752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46" name="Line 32">
              <a:extLst>
                <a:ext uri="{FF2B5EF4-FFF2-40B4-BE49-F238E27FC236}">
                  <a16:creationId xmlns:a16="http://schemas.microsoft.com/office/drawing/2014/main" id="{9C970947-01A1-01ED-90CA-439DCE10D3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7400" y="17526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47" name="Line 33">
              <a:extLst>
                <a:ext uri="{FF2B5EF4-FFF2-40B4-BE49-F238E27FC236}">
                  <a16:creationId xmlns:a16="http://schemas.microsoft.com/office/drawing/2014/main" id="{76ECCB3E-09CA-F426-C42A-3B1FF5DD4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9800" y="2514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48" name="Line 34">
              <a:extLst>
                <a:ext uri="{FF2B5EF4-FFF2-40B4-BE49-F238E27FC236}">
                  <a16:creationId xmlns:a16="http://schemas.microsoft.com/office/drawing/2014/main" id="{B86EB86C-16EC-D06A-AB21-569B7E74F9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3000" y="2514600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49" name="Text Box 35">
              <a:extLst>
                <a:ext uri="{FF2B5EF4-FFF2-40B4-BE49-F238E27FC236}">
                  <a16:creationId xmlns:a16="http://schemas.microsoft.com/office/drawing/2014/main" id="{0206F2DF-70E9-383E-3AFD-BBA1E0E35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295400"/>
              <a:ext cx="762001" cy="363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800" u="sng">
                  <a:solidFill>
                    <a:schemeClr val="tx1"/>
                  </a:solidFill>
                </a:rPr>
                <a:t>SID</a:t>
              </a:r>
            </a:p>
          </p:txBody>
        </p:sp>
        <p:sp>
          <p:nvSpPr>
            <p:cNvPr id="50" name="Text Box 36">
              <a:extLst>
                <a:ext uri="{FF2B5EF4-FFF2-40B4-BE49-F238E27FC236}">
                  <a16:creationId xmlns:a16="http://schemas.microsoft.com/office/drawing/2014/main" id="{4C0E0E35-6540-9498-CF61-6CC22E3FF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1295400"/>
              <a:ext cx="838201" cy="363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80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51" name="Text Box 37">
              <a:extLst>
                <a:ext uri="{FF2B5EF4-FFF2-40B4-BE49-F238E27FC236}">
                  <a16:creationId xmlns:a16="http://schemas.microsoft.com/office/drawing/2014/main" id="{8ECD0416-BEE5-68F9-1A08-62684F5E6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971801"/>
              <a:ext cx="762001" cy="363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800">
                  <a:solidFill>
                    <a:schemeClr val="tx1"/>
                  </a:solidFill>
                </a:rPr>
                <a:t>Major</a:t>
              </a:r>
            </a:p>
          </p:txBody>
        </p:sp>
        <p:sp>
          <p:nvSpPr>
            <p:cNvPr id="52" name="Text Box 38">
              <a:extLst>
                <a:ext uri="{FF2B5EF4-FFF2-40B4-BE49-F238E27FC236}">
                  <a16:creationId xmlns:a16="http://schemas.microsoft.com/office/drawing/2014/main" id="{1F1D6FDC-EC27-1248-E966-170FE5F86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3047999"/>
              <a:ext cx="685801" cy="363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800">
                  <a:solidFill>
                    <a:schemeClr val="tx1"/>
                  </a:solidFill>
                </a:rPr>
                <a:t>GPA</a:t>
              </a:r>
            </a:p>
          </p:txBody>
        </p:sp>
        <p:sp>
          <p:nvSpPr>
            <p:cNvPr id="53" name="AutoShape 39">
              <a:extLst>
                <a:ext uri="{FF2B5EF4-FFF2-40B4-BE49-F238E27FC236}">
                  <a16:creationId xmlns:a16="http://schemas.microsoft.com/office/drawing/2014/main" id="{00426907-77E1-E3B3-4EE0-36A364111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3581400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54" name="AutoShape 55">
              <a:extLst>
                <a:ext uri="{FF2B5EF4-FFF2-40B4-BE49-F238E27FC236}">
                  <a16:creationId xmlns:a16="http://schemas.microsoft.com/office/drawing/2014/main" id="{2D217374-33E8-A4C0-99A7-0509C3BED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2743200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55" name="Oval 76">
              <a:extLst>
                <a:ext uri="{FF2B5EF4-FFF2-40B4-BE49-F238E27FC236}">
                  <a16:creationId xmlns:a16="http://schemas.microsoft.com/office/drawing/2014/main" id="{51A1950F-FB62-FC80-4D87-086112277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1828800"/>
              <a:ext cx="1371600" cy="76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56" name="Oval 74">
              <a:extLst>
                <a:ext uri="{FF2B5EF4-FFF2-40B4-BE49-F238E27FC236}">
                  <a16:creationId xmlns:a16="http://schemas.microsoft.com/office/drawing/2014/main" id="{EA542F6B-23A8-AE12-0579-5F78DAD3D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19050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57" name="Text Box 75">
              <a:extLst>
                <a:ext uri="{FF2B5EF4-FFF2-40B4-BE49-F238E27FC236}">
                  <a16:creationId xmlns:a16="http://schemas.microsoft.com/office/drawing/2014/main" id="{C2977B82-F373-F2CC-C11D-C9968B0E8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1981200"/>
              <a:ext cx="1066799" cy="363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800">
                  <a:solidFill>
                    <a:schemeClr val="tx1"/>
                  </a:solidFill>
                </a:rPr>
                <a:t>Children</a:t>
              </a:r>
            </a:p>
          </p:txBody>
        </p:sp>
        <p:sp>
          <p:nvSpPr>
            <p:cNvPr id="58" name="Line 77">
              <a:extLst>
                <a:ext uri="{FF2B5EF4-FFF2-40B4-BE49-F238E27FC236}">
                  <a16:creationId xmlns:a16="http://schemas.microsoft.com/office/drawing/2014/main" id="{91B3A0BC-AE26-8E61-C206-2CE6694DA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800" y="2209800"/>
              <a:ext cx="18288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8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4407705B-E6BA-2AD0-CA4B-16D0C7C1D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924302"/>
              </p:ext>
            </p:extLst>
          </p:nvPr>
        </p:nvGraphicFramePr>
        <p:xfrm>
          <a:off x="1136772" y="3219956"/>
          <a:ext cx="3886200" cy="99060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64476074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4281255164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3703603418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43511579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Major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9097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20209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Homer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561644"/>
                  </a:ext>
                </a:extLst>
              </a:tr>
            </a:tbl>
          </a:graphicData>
        </a:graphic>
      </p:graphicFrame>
      <p:graphicFrame>
        <p:nvGraphicFramePr>
          <p:cNvPr id="60" name="Group 93">
            <a:extLst>
              <a:ext uri="{FF2B5EF4-FFF2-40B4-BE49-F238E27FC236}">
                <a16:creationId xmlns:a16="http://schemas.microsoft.com/office/drawing/2014/main" id="{F25E278A-E985-ACA7-930A-51600E6FEE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0218096"/>
              </p:ext>
            </p:extLst>
          </p:nvPr>
        </p:nvGraphicFramePr>
        <p:xfrm>
          <a:off x="5265697" y="2594986"/>
          <a:ext cx="2590800" cy="203993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Stud_SID</a:t>
                      </a:r>
                      <a:endParaRPr kumimoji="1" lang="en-US" altLang="zh-TW" sz="1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Children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Johnson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Bart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Lisa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Maggie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1" name="Freeform 60">
            <a:extLst>
              <a:ext uri="{FF2B5EF4-FFF2-40B4-BE49-F238E27FC236}">
                <a16:creationId xmlns:a16="http://schemas.microsoft.com/office/drawing/2014/main" id="{A034D058-92CB-2BB9-241E-748FEDB4FA97}"/>
              </a:ext>
            </a:extLst>
          </p:cNvPr>
          <p:cNvSpPr/>
          <p:nvPr/>
        </p:nvSpPr>
        <p:spPr>
          <a:xfrm>
            <a:off x="7323909" y="1940055"/>
            <a:ext cx="1215996" cy="2992421"/>
          </a:xfrm>
          <a:custGeom>
            <a:avLst/>
            <a:gdLst>
              <a:gd name="csX0" fmla="*/ 34834 w 1215996"/>
              <a:gd name="csY0" fmla="*/ 2875785 h 2992421"/>
              <a:gd name="csX1" fmla="*/ 722811 w 1215996"/>
              <a:gd name="csY1" fmla="*/ 2893202 h 2992421"/>
              <a:gd name="csX2" fmla="*/ 1053737 w 1215996"/>
              <a:gd name="csY2" fmla="*/ 1804631 h 2992421"/>
              <a:gd name="csX3" fmla="*/ 1184365 w 1215996"/>
              <a:gd name="csY3" fmla="*/ 419968 h 2992421"/>
              <a:gd name="csX4" fmla="*/ 470262 w 1215996"/>
              <a:gd name="csY4" fmla="*/ 1956 h 2992421"/>
              <a:gd name="csX5" fmla="*/ 0 w 1215996"/>
              <a:gd name="csY5" fmla="*/ 541888 h 2992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5996" h="2992421">
                <a:moveTo>
                  <a:pt x="34834" y="2875785"/>
                </a:moveTo>
                <a:cubicBezTo>
                  <a:pt x="293914" y="2973756"/>
                  <a:pt x="552994" y="3071728"/>
                  <a:pt x="722811" y="2893202"/>
                </a:cubicBezTo>
                <a:cubicBezTo>
                  <a:pt x="892628" y="2714676"/>
                  <a:pt x="976811" y="2216837"/>
                  <a:pt x="1053737" y="1804631"/>
                </a:cubicBezTo>
                <a:cubicBezTo>
                  <a:pt x="1130663" y="1392425"/>
                  <a:pt x="1281611" y="720414"/>
                  <a:pt x="1184365" y="419968"/>
                </a:cubicBezTo>
                <a:cubicBezTo>
                  <a:pt x="1087119" y="119522"/>
                  <a:pt x="667656" y="-18364"/>
                  <a:pt x="470262" y="1956"/>
                </a:cubicBezTo>
                <a:cubicBezTo>
                  <a:pt x="272868" y="22276"/>
                  <a:pt x="136434" y="282082"/>
                  <a:pt x="0" y="541888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39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E8DF601-E458-48B1-52C0-408C48D86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B0B5FAA-AC1A-74DC-A73F-51BF884130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/>
              <a:t>Derived Attributes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B1A71C66-9F70-EE43-11F0-D5EB4EBFD28C}"/>
              </a:ext>
            </a:extLst>
          </p:cNvPr>
          <p:cNvSpPr txBox="1">
            <a:spLocks/>
          </p:cNvSpPr>
          <p:nvPr/>
        </p:nvSpPr>
        <p:spPr>
          <a:xfrm>
            <a:off x="557348" y="2841906"/>
            <a:ext cx="8769531" cy="1982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1600" b="1" dirty="0" err="1"/>
              <a:t>Contoh</a:t>
            </a:r>
            <a:r>
              <a:rPr lang="en-ID" sz="1600" b="1" dirty="0"/>
              <a:t> pada Skema CUSTOMER:</a:t>
            </a:r>
          </a:p>
          <a:p>
            <a:pPr marL="152400" indent="0"/>
            <a:r>
              <a:rPr lang="en-ID" sz="1600" dirty="0" err="1"/>
              <a:t>Berdasarkan</a:t>
            </a:r>
            <a:r>
              <a:rPr lang="en-ID" sz="1600" dirty="0"/>
              <a:t> diagram ER yang </a:t>
            </a:r>
            <a:r>
              <a:rPr lang="en-ID" sz="1600" dirty="0" err="1"/>
              <a:t>ditampilkan</a:t>
            </a:r>
            <a:r>
              <a:rPr lang="en-ID" sz="1600" dirty="0"/>
              <a:t>,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b="1" dirty="0"/>
              <a:t>age</a:t>
            </a:r>
            <a:r>
              <a:rPr lang="en-ID" sz="1600" dirty="0"/>
              <a:t> (</a:t>
            </a:r>
            <a:r>
              <a:rPr lang="en-ID" sz="1600" dirty="0" err="1"/>
              <a:t>usia</a:t>
            </a:r>
            <a:r>
              <a:rPr lang="en-ID" sz="1600" dirty="0"/>
              <a:t>)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           </a:t>
            </a:r>
            <a:r>
              <a:rPr lang="en-ID" sz="1600" dirty="0" err="1"/>
              <a:t>turunan</a:t>
            </a:r>
            <a:r>
              <a:rPr lang="en-ID" sz="1600" dirty="0"/>
              <a:t> </a:t>
            </a:r>
            <a:r>
              <a:rPr lang="en-ID" sz="1600" dirty="0" err="1"/>
              <a:t>karena</a:t>
            </a:r>
            <a:r>
              <a:rPr lang="en-ID" sz="1600" dirty="0"/>
              <a:t> </a:t>
            </a:r>
            <a:r>
              <a:rPr lang="en-ID" sz="1600" dirty="0" err="1"/>
              <a:t>nilainya</a:t>
            </a:r>
            <a:r>
              <a:rPr lang="en-ID" sz="1600" dirty="0"/>
              <a:t>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didapatkan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b="1" dirty="0"/>
              <a:t>date-of-birth</a:t>
            </a:r>
            <a:r>
              <a:rPr lang="en-ID" sz="1600" dirty="0"/>
              <a:t> (</a:t>
            </a:r>
            <a:r>
              <a:rPr lang="en-ID" sz="1600" dirty="0" err="1"/>
              <a:t>tanggal</a:t>
            </a:r>
            <a:r>
              <a:rPr lang="en-ID" sz="1600" dirty="0"/>
              <a:t> </a:t>
            </a:r>
            <a:r>
              <a:rPr lang="en-ID" sz="1600" dirty="0" err="1"/>
              <a:t>lahir</a:t>
            </a:r>
            <a:r>
              <a:rPr lang="en-ID" sz="1600" dirty="0"/>
              <a:t>).</a:t>
            </a:r>
          </a:p>
          <a:p>
            <a:pPr marL="152400" indent="0"/>
            <a:endParaRPr lang="en-ID" sz="1600" dirty="0"/>
          </a:p>
          <a:p>
            <a:pPr marL="152400" indent="0"/>
            <a:r>
              <a:rPr lang="en-ID" sz="1600" dirty="0"/>
              <a:t>CUSTOMER = (</a:t>
            </a:r>
            <a:r>
              <a:rPr lang="en-ID" sz="1600" b="1" dirty="0"/>
              <a:t>_CUST_ID_</a:t>
            </a:r>
            <a:r>
              <a:rPr lang="en-ID" sz="1600" dirty="0"/>
              <a:t>, FIRST_NAME, MIDDLE_INITIAL, LAST_NAME, STREET_NUMBER, STREET_NAME, APT_NUMBER, CITY, STATE, ZIP_CODE, DOB)</a:t>
            </a:r>
          </a:p>
          <a:p>
            <a:pPr marL="152400" indent="0"/>
            <a:endParaRPr lang="en-ID" sz="1600" b="1" dirty="0"/>
          </a:p>
          <a:p>
            <a:pPr marL="152400" indent="0"/>
            <a:r>
              <a:rPr lang="en-ID" sz="1600" dirty="0"/>
              <a:t>CUST_PHONE = (</a:t>
            </a:r>
            <a:r>
              <a:rPr lang="en-ID" sz="1600" b="1" dirty="0"/>
              <a:t>_CUST_ID_</a:t>
            </a:r>
            <a:r>
              <a:rPr lang="en-ID" sz="1600" dirty="0"/>
              <a:t>, </a:t>
            </a:r>
            <a:r>
              <a:rPr lang="en-ID" sz="1600" b="1" dirty="0"/>
              <a:t>_PHONE_NUMBER_</a:t>
            </a:r>
            <a:r>
              <a:rPr lang="en-ID" sz="1600" dirty="0"/>
              <a:t>)</a:t>
            </a:r>
          </a:p>
          <a:p>
            <a:pPr marL="152400" indent="0"/>
            <a:r>
              <a:rPr lang="en-ID" sz="1600" b="1" dirty="0" err="1"/>
              <a:t>Catatan</a:t>
            </a:r>
            <a:r>
              <a:rPr lang="en-ID" sz="1600" b="1" dirty="0"/>
              <a:t>: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b="1" dirty="0"/>
              <a:t>AGE</a:t>
            </a:r>
            <a:r>
              <a:rPr lang="en-ID" sz="1600" dirty="0"/>
              <a:t> (</a:t>
            </a:r>
            <a:r>
              <a:rPr lang="en-ID" sz="1600" dirty="0" err="1"/>
              <a:t>usia</a:t>
            </a:r>
            <a:r>
              <a:rPr lang="en-ID" sz="1600" dirty="0"/>
              <a:t>) </a:t>
            </a:r>
            <a:r>
              <a:rPr lang="en-ID" sz="1600" b="1" dirty="0" err="1"/>
              <a:t>dihilangkan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tabel</a:t>
            </a:r>
            <a:r>
              <a:rPr lang="en-ID" sz="1600" dirty="0"/>
              <a:t> </a:t>
            </a:r>
            <a:r>
              <a:rPr lang="en-ID" sz="1600" dirty="0" err="1"/>
              <a:t>karena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turunan</a:t>
            </a:r>
            <a:r>
              <a:rPr lang="en-ID" sz="1600" dirty="0"/>
              <a:t>.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8F184412-38A0-CAA9-D4DC-B35F8B24A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948" t="14647" r="1704" b="16919"/>
          <a:stretch>
            <a:fillRect/>
          </a:stretch>
        </p:blipFill>
        <p:spPr bwMode="auto">
          <a:xfrm>
            <a:off x="3946526" y="170807"/>
            <a:ext cx="5009475" cy="264103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3" name="Google Shape;763;p33">
            <a:extLst>
              <a:ext uri="{FF2B5EF4-FFF2-40B4-BE49-F238E27FC236}">
                <a16:creationId xmlns:a16="http://schemas.microsoft.com/office/drawing/2014/main" id="{7CAE94CA-EB8E-FA8D-5BB1-24C3DD3ACF16}"/>
              </a:ext>
            </a:extLst>
          </p:cNvPr>
          <p:cNvSpPr txBox="1">
            <a:spLocks/>
          </p:cNvSpPr>
          <p:nvPr/>
        </p:nvSpPr>
        <p:spPr>
          <a:xfrm>
            <a:off x="579120" y="918753"/>
            <a:ext cx="3226526" cy="22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381000" indent="-228600">
              <a:buFont typeface="Wingdings" pitchFamily="2" charset="2"/>
              <a:buChar char="Ø"/>
            </a:pPr>
            <a:r>
              <a:rPr lang="en-ID" sz="1500" dirty="0" err="1"/>
              <a:t>Atribut</a:t>
            </a:r>
            <a:r>
              <a:rPr lang="en-ID" sz="1500" dirty="0"/>
              <a:t> </a:t>
            </a:r>
            <a:r>
              <a:rPr lang="en-ID" sz="1500" dirty="0" err="1"/>
              <a:t>turunan</a:t>
            </a:r>
            <a:r>
              <a:rPr lang="en-ID" sz="1500" dirty="0"/>
              <a:t> </a:t>
            </a:r>
            <a:r>
              <a:rPr lang="en-ID" sz="1500" dirty="0" err="1"/>
              <a:t>diabaikan</a:t>
            </a:r>
            <a:r>
              <a:rPr lang="en-ID" sz="1500" dirty="0"/>
              <a:t>, </a:t>
            </a:r>
            <a:r>
              <a:rPr lang="en-ID" sz="1500" dirty="0" err="1"/>
              <a:t>mereka</a:t>
            </a:r>
            <a:r>
              <a:rPr lang="en-ID" sz="1500" dirty="0"/>
              <a:t> </a:t>
            </a:r>
            <a:r>
              <a:rPr lang="en-ID" sz="1500" dirty="0" err="1"/>
              <a:t>tidak</a:t>
            </a:r>
            <a:r>
              <a:rPr lang="en-ID" sz="1500" dirty="0"/>
              <a:t> </a:t>
            </a:r>
            <a:r>
              <a:rPr lang="en-ID" sz="1500" dirty="0" err="1"/>
              <a:t>diimplementasikan</a:t>
            </a:r>
            <a:r>
              <a:rPr lang="en-ID" sz="1500" dirty="0"/>
              <a:t> </a:t>
            </a:r>
            <a:r>
              <a:rPr lang="en-ID" sz="1500" dirty="0" err="1"/>
              <a:t>ke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 </a:t>
            </a:r>
            <a:r>
              <a:rPr lang="en-ID" sz="1500" dirty="0" err="1"/>
              <a:t>skema</a:t>
            </a:r>
            <a:r>
              <a:rPr lang="en-ID" sz="1500" dirty="0"/>
              <a:t> </a:t>
            </a:r>
            <a:r>
              <a:rPr lang="en-ID" sz="1500" dirty="0" err="1"/>
              <a:t>relasional</a:t>
            </a:r>
            <a:r>
              <a:rPr lang="en-ID" sz="1500" dirty="0"/>
              <a:t>.</a:t>
            </a:r>
          </a:p>
          <a:p>
            <a:pPr marL="381000" indent="-228600">
              <a:buFont typeface="Wingdings" pitchFamily="2" charset="2"/>
              <a:buChar char="Ø"/>
            </a:pPr>
            <a:r>
              <a:rPr lang="en-ID" sz="1500" dirty="0" err="1"/>
              <a:t>Atribut</a:t>
            </a:r>
            <a:r>
              <a:rPr lang="en-ID" sz="1500" dirty="0"/>
              <a:t> </a:t>
            </a:r>
            <a:r>
              <a:rPr lang="en-ID" sz="1500" dirty="0" err="1"/>
              <a:t>turunan</a:t>
            </a:r>
            <a:r>
              <a:rPr lang="en-ID" sz="1500" dirty="0"/>
              <a:t> </a:t>
            </a:r>
            <a:r>
              <a:rPr lang="en-ID" sz="1500" dirty="0" err="1"/>
              <a:t>disajikan</a:t>
            </a:r>
            <a:r>
              <a:rPr lang="en-ID" sz="1500" dirty="0"/>
              <a:t> </a:t>
            </a:r>
            <a:r>
              <a:rPr lang="en-ID" sz="1500" dirty="0" err="1"/>
              <a:t>menggunakan</a:t>
            </a:r>
            <a:r>
              <a:rPr lang="en-ID" sz="1500" dirty="0"/>
              <a:t> </a:t>
            </a:r>
            <a:r>
              <a:rPr lang="en-ID" sz="1500" b="1" i="1" dirty="0">
                <a:solidFill>
                  <a:srgbClr val="FFC000"/>
                </a:solidFill>
              </a:rPr>
              <a:t>views</a:t>
            </a:r>
            <a:r>
              <a:rPr lang="en-ID" sz="1500" dirty="0"/>
              <a:t> </a:t>
            </a:r>
            <a:r>
              <a:rPr lang="en-US" sz="1600" dirty="0">
                <a:sym typeface="Wingdings" pitchFamily="2" charset="2"/>
              </a:rPr>
              <a:t></a:t>
            </a:r>
            <a:r>
              <a:rPr lang="en-ID" sz="1500" dirty="0"/>
              <a:t> </a:t>
            </a:r>
            <a:r>
              <a:rPr lang="en-ID" sz="1500" dirty="0" err="1"/>
              <a:t>penjelasan</a:t>
            </a:r>
            <a:r>
              <a:rPr lang="en-ID" sz="1500" dirty="0"/>
              <a:t> </a:t>
            </a:r>
            <a:r>
              <a:rPr lang="en-ID" sz="1500" dirty="0" err="1"/>
              <a:t>lebih</a:t>
            </a:r>
            <a:r>
              <a:rPr lang="en-ID" sz="1500" dirty="0"/>
              <a:t> </a:t>
            </a:r>
            <a:r>
              <a:rPr lang="en-ID" sz="1500" dirty="0" err="1"/>
              <a:t>lanjut</a:t>
            </a:r>
            <a:r>
              <a:rPr lang="en-ID" sz="1500" dirty="0"/>
              <a:t> </a:t>
            </a:r>
            <a:r>
              <a:rPr lang="en-ID" sz="1500" dirty="0" err="1"/>
              <a:t>mengenai</a:t>
            </a:r>
            <a:r>
              <a:rPr lang="en-ID" sz="1500" dirty="0"/>
              <a:t> </a:t>
            </a:r>
            <a:r>
              <a:rPr lang="en-ID" sz="1500" dirty="0" err="1"/>
              <a:t>hal</a:t>
            </a:r>
            <a:r>
              <a:rPr lang="en-ID" sz="1500" dirty="0"/>
              <a:t>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nanti</a:t>
            </a:r>
            <a:r>
              <a:rPr lang="en-ID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5139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33FEDC0E-4967-CADD-33CC-53FBB22B6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CCFEDC26-40AB-C811-880D-EA929F2DF7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Representasi</a:t>
            </a:r>
            <a:r>
              <a:rPr lang="en-ID" sz="2400" b="1" dirty="0"/>
              <a:t> </a:t>
            </a:r>
            <a:r>
              <a:rPr lang="en-ID" sz="2400" b="1" dirty="0" err="1"/>
              <a:t>Spesialisasi</a:t>
            </a:r>
            <a:r>
              <a:rPr lang="en-ID" sz="2400" b="1" dirty="0"/>
              <a:t> (Specialization)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B0C9D5F6-83AD-4194-B1E8-F238C74BF9D0}"/>
              </a:ext>
            </a:extLst>
          </p:cNvPr>
          <p:cNvSpPr txBox="1">
            <a:spLocks/>
          </p:cNvSpPr>
          <p:nvPr/>
        </p:nvSpPr>
        <p:spPr>
          <a:xfrm>
            <a:off x="557348" y="1184366"/>
            <a:ext cx="8769531" cy="364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r>
              <a:rPr lang="en-ID" sz="1600" b="1" dirty="0"/>
              <a:t>Metode 1</a:t>
            </a:r>
            <a:r>
              <a:rPr lang="en-ID" sz="1600" dirty="0"/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1600" b="1" dirty="0" err="1"/>
              <a:t>Bentuk</a:t>
            </a:r>
            <a:r>
              <a:rPr lang="en-ID" sz="1600" b="1" dirty="0"/>
              <a:t> </a:t>
            </a:r>
            <a:r>
              <a:rPr lang="en-ID" sz="1600" b="1" dirty="0" err="1"/>
              <a:t>sebuah</a:t>
            </a:r>
            <a:r>
              <a:rPr lang="en-ID" sz="1600" b="1" dirty="0"/>
              <a:t> </a:t>
            </a:r>
            <a:r>
              <a:rPr lang="en-ID" sz="1600" b="1" dirty="0" err="1"/>
              <a:t>skema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entitas</a:t>
            </a:r>
            <a:r>
              <a:rPr lang="en-ID" sz="1600" b="1" dirty="0"/>
              <a:t> </a:t>
            </a:r>
            <a:r>
              <a:rPr lang="en-ID" sz="1600" b="1" dirty="0" err="1"/>
              <a:t>tingkat</a:t>
            </a:r>
            <a:r>
              <a:rPr lang="en-ID" sz="1600" b="1" dirty="0"/>
              <a:t> </a:t>
            </a:r>
            <a:r>
              <a:rPr lang="en-ID" sz="1600" b="1" dirty="0" err="1"/>
              <a:t>tinggi</a:t>
            </a:r>
            <a:r>
              <a:rPr lang="en-ID" sz="1600" b="1" dirty="0"/>
              <a:t> (</a:t>
            </a:r>
            <a:r>
              <a:rPr lang="en-ID" sz="1600" b="1" i="1" dirty="0"/>
              <a:t>higher-level entity</a:t>
            </a:r>
            <a:r>
              <a:rPr lang="en-ID" sz="1600" b="1" dirty="0"/>
              <a:t>).</a:t>
            </a:r>
            <a:endParaRPr lang="en-ID" sz="16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1600" b="1" dirty="0" err="1"/>
              <a:t>Bentuk</a:t>
            </a:r>
            <a:r>
              <a:rPr lang="en-ID" sz="1600" b="1" dirty="0"/>
              <a:t> </a:t>
            </a:r>
            <a:r>
              <a:rPr lang="en-ID" sz="1600" b="1" dirty="0" err="1"/>
              <a:t>sebuah</a:t>
            </a:r>
            <a:r>
              <a:rPr lang="en-ID" sz="1600" b="1" dirty="0"/>
              <a:t> </a:t>
            </a:r>
            <a:r>
              <a:rPr lang="en-ID" sz="1600" b="1" dirty="0" err="1"/>
              <a:t>skema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setiap</a:t>
            </a:r>
            <a:r>
              <a:rPr lang="en-ID" sz="1600" b="1" dirty="0"/>
              <a:t> </a:t>
            </a:r>
            <a:r>
              <a:rPr lang="en-ID" sz="1600" b="1" dirty="0" err="1"/>
              <a:t>himpunan</a:t>
            </a:r>
            <a:r>
              <a:rPr lang="en-ID" sz="1600" b="1" dirty="0"/>
              <a:t> </a:t>
            </a:r>
            <a:r>
              <a:rPr lang="en-ID" sz="1600" b="1" dirty="0" err="1"/>
              <a:t>entitas</a:t>
            </a:r>
            <a:r>
              <a:rPr lang="en-ID" sz="1600" b="1" dirty="0"/>
              <a:t> </a:t>
            </a:r>
            <a:r>
              <a:rPr lang="en-ID" sz="1600" b="1" dirty="0" err="1"/>
              <a:t>tingkat</a:t>
            </a:r>
            <a:r>
              <a:rPr lang="en-ID" sz="1600" b="1" dirty="0"/>
              <a:t> </a:t>
            </a:r>
            <a:r>
              <a:rPr lang="en-ID" sz="1600" b="1" dirty="0" err="1"/>
              <a:t>rendah</a:t>
            </a:r>
            <a:r>
              <a:rPr lang="en-ID" sz="1600" b="1" dirty="0"/>
              <a:t>                         (</a:t>
            </a:r>
            <a:r>
              <a:rPr lang="en-ID" sz="1600" b="1" i="1" dirty="0"/>
              <a:t>lower-level entity</a:t>
            </a:r>
            <a:r>
              <a:rPr lang="en-ID" sz="1600" b="1" dirty="0"/>
              <a:t>), </a:t>
            </a:r>
            <a:r>
              <a:rPr lang="en-ID" sz="1600" b="1" dirty="0" err="1"/>
              <a:t>serta</a:t>
            </a:r>
            <a:r>
              <a:rPr lang="en-ID" sz="1600" b="1" dirty="0"/>
              <a:t> </a:t>
            </a:r>
            <a:r>
              <a:rPr lang="en-ID" sz="1600" b="1" dirty="0" err="1"/>
              <a:t>sertakan</a:t>
            </a:r>
            <a:r>
              <a:rPr lang="en-ID" sz="1600" b="1" dirty="0"/>
              <a:t> </a:t>
            </a:r>
            <a:r>
              <a:rPr lang="en-ID" sz="1600" b="1" dirty="0" err="1"/>
              <a:t>kunci</a:t>
            </a:r>
            <a:r>
              <a:rPr lang="en-ID" sz="1600" b="1" dirty="0"/>
              <a:t> </a:t>
            </a:r>
            <a:r>
              <a:rPr lang="en-ID" sz="1600" b="1" dirty="0" err="1"/>
              <a:t>utama</a:t>
            </a:r>
            <a:r>
              <a:rPr lang="en-ID" sz="1600" b="1" dirty="0"/>
              <a:t> (</a:t>
            </a:r>
            <a:r>
              <a:rPr lang="en-ID" sz="1600" b="1" i="1" dirty="0"/>
              <a:t>primary key</a:t>
            </a:r>
            <a:r>
              <a:rPr lang="en-ID" sz="1600" b="1" dirty="0"/>
              <a:t>) </a:t>
            </a:r>
            <a:r>
              <a:rPr lang="en-ID" sz="1600" b="1" dirty="0" err="1"/>
              <a:t>dari</a:t>
            </a:r>
            <a:r>
              <a:rPr lang="en-ID" sz="1600" b="1" dirty="0"/>
              <a:t> </a:t>
            </a:r>
            <a:r>
              <a:rPr lang="en-ID" sz="1600" b="1" dirty="0" err="1"/>
              <a:t>entitas</a:t>
            </a:r>
            <a:r>
              <a:rPr lang="en-ID" sz="1600" b="1" dirty="0"/>
              <a:t>                </a:t>
            </a:r>
            <a:r>
              <a:rPr lang="en-ID" sz="1600" b="1" dirty="0" err="1"/>
              <a:t>tingkat</a:t>
            </a:r>
            <a:r>
              <a:rPr lang="en-ID" sz="1600" b="1" dirty="0"/>
              <a:t> </a:t>
            </a:r>
            <a:r>
              <a:rPr lang="en-ID" sz="1600" b="1" dirty="0" err="1"/>
              <a:t>tinggi</a:t>
            </a:r>
            <a:r>
              <a:rPr lang="en-ID" sz="1600" b="1" dirty="0"/>
              <a:t> dan </a:t>
            </a:r>
            <a:r>
              <a:rPr lang="en-ID" sz="1600" b="1" dirty="0" err="1"/>
              <a:t>atribut</a:t>
            </a:r>
            <a:r>
              <a:rPr lang="en-ID" sz="1600" b="1" dirty="0"/>
              <a:t> </a:t>
            </a:r>
            <a:r>
              <a:rPr lang="en-ID" sz="1600" b="1" dirty="0" err="1"/>
              <a:t>lokalnya</a:t>
            </a:r>
            <a:r>
              <a:rPr lang="en-ID" sz="1600" b="1" dirty="0"/>
              <a:t>.</a:t>
            </a:r>
            <a:endParaRPr lang="en-ID" sz="1600" dirty="0"/>
          </a:p>
          <a:p>
            <a:endParaRPr lang="en-ID" sz="1600" b="1" dirty="0"/>
          </a:p>
          <a:p>
            <a:r>
              <a:rPr lang="en-ID" sz="1600" b="1" dirty="0" err="1"/>
              <a:t>Contoh</a:t>
            </a:r>
            <a:r>
              <a:rPr lang="en-ID" sz="1600" b="1" dirty="0"/>
              <a:t> Skema </a:t>
            </a:r>
            <a:r>
              <a:rPr lang="en-ID" sz="1600" b="1" dirty="0" err="1"/>
              <a:t>Berdasarkan</a:t>
            </a:r>
            <a:r>
              <a:rPr lang="en-ID" sz="1600" b="1" dirty="0"/>
              <a:t> Diagram:</a:t>
            </a:r>
          </a:p>
          <a:p>
            <a:r>
              <a:rPr lang="en-ID" b="1" dirty="0"/>
              <a:t>PERSON = (NAME, STREET, CITY)</a:t>
            </a:r>
            <a:endParaRPr lang="en-ID" sz="1600" dirty="0"/>
          </a:p>
          <a:p>
            <a:r>
              <a:rPr lang="en-ID" b="1" dirty="0"/>
              <a:t>EMPLOYEE = (NAME, SALARY)</a:t>
            </a:r>
            <a:endParaRPr lang="en-ID" sz="1600" dirty="0"/>
          </a:p>
          <a:p>
            <a:r>
              <a:rPr lang="en-ID" b="1" dirty="0"/>
              <a:t>CUSTOMER = (NAME, CREDIT_RATING)</a:t>
            </a:r>
          </a:p>
          <a:p>
            <a:endParaRPr lang="en-ID" sz="1600" dirty="0"/>
          </a:p>
          <a:p>
            <a:endParaRPr lang="en-ID" sz="1600" dirty="0"/>
          </a:p>
          <a:p>
            <a:endParaRPr lang="en-ID" sz="1600" dirty="0"/>
          </a:p>
          <a:p>
            <a:pPr marL="152400" indent="0"/>
            <a:r>
              <a:rPr lang="en-ID" sz="1600" b="1" dirty="0" err="1"/>
              <a:t>Kekurangan</a:t>
            </a:r>
            <a:r>
              <a:rPr lang="en-ID" sz="1600" b="1" dirty="0"/>
              <a:t> (</a:t>
            </a:r>
            <a:r>
              <a:rPr lang="en-ID" sz="1600" b="1" i="1" dirty="0"/>
              <a:t>Drawback</a:t>
            </a:r>
            <a:r>
              <a:rPr lang="en-ID" sz="1600" b="1" dirty="0"/>
              <a:t>): </a:t>
            </a:r>
            <a:r>
              <a:rPr lang="en-ID" sz="1600" dirty="0" err="1"/>
              <a:t>Mendapatkan</a:t>
            </a:r>
            <a:r>
              <a:rPr lang="en-ID" sz="1600" dirty="0"/>
              <a:t> </a:t>
            </a:r>
            <a:r>
              <a:rPr lang="en-ID" sz="1600" dirty="0" err="1"/>
              <a:t>informasi</a:t>
            </a:r>
            <a:r>
              <a:rPr lang="en-ID" sz="1600" dirty="0"/>
              <a:t> </a:t>
            </a:r>
            <a:r>
              <a:rPr lang="en-ID" sz="1600" dirty="0" err="1"/>
              <a:t>tentang</a:t>
            </a:r>
            <a:r>
              <a:rPr lang="en-ID" sz="1600" dirty="0"/>
              <a:t> </a:t>
            </a:r>
            <a:r>
              <a:rPr lang="en-ID" sz="1600" dirty="0" err="1"/>
              <a:t>seorang</a:t>
            </a:r>
            <a:r>
              <a:rPr lang="en-ID" sz="1600" dirty="0"/>
              <a:t> </a:t>
            </a:r>
            <a:r>
              <a:rPr lang="en-ID" sz="1600" b="1" dirty="0" err="1"/>
              <a:t>karyawan</a:t>
            </a:r>
            <a:r>
              <a:rPr lang="en-ID" sz="1600" b="1" dirty="0"/>
              <a:t>          (</a:t>
            </a:r>
            <a:r>
              <a:rPr lang="en-ID" sz="1600" b="1" i="1" dirty="0"/>
              <a:t>employee</a:t>
            </a:r>
            <a:r>
              <a:rPr lang="en-ID" sz="1600" b="1" dirty="0"/>
              <a:t>)</a:t>
            </a:r>
            <a:r>
              <a:rPr lang="en-ID" sz="1600" dirty="0"/>
              <a:t> </a:t>
            </a:r>
            <a:r>
              <a:rPr lang="en-ID" sz="1600" dirty="0" err="1"/>
              <a:t>mengharuskan</a:t>
            </a:r>
            <a:r>
              <a:rPr lang="en-ID" sz="1600" dirty="0"/>
              <a:t> </a:t>
            </a:r>
            <a:r>
              <a:rPr lang="en-ID" sz="1600" dirty="0" err="1"/>
              <a:t>akses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dua </a:t>
            </a:r>
            <a:r>
              <a:rPr lang="en-ID" sz="1600" dirty="0" err="1"/>
              <a:t>relasi</a:t>
            </a:r>
            <a:r>
              <a:rPr lang="en-ID" sz="1600" dirty="0"/>
              <a:t> (</a:t>
            </a:r>
            <a:r>
              <a:rPr lang="en-ID" sz="1600" dirty="0" err="1"/>
              <a:t>tabel</a:t>
            </a:r>
            <a:r>
              <a:rPr lang="en-ID" sz="1600" dirty="0"/>
              <a:t>), </a:t>
            </a:r>
            <a:r>
              <a:rPr lang="en-ID" sz="1600" dirty="0" err="1"/>
              <a:t>yaitu</a:t>
            </a:r>
            <a:r>
              <a:rPr lang="en-ID" sz="1600" dirty="0"/>
              <a:t> </a:t>
            </a:r>
            <a:r>
              <a:rPr lang="en-ID" sz="1600" dirty="0" err="1"/>
              <a:t>tabel</a:t>
            </a:r>
            <a:r>
              <a:rPr lang="en-ID" sz="1600" dirty="0"/>
              <a:t> yang </a:t>
            </a:r>
            <a:r>
              <a:rPr lang="en-ID" sz="1600" dirty="0" err="1"/>
              <a:t>sesuai</a:t>
            </a:r>
            <a:r>
              <a:rPr lang="en-ID" sz="1600" dirty="0"/>
              <a:t>                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tingkat</a:t>
            </a:r>
            <a:r>
              <a:rPr lang="en-ID" sz="1600" dirty="0"/>
              <a:t> </a:t>
            </a:r>
            <a:r>
              <a:rPr lang="en-ID" sz="1600" dirty="0" err="1"/>
              <a:t>rendah</a:t>
            </a:r>
            <a:r>
              <a:rPr lang="en-ID" sz="1600" dirty="0"/>
              <a:t> dan </a:t>
            </a:r>
            <a:r>
              <a:rPr lang="en-ID" sz="1600" dirty="0" err="1"/>
              <a:t>tabel</a:t>
            </a:r>
            <a:r>
              <a:rPr lang="en-ID" sz="1600" dirty="0"/>
              <a:t> yang </a:t>
            </a:r>
            <a:r>
              <a:rPr lang="en-ID" sz="1600" dirty="0" err="1"/>
              <a:t>sesuai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tingkat</a:t>
            </a:r>
            <a:r>
              <a:rPr lang="en-ID" sz="1600" dirty="0"/>
              <a:t> </a:t>
            </a:r>
            <a:r>
              <a:rPr lang="en-ID" sz="1600" dirty="0" err="1"/>
              <a:t>tinggi</a:t>
            </a:r>
            <a:r>
              <a:rPr lang="en-ID" sz="16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F1ECB-77B1-DA57-B8C1-6364011C1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55475" y="2339129"/>
            <a:ext cx="3344092" cy="1860028"/>
          </a:xfrm>
          <a:prstGeom prst="rect">
            <a:avLst/>
          </a:prstGeom>
          <a:noFill/>
          <a:ln w="25400" cmpd="tri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74087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EE61766-A24E-92CE-FE9E-8712016ED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BE78ED8-9118-173A-3E5C-A719367B67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Representasi</a:t>
            </a:r>
            <a:r>
              <a:rPr lang="en-ID" sz="2400" b="1" dirty="0"/>
              <a:t> </a:t>
            </a:r>
            <a:r>
              <a:rPr lang="en-ID" sz="2400" b="1" dirty="0" err="1"/>
              <a:t>Spesialisasi</a:t>
            </a:r>
            <a:r>
              <a:rPr lang="en-ID" sz="2400" b="1" dirty="0"/>
              <a:t> (Specialization)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E6D2FFF9-AAB5-7345-7AB6-1014E04B854C}"/>
              </a:ext>
            </a:extLst>
          </p:cNvPr>
          <p:cNvSpPr txBox="1">
            <a:spLocks/>
          </p:cNvSpPr>
          <p:nvPr/>
        </p:nvSpPr>
        <p:spPr>
          <a:xfrm>
            <a:off x="557348" y="1184366"/>
            <a:ext cx="8769531" cy="364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r>
              <a:rPr lang="en-ID" sz="1400" b="1" dirty="0"/>
              <a:t>Metode 2 :</a:t>
            </a:r>
          </a:p>
          <a:p>
            <a:pPr>
              <a:buFont typeface="+mj-lt"/>
              <a:buAutoNum type="arabicPeriod"/>
            </a:pPr>
            <a:r>
              <a:rPr lang="en-ID" sz="1400" b="1" dirty="0" err="1"/>
              <a:t>Bentuk</a:t>
            </a:r>
            <a:r>
              <a:rPr lang="en-ID" sz="1400" b="1" dirty="0"/>
              <a:t> </a:t>
            </a:r>
            <a:r>
              <a:rPr lang="en-ID" sz="1400" b="1" dirty="0" err="1"/>
              <a:t>sebuah</a:t>
            </a:r>
            <a:r>
              <a:rPr lang="en-ID" sz="1400" b="1" dirty="0"/>
              <a:t> </a:t>
            </a:r>
            <a:r>
              <a:rPr lang="en-ID" sz="1400" b="1" dirty="0" err="1"/>
              <a:t>skema</a:t>
            </a:r>
            <a:r>
              <a:rPr lang="en-ID" sz="1400" b="1" dirty="0"/>
              <a:t> </a:t>
            </a:r>
            <a:r>
              <a:rPr lang="en-ID" sz="1400" b="1" dirty="0" err="1"/>
              <a:t>untuk</a:t>
            </a:r>
            <a:r>
              <a:rPr lang="en-ID" sz="1400" b="1" dirty="0"/>
              <a:t> </a:t>
            </a:r>
            <a:r>
              <a:rPr lang="en-ID" sz="1400" b="1" dirty="0" err="1"/>
              <a:t>setiap</a:t>
            </a:r>
            <a:r>
              <a:rPr lang="en-ID" sz="1400" b="1" dirty="0"/>
              <a:t> </a:t>
            </a:r>
            <a:r>
              <a:rPr lang="en-ID" sz="1400" b="1" dirty="0" err="1"/>
              <a:t>himpunan</a:t>
            </a:r>
            <a:r>
              <a:rPr lang="en-ID" sz="1400" b="1" dirty="0"/>
              <a:t> </a:t>
            </a:r>
            <a:r>
              <a:rPr lang="en-ID" sz="1400" b="1" dirty="0" err="1"/>
              <a:t>entitas</a:t>
            </a:r>
            <a:r>
              <a:rPr lang="en-ID" sz="1400" b="1" dirty="0"/>
              <a:t> </a:t>
            </a:r>
            <a:r>
              <a:rPr lang="en-ID" sz="1400" b="1" dirty="0" err="1"/>
              <a:t>dengan</a:t>
            </a:r>
            <a:r>
              <a:rPr lang="en-ID" sz="1400" b="1" dirty="0"/>
              <a:t> </a:t>
            </a:r>
            <a:r>
              <a:rPr lang="en-ID" sz="1400" b="1" dirty="0" err="1"/>
              <a:t>semua</a:t>
            </a:r>
            <a:r>
              <a:rPr lang="en-ID" sz="1400" b="1" dirty="0"/>
              <a:t> </a:t>
            </a:r>
            <a:r>
              <a:rPr lang="en-ID" sz="1400" b="1" dirty="0" err="1"/>
              <a:t>atribut</a:t>
            </a:r>
            <a:r>
              <a:rPr lang="en-ID" sz="1400" b="1" dirty="0"/>
              <a:t> </a:t>
            </a:r>
            <a:r>
              <a:rPr lang="en-ID" sz="1400" b="1" dirty="0" err="1"/>
              <a:t>lokal</a:t>
            </a:r>
            <a:r>
              <a:rPr lang="en-ID" sz="1400" b="1" dirty="0"/>
              <a:t> dan </a:t>
            </a:r>
            <a:r>
              <a:rPr lang="en-ID" sz="1400" b="1" dirty="0" err="1"/>
              <a:t>atribut</a:t>
            </a:r>
            <a:r>
              <a:rPr lang="en-ID" sz="1400" b="1" dirty="0"/>
              <a:t> </a:t>
            </a:r>
            <a:r>
              <a:rPr lang="en-ID" sz="1400" b="1" dirty="0" err="1"/>
              <a:t>warisan</a:t>
            </a:r>
            <a:r>
              <a:rPr lang="en-ID" sz="1400" b="1" dirty="0"/>
              <a:t> (</a:t>
            </a:r>
            <a:r>
              <a:rPr lang="en-ID" sz="1400" b="1" i="1" dirty="0"/>
              <a:t>inherited attributes</a:t>
            </a:r>
            <a:r>
              <a:rPr lang="en-ID" sz="1400" b="1" dirty="0"/>
              <a:t>).</a:t>
            </a:r>
            <a:endParaRPr lang="en-ID" sz="1400" dirty="0"/>
          </a:p>
          <a:p>
            <a:pPr>
              <a:buFont typeface="+mj-lt"/>
              <a:buAutoNum type="arabicPeriod"/>
            </a:pPr>
            <a:r>
              <a:rPr lang="en-ID" sz="1400" b="1" dirty="0"/>
              <a:t>Jika </a:t>
            </a:r>
            <a:r>
              <a:rPr lang="en-ID" sz="1400" b="1" dirty="0" err="1"/>
              <a:t>spesialisasi</a:t>
            </a:r>
            <a:r>
              <a:rPr lang="en-ID" sz="1400" b="1" dirty="0"/>
              <a:t> </a:t>
            </a:r>
            <a:r>
              <a:rPr lang="en-ID" sz="1400" b="1" dirty="0" err="1"/>
              <a:t>bersifat</a:t>
            </a:r>
            <a:r>
              <a:rPr lang="en-ID" sz="1400" b="1" dirty="0"/>
              <a:t> total, </a:t>
            </a:r>
            <a:r>
              <a:rPr lang="en-ID" sz="1400" b="1" dirty="0" err="1"/>
              <a:t>skema</a:t>
            </a:r>
            <a:r>
              <a:rPr lang="en-ID" sz="1400" b="1" dirty="0"/>
              <a:t> </a:t>
            </a:r>
            <a:r>
              <a:rPr lang="en-ID" sz="1400" b="1" dirty="0" err="1"/>
              <a:t>untuk</a:t>
            </a:r>
            <a:r>
              <a:rPr lang="en-ID" sz="1400" b="1" dirty="0"/>
              <a:t> </a:t>
            </a:r>
            <a:r>
              <a:rPr lang="en-ID" sz="1400" b="1" dirty="0" err="1"/>
              <a:t>himpunan</a:t>
            </a:r>
            <a:r>
              <a:rPr lang="en-ID" sz="1400" b="1" dirty="0"/>
              <a:t> </a:t>
            </a:r>
            <a:r>
              <a:rPr lang="en-ID" sz="1400" b="1" dirty="0" err="1"/>
              <a:t>entitas</a:t>
            </a:r>
            <a:r>
              <a:rPr lang="en-ID" sz="1400" b="1" dirty="0"/>
              <a:t> yang </a:t>
            </a:r>
            <a:r>
              <a:rPr lang="en-ID" sz="1400" b="1" dirty="0" err="1"/>
              <a:t>digeneralisasi</a:t>
            </a:r>
            <a:r>
              <a:rPr lang="en-ID" sz="1400" b="1" dirty="0"/>
              <a:t> </a:t>
            </a:r>
            <a:r>
              <a:rPr lang="en-ID" sz="1400" b="1" dirty="0" err="1"/>
              <a:t>tidak</a:t>
            </a:r>
            <a:r>
              <a:rPr lang="en-ID" sz="1400" b="1" dirty="0"/>
              <a:t> </a:t>
            </a:r>
            <a:r>
              <a:rPr lang="en-ID" sz="1400" b="1" dirty="0" err="1"/>
              <a:t>diperlukan</a:t>
            </a:r>
            <a:r>
              <a:rPr lang="en-ID" sz="1400" b="1" dirty="0"/>
              <a:t> </a:t>
            </a:r>
            <a:r>
              <a:rPr lang="en-ID" sz="1400" b="1" dirty="0" err="1"/>
              <a:t>untuk</a:t>
            </a:r>
            <a:r>
              <a:rPr lang="en-ID" sz="1400" b="1" dirty="0"/>
              <a:t> </a:t>
            </a:r>
            <a:r>
              <a:rPr lang="en-ID" sz="1400" b="1" dirty="0" err="1"/>
              <a:t>menyimpan</a:t>
            </a:r>
            <a:r>
              <a:rPr lang="en-ID" sz="1400" b="1" dirty="0"/>
              <a:t> </a:t>
            </a:r>
            <a:r>
              <a:rPr lang="en-ID" sz="1400" b="1" dirty="0" err="1"/>
              <a:t>informasi</a:t>
            </a:r>
            <a:r>
              <a:rPr lang="en-ID" sz="1400" b="1" dirty="0"/>
              <a:t>.</a:t>
            </a:r>
            <a:endParaRPr lang="en-ID" sz="1400" dirty="0"/>
          </a:p>
          <a:p>
            <a:pPr lvl="1" algn="l">
              <a:buFont typeface="+mj-lt"/>
              <a:buAutoNum type="alphaLcParenR"/>
            </a:pPr>
            <a:r>
              <a:rPr lang="en-ID" dirty="0"/>
              <a:t>Dapat </a:t>
            </a:r>
            <a:r>
              <a:rPr lang="en-ID" dirty="0" err="1"/>
              <a:t>didefinisikan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"</a:t>
            </a:r>
            <a:r>
              <a:rPr lang="en-ID" b="1" i="1" dirty="0"/>
              <a:t>view</a:t>
            </a:r>
            <a:r>
              <a:rPr lang="en-ID" dirty="0"/>
              <a:t>" yang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gabungan</a:t>
            </a:r>
            <a:r>
              <a:rPr lang="en-ID" dirty="0"/>
              <a:t> (</a:t>
            </a:r>
            <a:r>
              <a:rPr lang="en-ID" i="1" dirty="0"/>
              <a:t>union</a:t>
            </a:r>
            <a:r>
              <a:rPr lang="en-ID" dirty="0"/>
              <a:t>)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relasi-relasi</a:t>
            </a:r>
            <a:r>
              <a:rPr lang="en-ID" dirty="0"/>
              <a:t> </a:t>
            </a:r>
            <a:r>
              <a:rPr lang="en-ID" dirty="0" err="1"/>
              <a:t>spesialisasi</a:t>
            </a:r>
            <a:r>
              <a:rPr lang="en-ID" dirty="0"/>
              <a:t>.</a:t>
            </a:r>
          </a:p>
          <a:p>
            <a:pPr lvl="1" algn="l">
              <a:buFont typeface="+mj-lt"/>
              <a:buAutoNum type="alphaLcParenR"/>
            </a:pP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skema</a:t>
            </a:r>
            <a:r>
              <a:rPr lang="en-ID" dirty="0"/>
              <a:t> </a:t>
            </a:r>
            <a:r>
              <a:rPr lang="en-ID" dirty="0" err="1"/>
              <a:t>eksplisit</a:t>
            </a:r>
            <a:r>
              <a:rPr lang="en-ID" dirty="0"/>
              <a:t>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batasan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tamu</a:t>
            </a:r>
            <a:r>
              <a:rPr lang="en-ID" dirty="0"/>
              <a:t> (</a:t>
            </a:r>
            <a:r>
              <a:rPr lang="en-ID" i="1" dirty="0"/>
              <a:t>foreign key constraints</a:t>
            </a:r>
            <a:r>
              <a:rPr lang="en-ID" dirty="0"/>
              <a:t>).</a:t>
            </a:r>
          </a:p>
          <a:p>
            <a:endParaRPr lang="en-ID" sz="1400" b="1" dirty="0"/>
          </a:p>
          <a:p>
            <a:r>
              <a:rPr lang="en-ID" sz="1400" b="1" dirty="0" err="1"/>
              <a:t>Contoh</a:t>
            </a:r>
            <a:r>
              <a:rPr lang="en-ID" sz="1400" b="1" dirty="0"/>
              <a:t> Skema </a:t>
            </a:r>
            <a:r>
              <a:rPr lang="en-ID" sz="1400" b="1" dirty="0" err="1"/>
              <a:t>Berdasarkan</a:t>
            </a:r>
            <a:r>
              <a:rPr lang="en-ID" sz="1400" b="1" dirty="0"/>
              <a:t> Diagram:</a:t>
            </a:r>
          </a:p>
          <a:p>
            <a:r>
              <a:rPr lang="en-ID" sz="1400" b="1" dirty="0"/>
              <a:t>PERSON = (</a:t>
            </a:r>
            <a:r>
              <a:rPr lang="en-ID" sz="1400" b="1" i="1" dirty="0"/>
              <a:t>NAME</a:t>
            </a:r>
            <a:r>
              <a:rPr lang="en-ID" sz="1400" b="1" dirty="0"/>
              <a:t>, STREET, CITY)</a:t>
            </a:r>
            <a:endParaRPr lang="en-ID" sz="1400" dirty="0"/>
          </a:p>
          <a:p>
            <a:r>
              <a:rPr lang="en-ID" sz="1400" b="1" dirty="0"/>
              <a:t>EMPLOYEE = (</a:t>
            </a:r>
            <a:r>
              <a:rPr lang="en-ID" sz="1400" b="1" i="1" dirty="0"/>
              <a:t>NAME</a:t>
            </a:r>
            <a:r>
              <a:rPr lang="en-ID" sz="1400" b="1" dirty="0"/>
              <a:t>, STREET, CITY, SALARY)</a:t>
            </a:r>
            <a:endParaRPr lang="en-ID" sz="1400" dirty="0"/>
          </a:p>
          <a:p>
            <a:r>
              <a:rPr lang="en-ID" sz="1400" b="1" dirty="0"/>
              <a:t>CUSTOMER = (</a:t>
            </a:r>
            <a:r>
              <a:rPr lang="en-ID" sz="1400" b="1" i="1" dirty="0"/>
              <a:t>NAME</a:t>
            </a:r>
            <a:r>
              <a:rPr lang="en-ID" sz="1400" b="1" dirty="0"/>
              <a:t>, STREET, CITY, CREDIT_RATING)</a:t>
            </a:r>
            <a:endParaRPr lang="en-ID" sz="1400" dirty="0"/>
          </a:p>
          <a:p>
            <a:endParaRPr lang="en-ID" sz="1400" b="1" dirty="0"/>
          </a:p>
          <a:p>
            <a:endParaRPr lang="en-ID" sz="1400" b="1" dirty="0"/>
          </a:p>
          <a:p>
            <a:pPr marL="152400" indent="0"/>
            <a:r>
              <a:rPr lang="en-ID" sz="1400" b="1" dirty="0" err="1"/>
              <a:t>Kekurangan</a:t>
            </a:r>
            <a:r>
              <a:rPr lang="en-ID" sz="1400" b="1" dirty="0"/>
              <a:t> (</a:t>
            </a:r>
            <a:r>
              <a:rPr lang="en-ID" sz="1400" b="1" i="1" dirty="0"/>
              <a:t>Drawback</a:t>
            </a:r>
            <a:r>
              <a:rPr lang="en-ID" sz="1400" b="1" dirty="0"/>
              <a:t>):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b="1" dirty="0"/>
              <a:t>street</a:t>
            </a:r>
            <a:r>
              <a:rPr lang="en-ID" sz="1400" dirty="0"/>
              <a:t> dan </a:t>
            </a:r>
            <a:r>
              <a:rPr lang="en-ID" sz="1400" b="1" dirty="0"/>
              <a:t>city</a:t>
            </a:r>
            <a:r>
              <a:rPr lang="en-ID" sz="1400" dirty="0"/>
              <a:t> </a:t>
            </a:r>
            <a:r>
              <a:rPr lang="en-ID" sz="1400" dirty="0" err="1"/>
              <a:t>mungkin</a:t>
            </a:r>
            <a:r>
              <a:rPr lang="en-ID" sz="1400" dirty="0"/>
              <a:t> </a:t>
            </a:r>
          </a:p>
          <a:p>
            <a:pPr marL="152400" indent="0"/>
            <a:r>
              <a:rPr lang="en-ID" sz="1400" dirty="0" err="1"/>
              <a:t>disimpan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redundan</a:t>
            </a:r>
            <a:r>
              <a:rPr lang="en-ID" sz="1400" dirty="0"/>
              <a:t> (</a:t>
            </a:r>
            <a:r>
              <a:rPr lang="en-ID" sz="1400" dirty="0" err="1"/>
              <a:t>berulang</a:t>
            </a:r>
            <a:r>
              <a:rPr lang="en-ID" sz="1400" dirty="0"/>
              <a:t>) </a:t>
            </a:r>
            <a:r>
              <a:rPr lang="en-ID" sz="1400" dirty="0" err="1"/>
              <a:t>untuk</a:t>
            </a:r>
            <a:r>
              <a:rPr lang="en-ID" sz="1400" dirty="0"/>
              <a:t> orang yang </a:t>
            </a:r>
          </a:p>
          <a:p>
            <a:pPr marL="152400" indent="0"/>
            <a:r>
              <a:rPr lang="en-ID" sz="1400" dirty="0" err="1"/>
              <a:t>merupakan</a:t>
            </a:r>
            <a:r>
              <a:rPr lang="en-ID" sz="1400" dirty="0"/>
              <a:t> </a:t>
            </a:r>
            <a:r>
              <a:rPr lang="en-ID" sz="1400" dirty="0" err="1"/>
              <a:t>karyawan</a:t>
            </a:r>
            <a:r>
              <a:rPr lang="en-ID" sz="1400" dirty="0"/>
              <a:t> </a:t>
            </a:r>
            <a:r>
              <a:rPr lang="en-ID" sz="1400" dirty="0" err="1"/>
              <a:t>sekaligus</a:t>
            </a:r>
            <a:r>
              <a:rPr lang="en-ID" sz="1400" dirty="0"/>
              <a:t> </a:t>
            </a:r>
            <a:r>
              <a:rPr lang="en-ID" sz="1400" dirty="0" err="1"/>
              <a:t>pelanggan</a:t>
            </a:r>
            <a:r>
              <a:rPr lang="en-ID" sz="14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98118-EA8A-DAD0-8904-73541BA9B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90904" y="2892315"/>
            <a:ext cx="3344092" cy="1860028"/>
          </a:xfrm>
          <a:prstGeom prst="rect">
            <a:avLst/>
          </a:prstGeom>
          <a:noFill/>
          <a:ln w="25400" cmpd="tri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47861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BA40EFEB-2287-3B32-8DDE-6D4650787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FBD563D6-358C-79CF-787C-0A99F315C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Contoh</a:t>
            </a:r>
            <a:r>
              <a:rPr lang="en-ID" sz="2400" b="1" dirty="0"/>
              <a:t> – </a:t>
            </a:r>
            <a:r>
              <a:rPr lang="en-ID" sz="2400" b="1" dirty="0" err="1"/>
              <a:t>Spesialization</a:t>
            </a:r>
            <a:endParaRPr lang="en-ID" sz="2400" b="1" dirty="0"/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EDFA26A-B64E-E0A3-479B-4E19FC5F4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525390"/>
              </p:ext>
            </p:extLst>
          </p:nvPr>
        </p:nvGraphicFramePr>
        <p:xfrm>
          <a:off x="1136772" y="3219956"/>
          <a:ext cx="3886200" cy="100584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64476074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4281255164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3703603418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43511579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Status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Major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9097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20209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8888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561644"/>
                  </a:ext>
                </a:extLst>
              </a:tr>
            </a:tbl>
          </a:graphicData>
        </a:graphic>
      </p:graphicFrame>
      <p:grpSp>
        <p:nvGrpSpPr>
          <p:cNvPr id="34" name="Group 33">
            <a:extLst>
              <a:ext uri="{FF2B5EF4-FFF2-40B4-BE49-F238E27FC236}">
                <a16:creationId xmlns:a16="http://schemas.microsoft.com/office/drawing/2014/main" id="{965284BA-938A-0DDF-E166-2E189BC711A5}"/>
              </a:ext>
            </a:extLst>
          </p:cNvPr>
          <p:cNvGrpSpPr/>
          <p:nvPr/>
        </p:nvGrpSpPr>
        <p:grpSpPr>
          <a:xfrm>
            <a:off x="1994263" y="508576"/>
            <a:ext cx="5329646" cy="2649868"/>
            <a:chOff x="685800" y="116632"/>
            <a:chExt cx="7543800" cy="4724400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63E0964F-DBD9-29E3-A703-41C2555EF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2326432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" name="Text Box 26">
              <a:extLst>
                <a:ext uri="{FF2B5EF4-FFF2-40B4-BE49-F238E27FC236}">
                  <a16:creationId xmlns:a16="http://schemas.microsoft.com/office/drawing/2014/main" id="{FAC36A27-C401-A949-FB08-4548C99CB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2402632"/>
              <a:ext cx="990601" cy="4389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 dirty="0">
                  <a:solidFill>
                    <a:schemeClr val="tx1"/>
                  </a:solidFill>
                </a:rPr>
                <a:t>Student</a:t>
              </a:r>
            </a:p>
          </p:txBody>
        </p:sp>
        <p:sp>
          <p:nvSpPr>
            <p:cNvPr id="5" name="Oval 27">
              <a:extLst>
                <a:ext uri="{FF2B5EF4-FFF2-40B4-BE49-F238E27FC236}">
                  <a16:creationId xmlns:a16="http://schemas.microsoft.com/office/drawing/2014/main" id="{895DA0B3-BD59-55C9-DA93-02B60C6BE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488232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" name="Oval 28">
              <a:extLst>
                <a:ext uri="{FF2B5EF4-FFF2-40B4-BE49-F238E27FC236}">
                  <a16:creationId xmlns:a16="http://schemas.microsoft.com/office/drawing/2014/main" id="{1E022543-02B0-438D-9C45-48AB66CB5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1488232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" name="Oval 29">
              <a:extLst>
                <a:ext uri="{FF2B5EF4-FFF2-40B4-BE49-F238E27FC236}">
                  <a16:creationId xmlns:a16="http://schemas.microsoft.com/office/drawing/2014/main" id="{525B4BDE-512B-D783-C46F-462D12DB9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164632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" name="Oval 30">
              <a:extLst>
                <a:ext uri="{FF2B5EF4-FFF2-40B4-BE49-F238E27FC236}">
                  <a16:creationId xmlns:a16="http://schemas.microsoft.com/office/drawing/2014/main" id="{80BD1005-32F8-8609-A5B3-36964F725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3240832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9" name="Line 31">
              <a:extLst>
                <a:ext uri="{FF2B5EF4-FFF2-40B4-BE49-F238E27FC236}">
                  <a16:creationId xmlns:a16="http://schemas.microsoft.com/office/drawing/2014/main" id="{6D667D7C-CAE8-EBE6-7B27-7093AF62C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400" y="2021632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0" name="Line 32">
              <a:extLst>
                <a:ext uri="{FF2B5EF4-FFF2-40B4-BE49-F238E27FC236}">
                  <a16:creationId xmlns:a16="http://schemas.microsoft.com/office/drawing/2014/main" id="{1E90FA2A-157B-41D8-F342-00F86E42C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8400" y="2021632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1" name="Line 33">
              <a:extLst>
                <a:ext uri="{FF2B5EF4-FFF2-40B4-BE49-F238E27FC236}">
                  <a16:creationId xmlns:a16="http://schemas.microsoft.com/office/drawing/2014/main" id="{3089A96E-099A-70BB-336F-9FB3583AF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90800" y="2783632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" name="Line 34">
              <a:extLst>
                <a:ext uri="{FF2B5EF4-FFF2-40B4-BE49-F238E27FC236}">
                  <a16:creationId xmlns:a16="http://schemas.microsoft.com/office/drawing/2014/main" id="{8DDDDAD4-F7B4-96C1-E417-3275D0981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4000" y="2783632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" name="Text Box 35">
              <a:extLst>
                <a:ext uri="{FF2B5EF4-FFF2-40B4-BE49-F238E27FC236}">
                  <a16:creationId xmlns:a16="http://schemas.microsoft.com/office/drawing/2014/main" id="{91447A42-0D9E-8202-6D1E-C55BFC978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399" y="1564431"/>
              <a:ext cx="762000" cy="4389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SID</a:t>
              </a:r>
            </a:p>
          </p:txBody>
        </p:sp>
        <p:sp>
          <p:nvSpPr>
            <p:cNvPr id="14" name="Text Box 36">
              <a:extLst>
                <a:ext uri="{FF2B5EF4-FFF2-40B4-BE49-F238E27FC236}">
                  <a16:creationId xmlns:a16="http://schemas.microsoft.com/office/drawing/2014/main" id="{C5625811-14AE-0F85-6BA6-D78F20893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1" y="1564431"/>
              <a:ext cx="838200" cy="4389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Status</a:t>
              </a:r>
            </a:p>
          </p:txBody>
        </p:sp>
        <p:sp>
          <p:nvSpPr>
            <p:cNvPr id="15" name="Text Box 37">
              <a:extLst>
                <a:ext uri="{FF2B5EF4-FFF2-40B4-BE49-F238E27FC236}">
                  <a16:creationId xmlns:a16="http://schemas.microsoft.com/office/drawing/2014/main" id="{46F3F14B-7EEE-7EEB-D6B2-7A938B5C3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1" y="3240832"/>
              <a:ext cx="762000" cy="4389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Major</a:t>
              </a:r>
            </a:p>
          </p:txBody>
        </p:sp>
        <p:sp>
          <p:nvSpPr>
            <p:cNvPr id="16" name="Text Box 38">
              <a:extLst>
                <a:ext uri="{FF2B5EF4-FFF2-40B4-BE49-F238E27FC236}">
                  <a16:creationId xmlns:a16="http://schemas.microsoft.com/office/drawing/2014/main" id="{E3D90CC0-3B83-8F4C-9784-24DD9B6E7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599" y="3317032"/>
              <a:ext cx="685800" cy="4389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GPA</a:t>
              </a:r>
            </a:p>
          </p:txBody>
        </p:sp>
        <p:sp>
          <p:nvSpPr>
            <p:cNvPr id="17" name="AutoShape 39">
              <a:extLst>
                <a:ext uri="{FF2B5EF4-FFF2-40B4-BE49-F238E27FC236}">
                  <a16:creationId xmlns:a16="http://schemas.microsoft.com/office/drawing/2014/main" id="{40CD0A7B-7EB4-AB78-9665-F90BEFF4A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698032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" name="AutoShape 40">
              <a:extLst>
                <a:ext uri="{FF2B5EF4-FFF2-40B4-BE49-F238E27FC236}">
                  <a16:creationId xmlns:a16="http://schemas.microsoft.com/office/drawing/2014/main" id="{380FEB52-CF3C-29DC-86FB-A8B735913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2478832"/>
              <a:ext cx="19050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9" name="Rectangle 70">
              <a:extLst>
                <a:ext uri="{FF2B5EF4-FFF2-40B4-BE49-F238E27FC236}">
                  <a16:creationId xmlns:a16="http://schemas.microsoft.com/office/drawing/2014/main" id="{C94F94A9-4854-2224-5BB6-C8E7172ED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954832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0" name="Text Box 71">
              <a:extLst>
                <a:ext uri="{FF2B5EF4-FFF2-40B4-BE49-F238E27FC236}">
                  <a16:creationId xmlns:a16="http://schemas.microsoft.com/office/drawing/2014/main" id="{FE22DBF7-5E84-B1D6-E0C8-9AC69200C2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7999" y="1031033"/>
              <a:ext cx="990601" cy="4389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Person</a:t>
              </a:r>
            </a:p>
          </p:txBody>
        </p:sp>
        <p:sp>
          <p:nvSpPr>
            <p:cNvPr id="21" name="Oval 72">
              <a:extLst>
                <a:ext uri="{FF2B5EF4-FFF2-40B4-BE49-F238E27FC236}">
                  <a16:creationId xmlns:a16="http://schemas.microsoft.com/office/drawing/2014/main" id="{B6B69A31-9047-6D8E-B263-F05B33FFC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1793032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2" name="Line 74">
              <a:extLst>
                <a:ext uri="{FF2B5EF4-FFF2-40B4-BE49-F238E27FC236}">
                  <a16:creationId xmlns:a16="http://schemas.microsoft.com/office/drawing/2014/main" id="{99581423-177A-A5C0-2AAB-E39FE61F9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8400" y="650032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3" name="Line 75">
              <a:extLst>
                <a:ext uri="{FF2B5EF4-FFF2-40B4-BE49-F238E27FC236}">
                  <a16:creationId xmlns:a16="http://schemas.microsoft.com/office/drawing/2014/main" id="{143359F5-1697-3CA2-822F-706D2770ED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1400" y="650032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4" name="Line 77">
              <a:extLst>
                <a:ext uri="{FF2B5EF4-FFF2-40B4-BE49-F238E27FC236}">
                  <a16:creationId xmlns:a16="http://schemas.microsoft.com/office/drawing/2014/main" id="{622BFEF9-A568-1199-EC59-2D1964A11A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77000" y="1412032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5" name="Text Box 80">
              <a:extLst>
                <a:ext uri="{FF2B5EF4-FFF2-40B4-BE49-F238E27FC236}">
                  <a16:creationId xmlns:a16="http://schemas.microsoft.com/office/drawing/2014/main" id="{3B54970D-E2F2-80CF-E106-A75307667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1869233"/>
              <a:ext cx="1066800" cy="4389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Gender</a:t>
              </a:r>
            </a:p>
          </p:txBody>
        </p:sp>
        <p:sp>
          <p:nvSpPr>
            <p:cNvPr id="26" name="Oval 82">
              <a:extLst>
                <a:ext uri="{FF2B5EF4-FFF2-40B4-BE49-F238E27FC236}">
                  <a16:creationId xmlns:a16="http://schemas.microsoft.com/office/drawing/2014/main" id="{989FF8B4-A7BE-B2C1-C950-665BB33A6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116632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7" name="Text Box 78">
              <a:extLst>
                <a:ext uri="{FF2B5EF4-FFF2-40B4-BE49-F238E27FC236}">
                  <a16:creationId xmlns:a16="http://schemas.microsoft.com/office/drawing/2014/main" id="{0FD7E71A-DEE8-66C6-C665-9C80274F9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192832"/>
              <a:ext cx="762000" cy="4389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 u="sng">
                  <a:solidFill>
                    <a:schemeClr val="tx1"/>
                  </a:solidFill>
                </a:rPr>
                <a:t>SSN</a:t>
              </a:r>
            </a:p>
          </p:txBody>
        </p:sp>
        <p:sp>
          <p:nvSpPr>
            <p:cNvPr id="28" name="Oval 83">
              <a:extLst>
                <a:ext uri="{FF2B5EF4-FFF2-40B4-BE49-F238E27FC236}">
                  <a16:creationId xmlns:a16="http://schemas.microsoft.com/office/drawing/2014/main" id="{7F091C1A-5C6F-0239-7D16-FAFBDE688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116632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9" name="Text Box 79">
              <a:extLst>
                <a:ext uri="{FF2B5EF4-FFF2-40B4-BE49-F238E27FC236}">
                  <a16:creationId xmlns:a16="http://schemas.microsoft.com/office/drawing/2014/main" id="{0005C5A2-90FB-5B32-99D7-881417AA0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8999" y="192832"/>
              <a:ext cx="838200" cy="4389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30" name="AutoShape 84">
              <a:extLst>
                <a:ext uri="{FF2B5EF4-FFF2-40B4-BE49-F238E27FC236}">
                  <a16:creationId xmlns:a16="http://schemas.microsoft.com/office/drawing/2014/main" id="{590CB98E-03D6-6542-796E-69AF21C62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1793032"/>
              <a:ext cx="914400" cy="762000"/>
            </a:xfrm>
            <a:prstGeom prst="flowChartExtra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1" name="Text Box 85">
              <a:extLst>
                <a:ext uri="{FF2B5EF4-FFF2-40B4-BE49-F238E27FC236}">
                  <a16:creationId xmlns:a16="http://schemas.microsoft.com/office/drawing/2014/main" id="{BF42C7AF-A12D-1958-37B9-891254EBC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2900" y="1883519"/>
              <a:ext cx="838200" cy="4389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000" dirty="0">
                  <a:solidFill>
                    <a:schemeClr val="tx1"/>
                  </a:solidFill>
                </a:rPr>
                <a:t>ISA</a:t>
              </a:r>
            </a:p>
          </p:txBody>
        </p:sp>
        <p:sp>
          <p:nvSpPr>
            <p:cNvPr id="32" name="Line 86">
              <a:extLst>
                <a:ext uri="{FF2B5EF4-FFF2-40B4-BE49-F238E27FC236}">
                  <a16:creationId xmlns:a16="http://schemas.microsoft.com/office/drawing/2014/main" id="{7B461A32-0228-11E2-766F-92C714B77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000" y="1183432"/>
              <a:ext cx="2209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3" name="Line 87">
              <a:extLst>
                <a:ext uri="{FF2B5EF4-FFF2-40B4-BE49-F238E27FC236}">
                  <a16:creationId xmlns:a16="http://schemas.microsoft.com/office/drawing/2014/main" id="{B6901A14-CF45-1B4C-C7F0-7DA4278BD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1800" y="2326432"/>
              <a:ext cx="1456184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C6F66F9-3ECE-8E9B-0A8F-5E42CD37B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198402"/>
              </p:ext>
            </p:extLst>
          </p:nvPr>
        </p:nvGraphicFramePr>
        <p:xfrm>
          <a:off x="5337039" y="2668894"/>
          <a:ext cx="2914650" cy="100584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3210365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77930359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43628159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00608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Homer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34494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Marge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Female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868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813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C2F8ADD4-9D6D-9D42-B1DC-BA82ADED5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D5D9E4A3-4709-FFD1-966B-A57020FE5C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1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400" b="1" dirty="0" err="1"/>
              <a:t>Contoh</a:t>
            </a:r>
            <a:r>
              <a:rPr lang="en-ID" sz="2400" b="1" dirty="0"/>
              <a:t> – </a:t>
            </a:r>
            <a:r>
              <a:rPr lang="en-ID" sz="2400" b="1" dirty="0" err="1"/>
              <a:t>Spesialization</a:t>
            </a:r>
            <a:endParaRPr lang="en-ID" sz="2400" b="1" dirty="0"/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04FD174E-E0F2-12B6-3FEF-93ADF82D1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506820"/>
              </p:ext>
            </p:extLst>
          </p:nvPr>
        </p:nvGraphicFramePr>
        <p:xfrm>
          <a:off x="1110877" y="3722876"/>
          <a:ext cx="3886200" cy="118872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64476074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4281255164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3703603418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43511579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Major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90977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20209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8888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56164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285D5F1-A9DB-6498-2F05-1C16D00E4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577895"/>
              </p:ext>
            </p:extLst>
          </p:nvPr>
        </p:nvGraphicFramePr>
        <p:xfrm>
          <a:off x="5534622" y="3764494"/>
          <a:ext cx="2914650" cy="118872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3210365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77930359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43628159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Dept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00608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id-ID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John</a:t>
                      </a:r>
                      <a:endParaRPr kumimoji="1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C.S.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34494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5678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Mar</a:t>
                      </a:r>
                      <a:r>
                        <a:rPr kumimoji="1" lang="id-ID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</a:t>
                      </a:r>
                      <a:endParaRPr kumimoji="1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868368"/>
                  </a:ext>
                </a:extLst>
              </a:tr>
            </a:tbl>
          </a:graphicData>
        </a:graphic>
      </p:graphicFrame>
      <p:grpSp>
        <p:nvGrpSpPr>
          <p:cNvPr id="710" name="Group 709">
            <a:extLst>
              <a:ext uri="{FF2B5EF4-FFF2-40B4-BE49-F238E27FC236}">
                <a16:creationId xmlns:a16="http://schemas.microsoft.com/office/drawing/2014/main" id="{A14D58D9-1660-077D-11AE-87DABC31248D}"/>
              </a:ext>
            </a:extLst>
          </p:cNvPr>
          <p:cNvGrpSpPr/>
          <p:nvPr/>
        </p:nvGrpSpPr>
        <p:grpSpPr>
          <a:xfrm>
            <a:off x="1515290" y="917704"/>
            <a:ext cx="6581503" cy="2747554"/>
            <a:chOff x="304800" y="152400"/>
            <a:chExt cx="8610600" cy="4707632"/>
          </a:xfrm>
        </p:grpSpPr>
        <p:sp>
          <p:nvSpPr>
            <p:cNvPr id="2" name="Rectangle 29">
              <a:extLst>
                <a:ext uri="{FF2B5EF4-FFF2-40B4-BE49-F238E27FC236}">
                  <a16:creationId xmlns:a16="http://schemas.microsoft.com/office/drawing/2014/main" id="{AE92C5E0-8857-31F3-006F-AB97BDC59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27432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04D690E0-0222-90C5-08FC-0E8D4C551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2819400"/>
              <a:ext cx="990600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Student</a:t>
              </a:r>
            </a:p>
          </p:txBody>
        </p:sp>
        <p:sp>
          <p:nvSpPr>
            <p:cNvPr id="37" name="Oval 32">
              <a:extLst>
                <a:ext uri="{FF2B5EF4-FFF2-40B4-BE49-F238E27FC236}">
                  <a16:creationId xmlns:a16="http://schemas.microsoft.com/office/drawing/2014/main" id="{13D38C37-08E8-CE6C-5534-13E9DBC3E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5908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8" name="Oval 33">
              <a:extLst>
                <a:ext uri="{FF2B5EF4-FFF2-40B4-BE49-F238E27FC236}">
                  <a16:creationId xmlns:a16="http://schemas.microsoft.com/office/drawing/2014/main" id="{4968CC68-6D83-5034-9ABA-61FB1810E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5814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9" name="Oval 34">
              <a:extLst>
                <a:ext uri="{FF2B5EF4-FFF2-40B4-BE49-F238E27FC236}">
                  <a16:creationId xmlns:a16="http://schemas.microsoft.com/office/drawing/2014/main" id="{B4AFF2C2-5802-ACC2-AC31-3A47AC91D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3657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FB613622-3D49-A939-95BE-F44F9C5B8C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90800" y="32004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F58BB5B6-C283-F803-7079-918AFFB757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4000" y="3200400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9D491A00-B634-81E7-4639-6729E1035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2667001"/>
              <a:ext cx="762000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 u="sng">
                  <a:solidFill>
                    <a:schemeClr val="tx1"/>
                  </a:solidFill>
                </a:rPr>
                <a:t>SID</a:t>
              </a:r>
            </a:p>
          </p:txBody>
        </p:sp>
        <p:sp>
          <p:nvSpPr>
            <p:cNvPr id="43" name="Text Box 41">
              <a:extLst>
                <a:ext uri="{FF2B5EF4-FFF2-40B4-BE49-F238E27FC236}">
                  <a16:creationId xmlns:a16="http://schemas.microsoft.com/office/drawing/2014/main" id="{519A3963-703D-376F-017B-1F1BA1464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3657600"/>
              <a:ext cx="762000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Major</a:t>
              </a:r>
            </a:p>
          </p:txBody>
        </p:sp>
        <p:sp>
          <p:nvSpPr>
            <p:cNvPr id="44" name="Text Box 42">
              <a:extLst>
                <a:ext uri="{FF2B5EF4-FFF2-40B4-BE49-F238E27FC236}">
                  <a16:creationId xmlns:a16="http://schemas.microsoft.com/office/drawing/2014/main" id="{EBC806AB-17C5-4B38-F75B-4B609383C7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3733800"/>
              <a:ext cx="685801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GPA</a:t>
              </a:r>
            </a:p>
          </p:txBody>
        </p:sp>
        <p:sp>
          <p:nvSpPr>
            <p:cNvPr id="45" name="AutoShape 43">
              <a:extLst>
                <a:ext uri="{FF2B5EF4-FFF2-40B4-BE49-F238E27FC236}">
                  <a16:creationId xmlns:a16="http://schemas.microsoft.com/office/drawing/2014/main" id="{BD7E1C98-AC54-446D-976F-2121D0E4C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672" y="3717032"/>
              <a:ext cx="12192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6" name="Rectangle 63">
              <a:extLst>
                <a:ext uri="{FF2B5EF4-FFF2-40B4-BE49-F238E27FC236}">
                  <a16:creationId xmlns:a16="http://schemas.microsoft.com/office/drawing/2014/main" id="{FC0259A2-6C8D-F333-0E43-51F8DF032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990600"/>
              <a:ext cx="1524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7" name="Text Box 64">
              <a:extLst>
                <a:ext uri="{FF2B5EF4-FFF2-40B4-BE49-F238E27FC236}">
                  <a16:creationId xmlns:a16="http://schemas.microsoft.com/office/drawing/2014/main" id="{96CA72EF-DF3A-36B5-7C2B-5FF98BD62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799" y="1066800"/>
              <a:ext cx="1676401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SJSU people</a:t>
              </a:r>
            </a:p>
          </p:txBody>
        </p:sp>
        <p:sp>
          <p:nvSpPr>
            <p:cNvPr id="48" name="Line 66">
              <a:extLst>
                <a:ext uri="{FF2B5EF4-FFF2-40B4-BE49-F238E27FC236}">
                  <a16:creationId xmlns:a16="http://schemas.microsoft.com/office/drawing/2014/main" id="{DF14A16B-E38D-ED3E-A6D2-EA0F70A4C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6858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9" name="Line 67">
              <a:extLst>
                <a:ext uri="{FF2B5EF4-FFF2-40B4-BE49-F238E27FC236}">
                  <a16:creationId xmlns:a16="http://schemas.microsoft.com/office/drawing/2014/main" id="{210D0310-51B6-936C-2524-BC7161BE74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8200" y="6858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0" name="Oval 70">
              <a:extLst>
                <a:ext uri="{FF2B5EF4-FFF2-40B4-BE49-F238E27FC236}">
                  <a16:creationId xmlns:a16="http://schemas.microsoft.com/office/drawing/2014/main" id="{EA110F95-AA53-10FB-3AA9-183CC8D18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1524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1" name="Text Box 71">
              <a:extLst>
                <a:ext uri="{FF2B5EF4-FFF2-40B4-BE49-F238E27FC236}">
                  <a16:creationId xmlns:a16="http://schemas.microsoft.com/office/drawing/2014/main" id="{71A10BE8-7F1A-69ED-6419-39FDB4EAC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199" y="228600"/>
              <a:ext cx="762000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 u="sng">
                  <a:solidFill>
                    <a:schemeClr val="tx1"/>
                  </a:solidFill>
                </a:rPr>
                <a:t>SSN</a:t>
              </a:r>
            </a:p>
          </p:txBody>
        </p:sp>
        <p:sp>
          <p:nvSpPr>
            <p:cNvPr id="52" name="Oval 72">
              <a:extLst>
                <a:ext uri="{FF2B5EF4-FFF2-40B4-BE49-F238E27FC236}">
                  <a16:creationId xmlns:a16="http://schemas.microsoft.com/office/drawing/2014/main" id="{C675FF44-EF58-74D3-60E7-9B1F2E76A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1524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3" name="Text Box 73">
              <a:extLst>
                <a:ext uri="{FF2B5EF4-FFF2-40B4-BE49-F238E27FC236}">
                  <a16:creationId xmlns:a16="http://schemas.microsoft.com/office/drawing/2014/main" id="{D5FA7ED4-2E91-16EA-6E9F-FD1D3BFC5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799" y="228600"/>
              <a:ext cx="838200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54" name="AutoShape 74">
              <a:extLst>
                <a:ext uri="{FF2B5EF4-FFF2-40B4-BE49-F238E27FC236}">
                  <a16:creationId xmlns:a16="http://schemas.microsoft.com/office/drawing/2014/main" id="{49751787-FB7C-2BEC-E7DE-D8DBECCE4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664" y="2209800"/>
              <a:ext cx="914400" cy="762000"/>
            </a:xfrm>
            <a:prstGeom prst="flowChartExtra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5" name="Text Box 75">
              <a:extLst>
                <a:ext uri="{FF2B5EF4-FFF2-40B4-BE49-F238E27FC236}">
                  <a16:creationId xmlns:a16="http://schemas.microsoft.com/office/drawing/2014/main" id="{E18E143C-F475-9A89-AD9C-EFEC8C298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2276872"/>
              <a:ext cx="838200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000" dirty="0">
                  <a:solidFill>
                    <a:schemeClr val="tx1"/>
                  </a:solidFill>
                </a:rPr>
                <a:t>ISA</a:t>
              </a:r>
            </a:p>
          </p:txBody>
        </p:sp>
        <p:sp>
          <p:nvSpPr>
            <p:cNvPr id="56" name="Line 77">
              <a:extLst>
                <a:ext uri="{FF2B5EF4-FFF2-40B4-BE49-F238E27FC236}">
                  <a16:creationId xmlns:a16="http://schemas.microsoft.com/office/drawing/2014/main" id="{9E57F3C8-D6E1-5DBF-03C7-21D6AF8451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1800" y="2743200"/>
              <a:ext cx="1600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7" name="Line 78">
              <a:extLst>
                <a:ext uri="{FF2B5EF4-FFF2-40B4-BE49-F238E27FC236}">
                  <a16:creationId xmlns:a16="http://schemas.microsoft.com/office/drawing/2014/main" id="{F0CEF984-8436-4437-84A4-B3FC408EC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28956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8" name="Line 79">
              <a:extLst>
                <a:ext uri="{FF2B5EF4-FFF2-40B4-BE49-F238E27FC236}">
                  <a16:creationId xmlns:a16="http://schemas.microsoft.com/office/drawing/2014/main" id="{810E429B-85B0-753E-B96E-E9E8913E4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14478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0" name="Rectangle 80">
              <a:extLst>
                <a:ext uri="{FF2B5EF4-FFF2-40B4-BE49-F238E27FC236}">
                  <a16:creationId xmlns:a16="http://schemas.microsoft.com/office/drawing/2014/main" id="{943361C2-0AF2-AFE3-5C4A-8C26A4EE5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27432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1" name="Text Box 81">
              <a:extLst>
                <a:ext uri="{FF2B5EF4-FFF2-40B4-BE49-F238E27FC236}">
                  <a16:creationId xmlns:a16="http://schemas.microsoft.com/office/drawing/2014/main" id="{893E779E-0156-CB12-57FC-87A4BAB68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2819400"/>
              <a:ext cx="990600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Faculty</a:t>
              </a:r>
            </a:p>
          </p:txBody>
        </p:sp>
        <p:sp>
          <p:nvSpPr>
            <p:cNvPr id="62" name="Oval 83">
              <a:extLst>
                <a:ext uri="{FF2B5EF4-FFF2-40B4-BE49-F238E27FC236}">
                  <a16:creationId xmlns:a16="http://schemas.microsoft.com/office/drawing/2014/main" id="{B1E07B7D-CAFB-12EB-B25A-31DA86F60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35814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3" name="Line 86">
              <a:extLst>
                <a:ext uri="{FF2B5EF4-FFF2-40B4-BE49-F238E27FC236}">
                  <a16:creationId xmlns:a16="http://schemas.microsoft.com/office/drawing/2014/main" id="{39E5868C-CCB1-E4D5-D7AB-22FD3E2C42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53200" y="3200400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04" name="Text Box 88">
              <a:extLst>
                <a:ext uri="{FF2B5EF4-FFF2-40B4-BE49-F238E27FC236}">
                  <a16:creationId xmlns:a16="http://schemas.microsoft.com/office/drawing/2014/main" id="{C09E351D-29D1-3B7A-D3B0-4B2E66D72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399" y="3657600"/>
              <a:ext cx="762000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Dept</a:t>
              </a:r>
            </a:p>
          </p:txBody>
        </p:sp>
        <p:sp>
          <p:nvSpPr>
            <p:cNvPr id="705" name="Line 91">
              <a:extLst>
                <a:ext uri="{FF2B5EF4-FFF2-40B4-BE49-F238E27FC236}">
                  <a16:creationId xmlns:a16="http://schemas.microsoft.com/office/drawing/2014/main" id="{93779F4A-BB02-1D6E-6F7E-F5B73144E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0032" y="2743200"/>
              <a:ext cx="1997968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06" name="Text Box 92">
              <a:extLst>
                <a:ext uri="{FF2B5EF4-FFF2-40B4-BE49-F238E27FC236}">
                  <a16:creationId xmlns:a16="http://schemas.microsoft.com/office/drawing/2014/main" id="{1A5611A3-D997-5341-79B0-EAEADD87B3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040" y="2348881"/>
              <a:ext cx="2209800" cy="4218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 dirty="0">
                  <a:solidFill>
                    <a:schemeClr val="tx1"/>
                  </a:solidFill>
                </a:rPr>
                <a:t>Disjoint</a:t>
              </a:r>
            </a:p>
          </p:txBody>
        </p:sp>
        <p:sp>
          <p:nvSpPr>
            <p:cNvPr id="707" name="Text Box 103">
              <a:extLst>
                <a:ext uri="{FF2B5EF4-FFF2-40B4-BE49-F238E27FC236}">
                  <a16:creationId xmlns:a16="http://schemas.microsoft.com/office/drawing/2014/main" id="{73621DE5-EC35-7146-E382-9F5C2C5FD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399" y="381001"/>
              <a:ext cx="3048001" cy="6855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No table created for superclass entity set</a:t>
              </a:r>
            </a:p>
          </p:txBody>
        </p:sp>
        <p:sp>
          <p:nvSpPr>
            <p:cNvPr id="708" name="Line 79">
              <a:extLst>
                <a:ext uri="{FF2B5EF4-FFF2-40B4-BE49-F238E27FC236}">
                  <a16:creationId xmlns:a16="http://schemas.microsoft.com/office/drawing/2014/main" id="{30CC2BD7-C9C2-0EC6-94CF-B408D4C54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016" y="1442864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09" name="AutoShape 43">
              <a:extLst>
                <a:ext uri="{FF2B5EF4-FFF2-40B4-BE49-F238E27FC236}">
                  <a16:creationId xmlns:a16="http://schemas.microsoft.com/office/drawing/2014/main" id="{391AA0BE-4AB0-F955-6653-B91BD7305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192" y="3717032"/>
              <a:ext cx="1219200" cy="11430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3822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B65B9532-C46D-B9B2-FB11-715E8C54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51BA0A0-3D85-F461-AEE6-7132C5FF3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16673"/>
            <a:ext cx="811049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/>
              <a:t>Skema yang </a:t>
            </a:r>
            <a:r>
              <a:rPr lang="en-ID" b="1" dirty="0" err="1"/>
              <a:t>berkorespondensi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Agregasi</a:t>
            </a:r>
            <a:endParaRPr lang="en-ID" b="1" dirty="0"/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089E4F69-1AD9-81D0-8E5C-0DBF3DC8CD07}"/>
              </a:ext>
            </a:extLst>
          </p:cNvPr>
          <p:cNvSpPr txBox="1">
            <a:spLocks/>
          </p:cNvSpPr>
          <p:nvPr/>
        </p:nvSpPr>
        <p:spPr>
          <a:xfrm>
            <a:off x="720000" y="1202022"/>
            <a:ext cx="7703999" cy="369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2400" b="1" dirty="0" err="1"/>
              <a:t>Untuk</a:t>
            </a:r>
            <a:r>
              <a:rPr lang="en-ID" sz="2400" b="1" dirty="0"/>
              <a:t> </a:t>
            </a:r>
            <a:r>
              <a:rPr lang="en-ID" sz="2400" b="1" dirty="0" err="1"/>
              <a:t>merepresentasikan</a:t>
            </a:r>
            <a:r>
              <a:rPr lang="en-ID" sz="2400" b="1" dirty="0"/>
              <a:t> </a:t>
            </a:r>
            <a:r>
              <a:rPr lang="en-ID" sz="2400" b="1" dirty="0" err="1"/>
              <a:t>agregasi</a:t>
            </a:r>
            <a:r>
              <a:rPr lang="en-ID" sz="2400" b="1" dirty="0"/>
              <a:t>, </a:t>
            </a:r>
            <a:r>
              <a:rPr lang="en-ID" sz="2400" b="1" dirty="0" err="1"/>
              <a:t>buatlah</a:t>
            </a:r>
            <a:r>
              <a:rPr lang="en-ID" sz="2400" b="1" dirty="0"/>
              <a:t> </a:t>
            </a:r>
            <a:r>
              <a:rPr lang="en-ID" sz="2400" b="1" dirty="0" err="1"/>
              <a:t>sebuah</a:t>
            </a:r>
            <a:r>
              <a:rPr lang="en-ID" sz="2400" b="1" dirty="0"/>
              <a:t> </a:t>
            </a:r>
            <a:r>
              <a:rPr lang="en-ID" sz="2400" b="1" dirty="0" err="1"/>
              <a:t>skema</a:t>
            </a:r>
            <a:r>
              <a:rPr lang="en-ID" sz="2400" b="1" dirty="0"/>
              <a:t> yang </a:t>
            </a:r>
            <a:r>
              <a:rPr lang="en-ID" sz="2400" b="1" dirty="0" err="1"/>
              <a:t>berisi</a:t>
            </a:r>
            <a:r>
              <a:rPr lang="en-ID" sz="2400" b="1" dirty="0"/>
              <a:t>:</a:t>
            </a:r>
            <a:endParaRPr lang="en-ID" sz="2400" dirty="0"/>
          </a:p>
          <a:p>
            <a:pPr marL="1066800" lvl="1" indent="-457200" algn="l">
              <a:buFont typeface="+mj-lt"/>
              <a:buAutoNum type="arabicPeriod"/>
            </a:pPr>
            <a:r>
              <a:rPr lang="en-ID" sz="2400" b="1" dirty="0" err="1">
                <a:solidFill>
                  <a:srgbClr val="FFC000"/>
                </a:solidFill>
              </a:rPr>
              <a:t>Kunci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utama</a:t>
            </a:r>
            <a:r>
              <a:rPr lang="en-ID" sz="2400" b="1" dirty="0"/>
              <a:t> (</a:t>
            </a:r>
            <a:r>
              <a:rPr lang="en-ID" sz="2400" b="1" i="1" dirty="0"/>
              <a:t>primary key</a:t>
            </a:r>
            <a:r>
              <a:rPr lang="en-ID" sz="2400" b="1" dirty="0"/>
              <a:t>) </a:t>
            </a:r>
            <a:r>
              <a:rPr lang="en-ID" sz="2400" b="1" dirty="0" err="1"/>
              <a:t>dari</a:t>
            </a:r>
            <a:r>
              <a:rPr lang="en-ID" sz="2400" b="1" dirty="0"/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relasi</a:t>
            </a:r>
            <a:r>
              <a:rPr lang="en-ID" sz="2400" b="1" dirty="0"/>
              <a:t> yang </a:t>
            </a:r>
            <a:r>
              <a:rPr lang="en-ID" sz="2400" b="1" dirty="0" err="1">
                <a:solidFill>
                  <a:srgbClr val="92D050"/>
                </a:solidFill>
              </a:rPr>
              <a:t>diagregasikan</a:t>
            </a:r>
            <a:r>
              <a:rPr lang="en-ID" sz="2400" b="1" dirty="0"/>
              <a:t>.</a:t>
            </a:r>
            <a:endParaRPr lang="en-ID" sz="2400" dirty="0"/>
          </a:p>
          <a:p>
            <a:pPr marL="1066800" lvl="1" indent="-457200" algn="l">
              <a:buFont typeface="+mj-lt"/>
              <a:buAutoNum type="arabicPeriod"/>
            </a:pPr>
            <a:r>
              <a:rPr lang="en-ID" sz="2400" b="1" dirty="0" err="1">
                <a:solidFill>
                  <a:srgbClr val="FFC000"/>
                </a:solidFill>
              </a:rPr>
              <a:t>Kunci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utama</a:t>
            </a:r>
            <a:r>
              <a:rPr lang="en-ID" sz="2400" b="1" dirty="0"/>
              <a:t> </a:t>
            </a:r>
            <a:r>
              <a:rPr lang="en-ID" sz="2400" b="1" dirty="0" err="1"/>
              <a:t>dari</a:t>
            </a:r>
            <a:r>
              <a:rPr lang="en-ID" sz="2400" b="1" dirty="0"/>
              <a:t> </a:t>
            </a:r>
            <a:r>
              <a:rPr lang="en-ID" sz="2400" b="1" dirty="0" err="1"/>
              <a:t>himpunan</a:t>
            </a:r>
            <a:r>
              <a:rPr lang="en-ID" sz="2400" b="1" dirty="0"/>
              <a:t> </a:t>
            </a:r>
            <a:r>
              <a:rPr lang="en-ID" sz="2400" b="1" dirty="0" err="1"/>
              <a:t>entitas</a:t>
            </a:r>
            <a:r>
              <a:rPr lang="en-ID" sz="2400" b="1" dirty="0"/>
              <a:t> yang </a:t>
            </a:r>
            <a:r>
              <a:rPr lang="en-ID" sz="2400" b="1" dirty="0" err="1">
                <a:solidFill>
                  <a:srgbClr val="FFC000"/>
                </a:solidFill>
              </a:rPr>
              <a:t>terkait</a:t>
            </a:r>
            <a:r>
              <a:rPr lang="en-ID" sz="2400" b="1" dirty="0"/>
              <a:t>.</a:t>
            </a:r>
            <a:endParaRPr lang="en-ID" sz="2400" dirty="0"/>
          </a:p>
          <a:p>
            <a:pPr marL="1066800" lvl="1" indent="-457200" algn="l">
              <a:buFont typeface="+mj-lt"/>
              <a:buAutoNum type="arabicPeriod"/>
            </a:pPr>
            <a:r>
              <a:rPr lang="en-ID" sz="2400" b="1" dirty="0" err="1">
                <a:solidFill>
                  <a:srgbClr val="92D050"/>
                </a:solidFill>
              </a:rPr>
              <a:t>Atribut</a:t>
            </a:r>
            <a:r>
              <a:rPr lang="en-ID" sz="2400" b="1" dirty="0">
                <a:solidFill>
                  <a:srgbClr val="92D050"/>
                </a:solidFill>
              </a:rPr>
              <a:t> </a:t>
            </a:r>
            <a:r>
              <a:rPr lang="en-ID" sz="2400" b="1" dirty="0" err="1">
                <a:solidFill>
                  <a:srgbClr val="92D050"/>
                </a:solidFill>
              </a:rPr>
              <a:t>deskriptif</a:t>
            </a:r>
            <a:r>
              <a:rPr lang="en-ID" sz="2400" b="1" dirty="0"/>
              <a:t> </a:t>
            </a:r>
            <a:r>
              <a:rPr lang="en-ID" sz="2400" b="1" dirty="0" err="1"/>
              <a:t>apa</a:t>
            </a:r>
            <a:r>
              <a:rPr lang="en-ID" sz="2400" b="1" dirty="0"/>
              <a:t> pun.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57275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591A775B-B525-497F-086F-FC11F9EF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8656601-1098-DEB6-EB43-CC0B5F10A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447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b="1" dirty="0"/>
              <a:t>Skema yang </a:t>
            </a:r>
            <a:r>
              <a:rPr lang="en-ID" b="1" dirty="0" err="1"/>
              <a:t>berkorespondensi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Agregasi</a:t>
            </a:r>
            <a:r>
              <a:rPr lang="en-ID" b="1" dirty="0"/>
              <a:t> (Continue)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5015A882-2C8A-B8C9-0208-6C4CB93F064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040777" y="1532708"/>
            <a:ext cx="4650377" cy="3159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ID" sz="1600" b="1" dirty="0" err="1"/>
              <a:t>Sebagai</a:t>
            </a:r>
            <a:r>
              <a:rPr lang="en-ID" sz="1600" b="1" dirty="0"/>
              <a:t> </a:t>
            </a:r>
            <a:r>
              <a:rPr lang="en-ID" sz="1600" b="1" dirty="0" err="1"/>
              <a:t>contoh</a:t>
            </a:r>
            <a:r>
              <a:rPr lang="en-ID" sz="1600" b="1" dirty="0"/>
              <a:t>,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merepresentasikan</a:t>
            </a:r>
            <a:r>
              <a:rPr lang="en-ID" sz="1600" b="1" dirty="0"/>
              <a:t> </a:t>
            </a:r>
            <a:r>
              <a:rPr lang="en-ID" sz="1600" b="1" dirty="0" err="1"/>
              <a:t>hubungan</a:t>
            </a:r>
            <a:r>
              <a:rPr lang="en-ID" sz="1600" b="1" dirty="0"/>
              <a:t> </a:t>
            </a:r>
            <a:r>
              <a:rPr lang="en-ID" sz="1600" b="1" dirty="0" err="1"/>
              <a:t>agregasi</a:t>
            </a:r>
            <a:r>
              <a:rPr lang="en-ID" sz="1600" b="1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manages</a:t>
            </a:r>
            <a:r>
              <a:rPr lang="en-ID" sz="1600" b="1" dirty="0"/>
              <a:t> </a:t>
            </a:r>
            <a:r>
              <a:rPr lang="en-ID" sz="1600" b="1" dirty="0" err="1"/>
              <a:t>antara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r>
              <a:rPr lang="en-ID" sz="1600" b="1" dirty="0"/>
              <a:t> </a:t>
            </a:r>
            <a:r>
              <a:rPr lang="en-ID" sz="1600" b="1" i="1" dirty="0" err="1">
                <a:solidFill>
                  <a:srgbClr val="FFC000"/>
                </a:solidFill>
              </a:rPr>
              <a:t>works_on</a:t>
            </a:r>
            <a:r>
              <a:rPr lang="en-ID" sz="1600" b="1" dirty="0"/>
              <a:t> dan </a:t>
            </a:r>
            <a:r>
              <a:rPr lang="en-ID" sz="1600" b="1" dirty="0" err="1"/>
              <a:t>himpunan</a:t>
            </a:r>
            <a:r>
              <a:rPr lang="en-ID" sz="1600" b="1" dirty="0"/>
              <a:t> </a:t>
            </a:r>
            <a:r>
              <a:rPr lang="en-ID" sz="1600" b="1" dirty="0" err="1"/>
              <a:t>entitas</a:t>
            </a:r>
            <a:r>
              <a:rPr lang="en-ID" sz="1600" b="1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manager</a:t>
            </a:r>
            <a:r>
              <a:rPr lang="en-ID" sz="1600" b="1" dirty="0"/>
              <a:t>, </a:t>
            </a:r>
            <a:r>
              <a:rPr lang="en-ID" sz="1600" b="1" dirty="0" err="1"/>
              <a:t>buatlah</a:t>
            </a:r>
            <a:r>
              <a:rPr lang="en-ID" sz="1600" b="1" dirty="0"/>
              <a:t> </a:t>
            </a:r>
            <a:r>
              <a:rPr lang="en-ID" sz="1600" b="1" dirty="0" err="1"/>
              <a:t>skema</a:t>
            </a:r>
            <a:r>
              <a:rPr lang="en-ID" sz="1600" b="1" dirty="0"/>
              <a:t>:</a:t>
            </a:r>
            <a:endParaRPr lang="en-ID" sz="1600" dirty="0"/>
          </a:p>
          <a:p>
            <a:pPr marL="152400" indent="0"/>
            <a:endParaRPr lang="en-ID" sz="1600" b="1" dirty="0"/>
          </a:p>
          <a:p>
            <a:pPr marL="152400" indent="0"/>
            <a:r>
              <a:rPr lang="en-ID" b="1" dirty="0"/>
              <a:t>MANAGES = (</a:t>
            </a:r>
            <a:r>
              <a:rPr lang="en-ID" b="1" i="1" dirty="0"/>
              <a:t>EMP_ID</a:t>
            </a:r>
            <a:r>
              <a:rPr lang="en-ID" b="1" dirty="0"/>
              <a:t>, </a:t>
            </a:r>
            <a:r>
              <a:rPr lang="en-ID" b="1" i="1" dirty="0"/>
              <a:t>BRANCH_NAME</a:t>
            </a:r>
            <a:r>
              <a:rPr lang="en-ID" b="1" dirty="0"/>
              <a:t>, </a:t>
            </a:r>
            <a:r>
              <a:rPr lang="en-ID" b="1" i="1" dirty="0"/>
              <a:t>TITLE</a:t>
            </a:r>
            <a:r>
              <a:rPr lang="en-ID" b="1" dirty="0"/>
              <a:t>, MGR_NAME)</a:t>
            </a:r>
          </a:p>
          <a:p>
            <a:pPr marL="152400" indent="0"/>
            <a:endParaRPr lang="en-ID" dirty="0"/>
          </a:p>
          <a:p>
            <a:pPr marL="152400" indent="0"/>
            <a:r>
              <a:rPr lang="en-ID" sz="1600" b="1" dirty="0"/>
              <a:t>Skema </a:t>
            </a:r>
            <a:r>
              <a:rPr lang="en-ID" sz="1600" b="1" dirty="0">
                <a:solidFill>
                  <a:srgbClr val="FFC000"/>
                </a:solidFill>
              </a:rPr>
              <a:t>WORKS_ON</a:t>
            </a:r>
            <a:r>
              <a:rPr lang="en-ID" sz="1600" b="1" dirty="0"/>
              <a:t> </a:t>
            </a:r>
            <a:r>
              <a:rPr lang="en-ID" sz="1600" b="1" dirty="0" err="1"/>
              <a:t>menjadi</a:t>
            </a:r>
            <a:r>
              <a:rPr lang="en-ID" sz="1600" b="1" dirty="0"/>
              <a:t> </a:t>
            </a:r>
            <a:r>
              <a:rPr lang="en-ID" sz="1600" b="1" dirty="0" err="1"/>
              <a:t>redundan</a:t>
            </a:r>
            <a:r>
              <a:rPr lang="en-ID" sz="1600" b="1" dirty="0"/>
              <a:t> (</a:t>
            </a:r>
            <a:r>
              <a:rPr lang="en-ID" sz="1600" b="1" dirty="0" err="1"/>
              <a:t>berlebihan</a:t>
            </a:r>
            <a:r>
              <a:rPr lang="en-ID" sz="1600" b="1" dirty="0"/>
              <a:t>), </a:t>
            </a:r>
            <a:r>
              <a:rPr lang="en-ID" sz="1600" b="1" dirty="0" err="1"/>
              <a:t>asalkan</a:t>
            </a:r>
            <a:r>
              <a:rPr lang="en-ID" sz="1600" b="1" dirty="0"/>
              <a:t> </a:t>
            </a:r>
            <a:r>
              <a:rPr lang="en-ID" sz="1600" b="1" dirty="0" err="1"/>
              <a:t>kita</a:t>
            </a:r>
            <a:r>
              <a:rPr lang="en-ID" sz="1600" b="1" dirty="0"/>
              <a:t> </a:t>
            </a:r>
            <a:r>
              <a:rPr lang="en-ID" sz="1600" b="1" dirty="0" err="1"/>
              <a:t>bersedia</a:t>
            </a:r>
            <a:r>
              <a:rPr lang="en-ID" sz="1600" b="1" dirty="0"/>
              <a:t> </a:t>
            </a:r>
            <a:r>
              <a:rPr lang="en-ID" sz="1600" b="1" dirty="0" err="1"/>
              <a:t>menyimpan</a:t>
            </a:r>
            <a:r>
              <a:rPr lang="en-ID" sz="1600" b="1" dirty="0"/>
              <a:t> </a:t>
            </a:r>
            <a:r>
              <a:rPr lang="en-ID" sz="1600" b="1" dirty="0" err="1"/>
              <a:t>nilai-nilai</a:t>
            </a:r>
            <a:r>
              <a:rPr lang="en-ID" sz="1600" b="1" dirty="0"/>
              <a:t> </a:t>
            </a:r>
            <a:r>
              <a:rPr lang="en-ID" sz="1600" b="1" dirty="0">
                <a:solidFill>
                  <a:srgbClr val="FF0000"/>
                </a:solidFill>
              </a:rPr>
              <a:t>null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atribut</a:t>
            </a:r>
            <a:r>
              <a:rPr lang="en-ID" sz="1600" b="1" dirty="0"/>
              <a:t> MGR_NAME di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r>
              <a:rPr lang="en-ID" sz="1600" b="1" dirty="0"/>
              <a:t> pada </a:t>
            </a:r>
            <a:r>
              <a:rPr lang="en-ID" sz="1600" b="1" dirty="0" err="1"/>
              <a:t>skema</a:t>
            </a:r>
            <a:r>
              <a:rPr lang="en-ID" sz="1600" b="1" dirty="0"/>
              <a:t> manages.</a:t>
            </a:r>
            <a:endParaRPr lang="en-ID" sz="1600" dirty="0"/>
          </a:p>
        </p:txBody>
      </p:sp>
      <p:pic>
        <p:nvPicPr>
          <p:cNvPr id="3" name="Picture 28">
            <a:extLst>
              <a:ext uri="{FF2B5EF4-FFF2-40B4-BE49-F238E27FC236}">
                <a16:creationId xmlns:a16="http://schemas.microsoft.com/office/drawing/2014/main" id="{DB2B53A8-5023-36DF-62B6-970B9AD34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745" t="1308" r="2942" b="1569"/>
          <a:stretch>
            <a:fillRect/>
          </a:stretch>
        </p:blipFill>
        <p:spPr bwMode="auto">
          <a:xfrm>
            <a:off x="200298" y="1617231"/>
            <a:ext cx="3673115" cy="2590065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40571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2922A3B-5FFA-F78F-A905-AA79352C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BBDCD42-EF43-8DD0-8C81-12F0BB1462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10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b="1" dirty="0" err="1"/>
              <a:t>Representasi</a:t>
            </a:r>
            <a:r>
              <a:rPr lang="en-ID" b="1" dirty="0"/>
              <a:t> </a:t>
            </a:r>
            <a:r>
              <a:rPr lang="en-ID" b="1" dirty="0" err="1"/>
              <a:t>Agregasi</a:t>
            </a:r>
            <a:endParaRPr dirty="0"/>
          </a:p>
        </p:txBody>
      </p:sp>
      <p:grpSp>
        <p:nvGrpSpPr>
          <p:cNvPr id="732" name="Group 731">
            <a:extLst>
              <a:ext uri="{FF2B5EF4-FFF2-40B4-BE49-F238E27FC236}">
                <a16:creationId xmlns:a16="http://schemas.microsoft.com/office/drawing/2014/main" id="{FFBBDE07-975F-F340-2AFE-D1838973B612}"/>
              </a:ext>
            </a:extLst>
          </p:cNvPr>
          <p:cNvGrpSpPr/>
          <p:nvPr/>
        </p:nvGrpSpPr>
        <p:grpSpPr>
          <a:xfrm>
            <a:off x="1524000" y="1101635"/>
            <a:ext cx="5504831" cy="3757035"/>
            <a:chOff x="86072" y="1066800"/>
            <a:chExt cx="8753128" cy="5788575"/>
          </a:xfrm>
        </p:grpSpPr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66CD0D91-2DE8-BC39-2B90-107C65EA4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066800"/>
              <a:ext cx="8077200" cy="2514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8" name="Rectangle 5">
              <a:extLst>
                <a:ext uri="{FF2B5EF4-FFF2-40B4-BE49-F238E27FC236}">
                  <a16:creationId xmlns:a16="http://schemas.microsoft.com/office/drawing/2014/main" id="{E2AD0942-10AC-2FF7-043D-503F2EBAA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0" y="20574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9" name="Text Box 6">
              <a:extLst>
                <a:ext uri="{FF2B5EF4-FFF2-40B4-BE49-F238E27FC236}">
                  <a16:creationId xmlns:a16="http://schemas.microsoft.com/office/drawing/2014/main" id="{A822B6FA-F285-4EC2-77A7-49C37EE69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2133600"/>
              <a:ext cx="9906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Student</a:t>
              </a:r>
            </a:p>
          </p:txBody>
        </p:sp>
        <p:sp>
          <p:nvSpPr>
            <p:cNvPr id="50" name="Oval 7">
              <a:extLst>
                <a:ext uri="{FF2B5EF4-FFF2-40B4-BE49-F238E27FC236}">
                  <a16:creationId xmlns:a16="http://schemas.microsoft.com/office/drawing/2014/main" id="{94FE2EB4-CCAA-F43A-5FC0-B859D38C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1" name="Oval 8">
              <a:extLst>
                <a:ext uri="{FF2B5EF4-FFF2-40B4-BE49-F238E27FC236}">
                  <a16:creationId xmlns:a16="http://schemas.microsoft.com/office/drawing/2014/main" id="{409D1307-AFDC-F799-806B-F30059287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9718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2" name="Line 10">
              <a:extLst>
                <a:ext uri="{FF2B5EF4-FFF2-40B4-BE49-F238E27FC236}">
                  <a16:creationId xmlns:a16="http://schemas.microsoft.com/office/drawing/2014/main" id="{6C711095-0DB4-A048-A9D0-886DA82A40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7400" y="17526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3" name="Line 11">
              <a:extLst>
                <a:ext uri="{FF2B5EF4-FFF2-40B4-BE49-F238E27FC236}">
                  <a16:creationId xmlns:a16="http://schemas.microsoft.com/office/drawing/2014/main" id="{37FB61A2-F467-7FF0-53C5-67F17FF508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9800" y="25146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4" name="Text Box 14">
              <a:extLst>
                <a:ext uri="{FF2B5EF4-FFF2-40B4-BE49-F238E27FC236}">
                  <a16:creationId xmlns:a16="http://schemas.microsoft.com/office/drawing/2014/main" id="{406ADB3C-8F6A-66FC-E5E6-B675F8EFC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1295400"/>
              <a:ext cx="8382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55" name="Text Box 16">
              <a:extLst>
                <a:ext uri="{FF2B5EF4-FFF2-40B4-BE49-F238E27FC236}">
                  <a16:creationId xmlns:a16="http://schemas.microsoft.com/office/drawing/2014/main" id="{40798EEC-ED5E-ED12-ED69-A8FFA949E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3048000"/>
              <a:ext cx="6858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 u="sng">
                  <a:solidFill>
                    <a:schemeClr val="tx1"/>
                  </a:solidFill>
                </a:rPr>
                <a:t>SID</a:t>
              </a:r>
            </a:p>
          </p:txBody>
        </p:sp>
        <p:sp>
          <p:nvSpPr>
            <p:cNvPr id="56" name="AutoShape 17">
              <a:extLst>
                <a:ext uri="{FF2B5EF4-FFF2-40B4-BE49-F238E27FC236}">
                  <a16:creationId xmlns:a16="http://schemas.microsoft.com/office/drawing/2014/main" id="{8D606D20-6646-673E-6E74-5C4CF934B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1905000"/>
              <a:ext cx="1676400" cy="76200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7" name="Text Box 18">
              <a:extLst>
                <a:ext uri="{FF2B5EF4-FFF2-40B4-BE49-F238E27FC236}">
                  <a16:creationId xmlns:a16="http://schemas.microsoft.com/office/drawing/2014/main" id="{A246BA8C-0133-A114-5C77-81DA45A11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057400"/>
              <a:ext cx="9906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Advisor</a:t>
              </a:r>
            </a:p>
          </p:txBody>
        </p:sp>
        <p:sp>
          <p:nvSpPr>
            <p:cNvPr id="58" name="Line 19">
              <a:extLst>
                <a:ext uri="{FF2B5EF4-FFF2-40B4-BE49-F238E27FC236}">
                  <a16:creationId xmlns:a16="http://schemas.microsoft.com/office/drawing/2014/main" id="{D142ABB9-18A4-F24F-68AB-BB1ADF1AE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2286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9" name="Rectangle 20">
              <a:extLst>
                <a:ext uri="{FF2B5EF4-FFF2-40B4-BE49-F238E27FC236}">
                  <a16:creationId xmlns:a16="http://schemas.microsoft.com/office/drawing/2014/main" id="{8E458840-5036-2D87-91A4-515BC04FD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0574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0" name="Text Box 21">
              <a:extLst>
                <a:ext uri="{FF2B5EF4-FFF2-40B4-BE49-F238E27FC236}">
                  <a16:creationId xmlns:a16="http://schemas.microsoft.com/office/drawing/2014/main" id="{042F4DD0-93C3-7BA1-C56D-E8AD828717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2133600"/>
              <a:ext cx="12192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Professor</a:t>
              </a:r>
            </a:p>
          </p:txBody>
        </p:sp>
        <p:sp>
          <p:nvSpPr>
            <p:cNvPr id="61" name="Line 22">
              <a:extLst>
                <a:ext uri="{FF2B5EF4-FFF2-40B4-BE49-F238E27FC236}">
                  <a16:creationId xmlns:a16="http://schemas.microsoft.com/office/drawing/2014/main" id="{FBEE9CFF-5388-D6E5-1344-A7BC24283D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2286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2" name="Oval 23">
              <a:extLst>
                <a:ext uri="{FF2B5EF4-FFF2-40B4-BE49-F238E27FC236}">
                  <a16:creationId xmlns:a16="http://schemas.microsoft.com/office/drawing/2014/main" id="{4C5D98AF-67CA-8944-D8E1-DE703668D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3" name="Text Box 24">
              <a:extLst>
                <a:ext uri="{FF2B5EF4-FFF2-40B4-BE49-F238E27FC236}">
                  <a16:creationId xmlns:a16="http://schemas.microsoft.com/office/drawing/2014/main" id="{15DA2DDB-8578-FE15-05E2-AA1D581C5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1295400"/>
              <a:ext cx="7620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 u="sng">
                  <a:solidFill>
                    <a:schemeClr val="tx1"/>
                  </a:solidFill>
                </a:rPr>
                <a:t>SSN</a:t>
              </a:r>
            </a:p>
          </p:txBody>
        </p:sp>
        <p:sp>
          <p:nvSpPr>
            <p:cNvPr id="704" name="Oval 25">
              <a:extLst>
                <a:ext uri="{FF2B5EF4-FFF2-40B4-BE49-F238E27FC236}">
                  <a16:creationId xmlns:a16="http://schemas.microsoft.com/office/drawing/2014/main" id="{4ADE6CC7-11F4-8DA0-0CDF-9A9811847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12192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05" name="Text Box 26">
              <a:extLst>
                <a:ext uri="{FF2B5EF4-FFF2-40B4-BE49-F238E27FC236}">
                  <a16:creationId xmlns:a16="http://schemas.microsoft.com/office/drawing/2014/main" id="{B39CEFA3-AC9C-0FA1-3DE0-A3C25A19B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1295400"/>
              <a:ext cx="8382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706" name="Oval 27">
              <a:extLst>
                <a:ext uri="{FF2B5EF4-FFF2-40B4-BE49-F238E27FC236}">
                  <a16:creationId xmlns:a16="http://schemas.microsoft.com/office/drawing/2014/main" id="{338B6E06-CE52-5D53-1BB2-56457C3D1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0" y="28194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07" name="Text Box 28">
              <a:extLst>
                <a:ext uri="{FF2B5EF4-FFF2-40B4-BE49-F238E27FC236}">
                  <a16:creationId xmlns:a16="http://schemas.microsoft.com/office/drawing/2014/main" id="{59D34702-EBD3-C745-511C-58C842C63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895600"/>
              <a:ext cx="7620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Dept</a:t>
              </a:r>
            </a:p>
          </p:txBody>
        </p:sp>
        <p:sp>
          <p:nvSpPr>
            <p:cNvPr id="708" name="Line 29">
              <a:extLst>
                <a:ext uri="{FF2B5EF4-FFF2-40B4-BE49-F238E27FC236}">
                  <a16:creationId xmlns:a16="http://schemas.microsoft.com/office/drawing/2014/main" id="{7D53AE19-825A-D1F5-8E4C-7AC241AB0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2200" y="1752600"/>
              <a:ext cx="609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09" name="Line 30">
              <a:extLst>
                <a:ext uri="{FF2B5EF4-FFF2-40B4-BE49-F238E27FC236}">
                  <a16:creationId xmlns:a16="http://schemas.microsoft.com/office/drawing/2014/main" id="{15FAE1F0-B537-B48C-010B-94D1095DE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9000" y="17526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10" name="Line 31">
              <a:extLst>
                <a:ext uri="{FF2B5EF4-FFF2-40B4-BE49-F238E27FC236}">
                  <a16:creationId xmlns:a16="http://schemas.microsoft.com/office/drawing/2014/main" id="{06F433B6-CA30-7432-17FA-6F20119227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67600" y="25146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11" name="Rectangle 32">
              <a:extLst>
                <a:ext uri="{FF2B5EF4-FFF2-40B4-BE49-F238E27FC236}">
                  <a16:creationId xmlns:a16="http://schemas.microsoft.com/office/drawing/2014/main" id="{C12290C1-87DE-905D-5A87-1BE5F3DC3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5600" y="4648200"/>
              <a:ext cx="11430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12" name="Text Box 33">
              <a:extLst>
                <a:ext uri="{FF2B5EF4-FFF2-40B4-BE49-F238E27FC236}">
                  <a16:creationId xmlns:a16="http://schemas.microsoft.com/office/drawing/2014/main" id="{092341A7-5A69-8781-1D8A-3A9910F78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4724400"/>
              <a:ext cx="9906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Dept</a:t>
              </a:r>
            </a:p>
          </p:txBody>
        </p:sp>
        <p:sp>
          <p:nvSpPr>
            <p:cNvPr id="713" name="Oval 34">
              <a:extLst>
                <a:ext uri="{FF2B5EF4-FFF2-40B4-BE49-F238E27FC236}">
                  <a16:creationId xmlns:a16="http://schemas.microsoft.com/office/drawing/2014/main" id="{5DCABD25-E9AC-0B54-924C-1259038B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100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14" name="Oval 35">
              <a:extLst>
                <a:ext uri="{FF2B5EF4-FFF2-40B4-BE49-F238E27FC236}">
                  <a16:creationId xmlns:a16="http://schemas.microsoft.com/office/drawing/2014/main" id="{BB0AF02F-0515-50B1-8D36-F82230396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5562600"/>
              <a:ext cx="1066800" cy="533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15" name="Line 36">
              <a:extLst>
                <a:ext uri="{FF2B5EF4-FFF2-40B4-BE49-F238E27FC236}">
                  <a16:creationId xmlns:a16="http://schemas.microsoft.com/office/drawing/2014/main" id="{C1DA6123-4B3E-30F1-A99D-99BE34E0E9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15200" y="43434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16" name="Line 37">
              <a:extLst>
                <a:ext uri="{FF2B5EF4-FFF2-40B4-BE49-F238E27FC236}">
                  <a16:creationId xmlns:a16="http://schemas.microsoft.com/office/drawing/2014/main" id="{5F26419D-5DD0-D157-30D0-95C91788CF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67600" y="5105400"/>
              <a:ext cx="533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17" name="Text Box 38">
              <a:extLst>
                <a:ext uri="{FF2B5EF4-FFF2-40B4-BE49-F238E27FC236}">
                  <a16:creationId xmlns:a16="http://schemas.microsoft.com/office/drawing/2014/main" id="{252DF5A4-75D2-AB41-05C6-413780825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5200" y="3886200"/>
              <a:ext cx="8382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Name</a:t>
              </a:r>
            </a:p>
          </p:txBody>
        </p:sp>
        <p:sp>
          <p:nvSpPr>
            <p:cNvPr id="718" name="Text Box 39">
              <a:extLst>
                <a:ext uri="{FF2B5EF4-FFF2-40B4-BE49-F238E27FC236}">
                  <a16:creationId xmlns:a16="http://schemas.microsoft.com/office/drawing/2014/main" id="{E949651B-32B7-E5F3-747B-B2C3BFB69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8382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 u="sng">
                  <a:solidFill>
                    <a:schemeClr val="tx1"/>
                  </a:solidFill>
                </a:rPr>
                <a:t>Code</a:t>
              </a:r>
            </a:p>
          </p:txBody>
        </p:sp>
        <p:sp>
          <p:nvSpPr>
            <p:cNvPr id="719" name="AutoShape 41">
              <a:extLst>
                <a:ext uri="{FF2B5EF4-FFF2-40B4-BE49-F238E27FC236}">
                  <a16:creationId xmlns:a16="http://schemas.microsoft.com/office/drawing/2014/main" id="{5C30EE59-C6BF-D292-7463-6D02972BF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962400"/>
              <a:ext cx="1676400" cy="76200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20" name="Text Box 42">
              <a:extLst>
                <a:ext uri="{FF2B5EF4-FFF2-40B4-BE49-F238E27FC236}">
                  <a16:creationId xmlns:a16="http://schemas.microsoft.com/office/drawing/2014/main" id="{DADECA41-9B47-0C16-949D-2F38BCF5A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114800"/>
              <a:ext cx="11430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member</a:t>
              </a:r>
            </a:p>
          </p:txBody>
        </p:sp>
        <p:sp>
          <p:nvSpPr>
            <p:cNvPr id="721" name="Line 43">
              <a:extLst>
                <a:ext uri="{FF2B5EF4-FFF2-40B4-BE49-F238E27FC236}">
                  <a16:creationId xmlns:a16="http://schemas.microsoft.com/office/drawing/2014/main" id="{481630A9-7F2B-6B72-EDA7-3101CB8E01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05400" y="4495800"/>
              <a:ext cx="1600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22" name="Line 45">
              <a:extLst>
                <a:ext uri="{FF2B5EF4-FFF2-40B4-BE49-F238E27FC236}">
                  <a16:creationId xmlns:a16="http://schemas.microsoft.com/office/drawing/2014/main" id="{914361FB-BAC7-29BE-1E5D-E8F66F6709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000" y="2667000"/>
              <a:ext cx="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graphicFrame>
          <p:nvGraphicFramePr>
            <p:cNvPr id="723" name="Group 71">
              <a:extLst>
                <a:ext uri="{FF2B5EF4-FFF2-40B4-BE49-F238E27FC236}">
                  <a16:creationId xmlns:a16="http://schemas.microsoft.com/office/drawing/2014/main" id="{8B646EFA-A5F2-2C8C-811C-BB7A6D25225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50249034"/>
                </p:ext>
              </p:extLst>
            </p:nvPr>
          </p:nvGraphicFramePr>
          <p:xfrm>
            <a:off x="1180522" y="5282655"/>
            <a:ext cx="3210851" cy="1572720"/>
          </p:xfrm>
          <a:graphic>
            <a:graphicData uri="http://schemas.openxmlformats.org/drawingml/2006/table">
              <a:tbl>
                <a:tblPr/>
                <a:tblGrid>
                  <a:gridCol w="10096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096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397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1" lang="en-US" altLang="zh-TW" sz="1200" b="0" i="0" u="sng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新細明體" pitchFamily="18" charset="-120"/>
                          </a:rPr>
                          <a:t>SID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1" lang="en-US" altLang="zh-TW" sz="1200" b="0" i="0" u="sng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新細明體" pitchFamily="18" charset="-120"/>
                          </a:rPr>
                          <a:t>Code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41313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1" lang="en-US" altLang="zh-TW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新細明體" pitchFamily="18" charset="-120"/>
                          </a:rPr>
                          <a:t>1234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1" lang="en-US" altLang="zh-TW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新細明體" pitchFamily="18" charset="-120"/>
                          </a:rPr>
                          <a:t>04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972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1" lang="en-US" altLang="zh-TW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新細明體" pitchFamily="18" charset="-120"/>
                          </a:rPr>
                          <a:t>5678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1" lang="en-US" altLang="zh-TW" sz="12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新細明體" pitchFamily="18" charset="-120"/>
                          </a:rPr>
                          <a:t>08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724" name="AutoShape 69">
              <a:extLst>
                <a:ext uri="{FF2B5EF4-FFF2-40B4-BE49-F238E27FC236}">
                  <a16:creationId xmlns:a16="http://schemas.microsoft.com/office/drawing/2014/main" id="{20EE6BDC-0DA7-9B55-17AB-AE580F001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750" y="4627240"/>
              <a:ext cx="609600" cy="339080"/>
            </a:xfrm>
            <a:prstGeom prst="downArrow">
              <a:avLst>
                <a:gd name="adj1" fmla="val 50000"/>
                <a:gd name="adj2" fmla="val 281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25" name="Line 73">
              <a:extLst>
                <a:ext uri="{FF2B5EF4-FFF2-40B4-BE49-F238E27FC236}">
                  <a16:creationId xmlns:a16="http://schemas.microsoft.com/office/drawing/2014/main" id="{41C75A37-0EB6-B08B-48ED-6145090F3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5271" y="4530080"/>
              <a:ext cx="904529" cy="575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26" name="Text Box 74">
              <a:extLst>
                <a:ext uri="{FF2B5EF4-FFF2-40B4-BE49-F238E27FC236}">
                  <a16:creationId xmlns:a16="http://schemas.microsoft.com/office/drawing/2014/main" id="{8F86E4E6-7821-3642-B2D9-8852C2B6B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72" y="4149080"/>
              <a:ext cx="25908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Primary Key of </a:t>
              </a:r>
              <a:r>
                <a:rPr lang="en-US" altLang="zh-TW" sz="1000" i="1">
                  <a:solidFill>
                    <a:schemeClr val="tx1"/>
                  </a:solidFill>
                </a:rPr>
                <a:t>Advisor</a:t>
              </a:r>
              <a:endParaRPr lang="en-US" altLang="zh-TW" sz="1000">
                <a:solidFill>
                  <a:schemeClr val="tx1"/>
                </a:solidFill>
              </a:endParaRPr>
            </a:p>
          </p:txBody>
        </p:sp>
        <p:sp>
          <p:nvSpPr>
            <p:cNvPr id="727" name="Line 75">
              <a:extLst>
                <a:ext uri="{FF2B5EF4-FFF2-40B4-BE49-F238E27FC236}">
                  <a16:creationId xmlns:a16="http://schemas.microsoft.com/office/drawing/2014/main" id="{7593F73F-67A4-484B-9171-049580EE84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05672" y="5368280"/>
              <a:ext cx="1066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28" name="Text Box 76">
              <a:extLst>
                <a:ext uri="{FF2B5EF4-FFF2-40B4-BE49-F238E27FC236}">
                  <a16:creationId xmlns:a16="http://schemas.microsoft.com/office/drawing/2014/main" id="{F9F737CE-88BA-311B-6B28-18B5D96CE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0472" y="5749280"/>
              <a:ext cx="22098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000">
                  <a:solidFill>
                    <a:schemeClr val="tx1"/>
                  </a:solidFill>
                </a:rPr>
                <a:t>Primary key of </a:t>
              </a:r>
              <a:r>
                <a:rPr lang="en-US" altLang="zh-TW" sz="1000" i="1">
                  <a:solidFill>
                    <a:schemeClr val="tx1"/>
                  </a:solidFill>
                </a:rPr>
                <a:t>Dept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7876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F455665-3A7B-A348-3C38-A76262368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04FDFAF9-F7FE-2A95-677D-FED9E1B6CC8C}"/>
              </a:ext>
            </a:extLst>
          </p:cNvPr>
          <p:cNvSpPr/>
          <p:nvPr/>
        </p:nvSpPr>
        <p:spPr>
          <a:xfrm rot="18574292">
            <a:off x="4100288" y="-244809"/>
            <a:ext cx="1625044" cy="2632708"/>
          </a:xfrm>
          <a:prstGeom prst="curvedLef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4E34617-D697-4564-EED1-A4E1684520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16673"/>
            <a:ext cx="811049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ER Conceptual Diagram for a Company</a:t>
            </a:r>
            <a:endParaRPr lang="en-ID" b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FE2B2A8-642F-5568-1C5A-CBBC3D2F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5667" t="35000" r="32636" b="7339"/>
          <a:stretch>
            <a:fillRect/>
          </a:stretch>
        </p:blipFill>
        <p:spPr bwMode="auto">
          <a:xfrm>
            <a:off x="285720" y="1071546"/>
            <a:ext cx="4352241" cy="273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C3747C1-4EE0-F475-9819-E89B0A3CD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3365" t="26201" r="22491" b="18409"/>
          <a:stretch>
            <a:fillRect/>
          </a:stretch>
        </p:blipFill>
        <p:spPr bwMode="auto">
          <a:xfrm>
            <a:off x="4643438" y="2143104"/>
            <a:ext cx="4500562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60893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5D66-40B8-8333-ACF5-ECE7ED65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ER Diagram for a Banking Enterprise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80CCB-51F2-E362-1C91-582BB3507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1823" y="1529686"/>
            <a:ext cx="3420027" cy="3163273"/>
          </a:xfrm>
        </p:spPr>
        <p:txBody>
          <a:bodyPr/>
          <a:lstStyle/>
          <a:p>
            <a:pPr marL="152400" indent="0"/>
            <a:r>
              <a:rPr lang="en-ID" b="1" dirty="0"/>
              <a:t>Diagram </a:t>
            </a:r>
            <a:r>
              <a:rPr lang="en-ID" b="1" dirty="0" err="1"/>
              <a:t>disamping</a:t>
            </a:r>
            <a:r>
              <a:rPr lang="en-ID" b="1" dirty="0"/>
              <a:t> Adalah ER </a:t>
            </a:r>
            <a:r>
              <a:rPr lang="en-ID" b="1" dirty="0" err="1"/>
              <a:t>Perbankan</a:t>
            </a:r>
            <a:r>
              <a:rPr lang="en-ID" dirty="0"/>
              <a:t> yang </a:t>
            </a:r>
            <a:r>
              <a:rPr lang="en-ID" dirty="0" err="1"/>
              <a:t>kompleks</a:t>
            </a:r>
            <a:r>
              <a:rPr lang="en-ID" dirty="0"/>
              <a:t>.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, Anda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menyusun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:</a:t>
            </a:r>
          </a:p>
          <a:p>
            <a:pPr>
              <a:buFont typeface="+mj-lt"/>
              <a:buAutoNum type="arabicPeriod"/>
            </a:pPr>
            <a:r>
              <a:rPr lang="en-ID" b="1" dirty="0" err="1"/>
              <a:t>Entitas</a:t>
            </a:r>
            <a:r>
              <a:rPr lang="en-ID" b="1" dirty="0"/>
              <a:t> employee</a:t>
            </a:r>
            <a:r>
              <a:rPr lang="en-ID" dirty="0"/>
              <a:t>: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turunan</a:t>
            </a:r>
            <a:r>
              <a:rPr lang="en-ID" dirty="0"/>
              <a:t> </a:t>
            </a:r>
            <a:r>
              <a:rPr lang="en-ID" dirty="0" err="1"/>
              <a:t>employment_length</a:t>
            </a:r>
            <a:r>
              <a:rPr lang="en-ID" dirty="0"/>
              <a:t> (</a:t>
            </a:r>
            <a:r>
              <a:rPr lang="en-ID" dirty="0" err="1"/>
              <a:t>diabaikan</a:t>
            </a:r>
            <a:r>
              <a:rPr lang="en-ID" dirty="0"/>
              <a:t>) dan </a:t>
            </a:r>
            <a:r>
              <a:rPr lang="en-ID" dirty="0" err="1"/>
              <a:t>relasi</a:t>
            </a:r>
            <a:r>
              <a:rPr lang="en-ID" dirty="0"/>
              <a:t> </a:t>
            </a:r>
            <a:r>
              <a:rPr lang="en-ID" dirty="0" err="1"/>
              <a:t>rekursif</a:t>
            </a:r>
            <a:r>
              <a:rPr lang="en-ID" dirty="0"/>
              <a:t> works-for.</a:t>
            </a:r>
          </a:p>
          <a:p>
            <a:pPr>
              <a:buFont typeface="+mj-lt"/>
              <a:buAutoNum type="arabicPeriod"/>
            </a:pPr>
            <a:r>
              <a:rPr lang="en-ID" b="1" dirty="0" err="1"/>
              <a:t>Relasi</a:t>
            </a:r>
            <a:r>
              <a:rPr lang="en-ID" b="1" dirty="0"/>
              <a:t> depositor</a:t>
            </a:r>
            <a:r>
              <a:rPr lang="en-ID" dirty="0"/>
              <a:t>: Karena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M:N </a:t>
            </a:r>
            <a:r>
              <a:rPr lang="en-ID" dirty="0" err="1"/>
              <a:t>antara</a:t>
            </a:r>
            <a:r>
              <a:rPr lang="en-ID" dirty="0"/>
              <a:t> customer dan account.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Buatlah</a:t>
            </a:r>
            <a:r>
              <a:rPr lang="en-ID" dirty="0"/>
              <a:t> </a:t>
            </a:r>
            <a:r>
              <a:rPr lang="en-ID" dirty="0" err="1"/>
              <a:t>Relationall</a:t>
            </a:r>
            <a:r>
              <a:rPr lang="en-ID"/>
              <a:t> Data </a:t>
            </a:r>
            <a:r>
              <a:rPr lang="en-ID" dirty="0"/>
              <a:t>Banking Enterprise </a:t>
            </a:r>
            <a:r>
              <a:rPr lang="en-ID" dirty="0" err="1"/>
              <a:t>berdasarkan</a:t>
            </a:r>
            <a:r>
              <a:rPr lang="en-ID" dirty="0"/>
              <a:t> ER Diagram </a:t>
            </a:r>
            <a:r>
              <a:rPr lang="en-ID" dirty="0" err="1"/>
              <a:t>Bangking</a:t>
            </a:r>
            <a:r>
              <a:rPr lang="en-ID" dirty="0"/>
              <a:t> Enterprise yang </a:t>
            </a:r>
            <a:r>
              <a:rPr lang="en-ID" dirty="0" err="1"/>
              <a:t>diberikan</a:t>
            </a:r>
            <a:endParaRPr lang="en-ID" dirty="0"/>
          </a:p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C0D6EBF-30E7-096F-6999-F7097312399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B767D9-DED5-E1DE-767F-8902DC784058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F1F35E4-6902-8F8D-49BA-07B5B0EA899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61824" y="1046687"/>
            <a:ext cx="2610900" cy="4830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62D87A33-0E04-1FF0-07D9-83134C9B5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13927" t="894" r="14095" b="1343"/>
          <a:stretch>
            <a:fillRect/>
          </a:stretch>
        </p:blipFill>
        <p:spPr bwMode="auto">
          <a:xfrm>
            <a:off x="862150" y="1109780"/>
            <a:ext cx="3765258" cy="383572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66625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F5B858EF-1877-8373-1C39-40DC67F7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DD28701-B18F-9242-916C-DE67CBB6F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51" y="1307100"/>
            <a:ext cx="6712085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 err="1"/>
              <a:t>Arigatou</a:t>
            </a:r>
            <a:r>
              <a:rPr lang="en-US" sz="4700" dirty="0"/>
              <a:t> </a:t>
            </a:r>
            <a:r>
              <a:rPr lang="en-US" sz="4700" dirty="0" err="1"/>
              <a:t>Gozaimasu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4075045857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2947</TotalTime>
  <Words>3547</Words>
  <Application>Microsoft Macintosh PowerPoint</Application>
  <PresentationFormat>On-screen Show (16:9)</PresentationFormat>
  <Paragraphs>521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Hanken Grotesk</vt:lpstr>
      <vt:lpstr>Raleway Black</vt:lpstr>
      <vt:lpstr>Wingdings</vt:lpstr>
      <vt:lpstr>Courier New</vt:lpstr>
      <vt:lpstr>Arial</vt:lpstr>
      <vt:lpstr>Technology Market Research Pitch Deck by Slidesgo</vt:lpstr>
      <vt:lpstr>Mapping ERD to Relational Data</vt:lpstr>
      <vt:lpstr>Capaian pembelajaran</vt:lpstr>
      <vt:lpstr>Tipe pemetaan ER menjadi Model Relasional</vt:lpstr>
      <vt:lpstr>Entity Relationship “Model”</vt:lpstr>
      <vt:lpstr>Relational “Model”</vt:lpstr>
      <vt:lpstr>Korespondensi Model Relasional dengan Model E-R </vt:lpstr>
      <vt:lpstr>Reduksi Model ER ke Skema Relasi</vt:lpstr>
      <vt:lpstr>Representasi Himpunan Entitas dengan Atribut Sederhana</vt:lpstr>
      <vt:lpstr>Contoh entitas kuat (Strong Entity)</vt:lpstr>
      <vt:lpstr>Contoh entitas lemah (Weak Entity)</vt:lpstr>
      <vt:lpstr>Representasi Himpunan Relasi  (Representing Relationship Sets) </vt:lpstr>
      <vt:lpstr>Representasi Himpunan Relasi: Redundansi Skema (Redundancy of Schemas)</vt:lpstr>
      <vt:lpstr>Contoh (Many-to-one) Relationship Set</vt:lpstr>
      <vt:lpstr>Representasi Himpunan Relasi: Redundansi Skema (Redundancy of Schemas) (Continue)</vt:lpstr>
      <vt:lpstr>Contoh (one-to-one) Relationship Set</vt:lpstr>
      <vt:lpstr>Contoh (one-to-one) Relationship Set</vt:lpstr>
      <vt:lpstr>Representasi Relasi Unary</vt:lpstr>
      <vt:lpstr>Representasi Relasi Unary (Continue)</vt:lpstr>
      <vt:lpstr>Representasi Relasi Ternary (and n-ary)</vt:lpstr>
      <vt:lpstr>Representasi Relasi Ternary (and n-ary)</vt:lpstr>
      <vt:lpstr>Atribut Komposit</vt:lpstr>
      <vt:lpstr>Atribut Bernilai Banyak (Multivalue)</vt:lpstr>
      <vt:lpstr>Atribut Bernilai Banyak (Multivalue) – Kasus Khusus</vt:lpstr>
      <vt:lpstr>Why?</vt:lpstr>
      <vt:lpstr>Contoh – Multivalued Atribut</vt:lpstr>
      <vt:lpstr>Derived Attributes</vt:lpstr>
      <vt:lpstr>Representasi Spesialisasi (Specialization)</vt:lpstr>
      <vt:lpstr>Representasi Spesialisasi (Specialization)</vt:lpstr>
      <vt:lpstr>Contoh – Spesialization</vt:lpstr>
      <vt:lpstr>Contoh – Spesialization</vt:lpstr>
      <vt:lpstr>Skema yang berkorespondensi dengan Agregasi</vt:lpstr>
      <vt:lpstr>Skema yang berkorespondensi dengan Agregasi (Continue)</vt:lpstr>
      <vt:lpstr>Representasi Agregasi</vt:lpstr>
      <vt:lpstr>ER Conceptual Diagram for a Company</vt:lpstr>
      <vt:lpstr>ER Diagram for a Banking Enterprise</vt:lpstr>
      <vt:lpstr>Arigatou Gozaimasu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ARIEF ICHWANI</dc:creator>
  <cp:lastModifiedBy>?Hartanto Tantriawan</cp:lastModifiedBy>
  <cp:revision>182</cp:revision>
  <dcterms:modified xsi:type="dcterms:W3CDTF">2026-03-03T07:47:20Z</dcterms:modified>
</cp:coreProperties>
</file>