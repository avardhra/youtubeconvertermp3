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62"/>
  </p:notesMasterIdLst>
  <p:sldIdLst>
    <p:sldId id="256" r:id="rId2"/>
    <p:sldId id="257" r:id="rId3"/>
    <p:sldId id="261" r:id="rId4"/>
    <p:sldId id="373" r:id="rId5"/>
    <p:sldId id="374" r:id="rId6"/>
    <p:sldId id="375" r:id="rId7"/>
    <p:sldId id="376" r:id="rId8"/>
    <p:sldId id="407" r:id="rId9"/>
    <p:sldId id="377" r:id="rId10"/>
    <p:sldId id="378" r:id="rId11"/>
    <p:sldId id="408" r:id="rId12"/>
    <p:sldId id="409" r:id="rId13"/>
    <p:sldId id="410" r:id="rId14"/>
    <p:sldId id="412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9" r:id="rId25"/>
    <p:sldId id="390" r:id="rId26"/>
    <p:sldId id="391" r:id="rId27"/>
    <p:sldId id="392" r:id="rId28"/>
    <p:sldId id="393" r:id="rId29"/>
    <p:sldId id="388" r:id="rId30"/>
    <p:sldId id="396" r:id="rId31"/>
    <p:sldId id="397" r:id="rId32"/>
    <p:sldId id="399" r:id="rId33"/>
    <p:sldId id="400" r:id="rId34"/>
    <p:sldId id="401" r:id="rId35"/>
    <p:sldId id="282" r:id="rId36"/>
    <p:sldId id="394" r:id="rId37"/>
    <p:sldId id="402" r:id="rId38"/>
    <p:sldId id="404" r:id="rId39"/>
    <p:sldId id="413" r:id="rId40"/>
    <p:sldId id="405" r:id="rId41"/>
    <p:sldId id="403" r:id="rId42"/>
    <p:sldId id="414" r:id="rId43"/>
    <p:sldId id="415" r:id="rId44"/>
    <p:sldId id="275" r:id="rId45"/>
    <p:sldId id="417" r:id="rId46"/>
    <p:sldId id="277" r:id="rId47"/>
    <p:sldId id="418" r:id="rId48"/>
    <p:sldId id="419" r:id="rId49"/>
    <p:sldId id="420" r:id="rId50"/>
    <p:sldId id="421" r:id="rId51"/>
    <p:sldId id="422" r:id="rId52"/>
    <p:sldId id="423" r:id="rId53"/>
    <p:sldId id="424" r:id="rId54"/>
    <p:sldId id="432" r:id="rId55"/>
    <p:sldId id="344" r:id="rId56"/>
    <p:sldId id="426" r:id="rId57"/>
    <p:sldId id="427" r:id="rId58"/>
    <p:sldId id="428" r:id="rId59"/>
    <p:sldId id="429" r:id="rId60"/>
    <p:sldId id="430" r:id="rId61"/>
  </p:sldIdLst>
  <p:sldSz cx="9144000" cy="5143500" type="screen16x9"/>
  <p:notesSz cx="6858000" cy="9144000"/>
  <p:embeddedFontLst>
    <p:embeddedFont>
      <p:font typeface="Hanken Grotesk"/>
      <p:regular r:id="rId63"/>
      <p:bold r:id="rId64"/>
      <p:italic r:id="rId65"/>
      <p:boldItalic r:id="rId66"/>
    </p:embeddedFont>
    <p:embeddedFont>
      <p:font typeface="Monotype Sorts" pitchFamily="2" charset="2"/>
      <p:regular r:id="rId67"/>
    </p:embeddedFont>
    <p:embeddedFont>
      <p:font typeface="Raleway Black" pitchFamily="2" charset="77"/>
      <p:bold r:id="rId68"/>
      <p:italic r:id="rId69"/>
      <p:boldItalic r:id="rId70"/>
    </p:embeddedFont>
    <p:embeddedFont>
      <p:font typeface="Tahoma" panose="020B0604030504040204" pitchFamily="34" charset="0"/>
      <p:regular r:id="rId71"/>
      <p:bold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F714E-82C3-CF4D-8824-074513B79105}" v="201" dt="2026-02-25T02:07:17.558"/>
  </p1510:revLst>
</p1510:revInfo>
</file>

<file path=ppt/tableStyles.xml><?xml version="1.0" encoding="utf-8"?>
<a:tblStyleLst xmlns:a="http://schemas.openxmlformats.org/drawingml/2006/main" def="{41DC9C12-13C3-427B-B50E-1C3D4F8C5AD2}">
  <a:tblStyle styleId="{41DC9C12-13C3-427B-B50E-1C3D4F8C5A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BF4544-FA5A-43D9-B672-1B4FEF5A12F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0496" autoAdjust="0"/>
  </p:normalViewPr>
  <p:slideViewPr>
    <p:cSldViewPr snapToGrid="0">
      <p:cViewPr varScale="1">
        <p:scale>
          <a:sx n="141" d="100"/>
          <a:sy n="141" d="100"/>
        </p:scale>
        <p:origin x="60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anto Tantriawan" userId="82e33306d5002250" providerId="LiveId" clId="{5753A697-1038-5003-83F6-CC341650460F}"/>
    <pc:docChg chg="undo redo custSel addSld delSld modSld sldOrd">
      <pc:chgData name="Hartanto Tantriawan" userId="82e33306d5002250" providerId="LiveId" clId="{5753A697-1038-5003-83F6-CC341650460F}" dt="2026-02-25T02:07:44.350" v="9012" actId="1076"/>
      <pc:docMkLst>
        <pc:docMk/>
      </pc:docMkLst>
      <pc:sldChg chg="modSp mod">
        <pc:chgData name="Hartanto Tantriawan" userId="82e33306d5002250" providerId="LiveId" clId="{5753A697-1038-5003-83F6-CC341650460F}" dt="2026-02-21T07:16:16.240" v="5785" actId="1076"/>
        <pc:sldMkLst>
          <pc:docMk/>
          <pc:sldMk cId="0" sldId="256"/>
        </pc:sldMkLst>
        <pc:spChg chg="mod">
          <ac:chgData name="Hartanto Tantriawan" userId="82e33306d5002250" providerId="LiveId" clId="{5753A697-1038-5003-83F6-CC341650460F}" dt="2026-02-21T07:16:16.240" v="5785" actId="1076"/>
          <ac:spMkLst>
            <pc:docMk/>
            <pc:sldMk cId="0" sldId="256"/>
            <ac:spMk id="662" creationId="{00000000-0000-0000-0000-000000000000}"/>
          </ac:spMkLst>
        </pc:spChg>
      </pc:sldChg>
      <pc:sldChg chg="modSp add del mod">
        <pc:chgData name="Hartanto Tantriawan" userId="82e33306d5002250" providerId="LiveId" clId="{5753A697-1038-5003-83F6-CC341650460F}" dt="2026-02-21T07:21:56.192" v="5815" actId="20577"/>
        <pc:sldMkLst>
          <pc:docMk/>
          <pc:sldMk cId="0" sldId="257"/>
        </pc:sldMkLst>
        <pc:spChg chg="mod">
          <ac:chgData name="Hartanto Tantriawan" userId="82e33306d5002250" providerId="LiveId" clId="{5753A697-1038-5003-83F6-CC341650460F}" dt="2026-02-21T07:21:56.192" v="5815" actId="20577"/>
          <ac:spMkLst>
            <pc:docMk/>
            <pc:sldMk cId="0" sldId="257"/>
            <ac:spMk id="699" creationId="{00000000-0000-0000-0000-000000000000}"/>
          </ac:spMkLst>
        </pc:spChg>
        <pc:spChg chg="mod">
          <ac:chgData name="Hartanto Tantriawan" userId="82e33306d5002250" providerId="LiveId" clId="{5753A697-1038-5003-83F6-CC341650460F}" dt="2026-02-21T07:21:26.380" v="5795" actId="20577"/>
          <ac:spMkLst>
            <pc:docMk/>
            <pc:sldMk cId="0" sldId="257"/>
            <ac:spMk id="700" creationId="{00000000-0000-0000-0000-000000000000}"/>
          </ac:spMkLst>
        </pc:spChg>
      </pc:sldChg>
      <pc:sldChg chg="modSp add del mod modNotesTx">
        <pc:chgData name="Hartanto Tantriawan" userId="82e33306d5002250" providerId="LiveId" clId="{5753A697-1038-5003-83F6-CC341650460F}" dt="2026-02-24T15:44:23.652" v="6813" actId="20577"/>
        <pc:sldMkLst>
          <pc:docMk/>
          <pc:sldMk cId="0" sldId="261"/>
        </pc:sldMkLst>
        <pc:spChg chg="mod">
          <ac:chgData name="Hartanto Tantriawan" userId="82e33306d5002250" providerId="LiveId" clId="{5753A697-1038-5003-83F6-CC341650460F}" dt="2026-02-21T07:23:16.445" v="5853" actId="20577"/>
          <ac:spMkLst>
            <pc:docMk/>
            <pc:sldMk cId="0" sldId="261"/>
            <ac:spMk id="761" creationId="{00000000-0000-0000-0000-000000000000}"/>
          </ac:spMkLst>
        </pc:spChg>
        <pc:spChg chg="mod">
          <ac:chgData name="Hartanto Tantriawan" userId="82e33306d5002250" providerId="LiveId" clId="{5753A697-1038-5003-83F6-CC341650460F}" dt="2026-02-21T07:29:04.096" v="5881" actId="207"/>
          <ac:spMkLst>
            <pc:docMk/>
            <pc:sldMk cId="0" sldId="261"/>
            <ac:spMk id="763" creationId="{00000000-0000-0000-0000-000000000000}"/>
          </ac:spMkLst>
        </pc:spChg>
      </pc:sldChg>
      <pc:sldChg chg="add del">
        <pc:chgData name="Hartanto Tantriawan" userId="82e33306d5002250" providerId="LiveId" clId="{5753A697-1038-5003-83F6-CC341650460F}" dt="2026-02-24T16:36:58.499" v="7550" actId="2696"/>
        <pc:sldMkLst>
          <pc:docMk/>
          <pc:sldMk cId="2930406102" sldId="274"/>
        </pc:sldMkLst>
      </pc:sldChg>
      <pc:sldChg chg="addSp delSp modSp add mod ord">
        <pc:chgData name="Hartanto Tantriawan" userId="82e33306d5002250" providerId="LiveId" clId="{5753A697-1038-5003-83F6-CC341650460F}" dt="2026-02-24T17:25:47.263" v="8324" actId="20577"/>
        <pc:sldMkLst>
          <pc:docMk/>
          <pc:sldMk cId="0" sldId="275"/>
        </pc:sldMkLst>
        <pc:spChg chg="add mod">
          <ac:chgData name="Hartanto Tantriawan" userId="82e33306d5002250" providerId="LiveId" clId="{5753A697-1038-5003-83F6-CC341650460F}" dt="2026-02-24T17:25:47.263" v="8324" actId="20577"/>
          <ac:spMkLst>
            <pc:docMk/>
            <pc:sldMk cId="0" sldId="275"/>
            <ac:spMk id="2" creationId="{C7954150-D717-48BD-22CA-4CA10A1E845E}"/>
          </ac:spMkLst>
        </pc:spChg>
        <pc:spChg chg="del mod">
          <ac:chgData name="Hartanto Tantriawan" userId="82e33306d5002250" providerId="LiveId" clId="{5753A697-1038-5003-83F6-CC341650460F}" dt="2026-02-24T17:25:37.503" v="8318" actId="478"/>
          <ac:spMkLst>
            <pc:docMk/>
            <pc:sldMk cId="0" sldId="275"/>
            <ac:spMk id="20485" creationId="{00000000-0000-0000-0000-000000000000}"/>
          </ac:spMkLst>
        </pc:spChg>
      </pc:sldChg>
      <pc:sldChg chg="modSp add del mod">
        <pc:chgData name="Hartanto Tantriawan" userId="82e33306d5002250" providerId="LiveId" clId="{5753A697-1038-5003-83F6-CC341650460F}" dt="2026-02-24T16:41:24.156" v="7625" actId="2696"/>
        <pc:sldMkLst>
          <pc:docMk/>
          <pc:sldMk cId="264289872" sldId="276"/>
        </pc:sldMkLst>
        <pc:spChg chg="mod">
          <ac:chgData name="Hartanto Tantriawan" userId="82e33306d5002250" providerId="LiveId" clId="{5753A697-1038-5003-83F6-CC341650460F}" dt="2026-02-24T16:40:51.709" v="7620" actId="207"/>
          <ac:spMkLst>
            <pc:docMk/>
            <pc:sldMk cId="264289872" sldId="276"/>
            <ac:spMk id="3" creationId="{7CF939F3-2A31-408F-AE0D-FADEBBEFF808}"/>
          </ac:spMkLst>
        </pc:spChg>
        <pc:spChg chg="mod">
          <ac:chgData name="Hartanto Tantriawan" userId="82e33306d5002250" providerId="LiveId" clId="{5753A697-1038-5003-83F6-CC341650460F}" dt="2026-02-24T16:40:51.709" v="7620" actId="207"/>
          <ac:spMkLst>
            <pc:docMk/>
            <pc:sldMk cId="264289872" sldId="276"/>
            <ac:spMk id="5" creationId="{00000000-0000-0000-0000-000000000000}"/>
          </ac:spMkLst>
        </pc:spChg>
        <pc:spChg chg="mod">
          <ac:chgData name="Hartanto Tantriawan" userId="82e33306d5002250" providerId="LiveId" clId="{5753A697-1038-5003-83F6-CC341650460F}" dt="2026-02-24T16:40:51.709" v="7620" actId="207"/>
          <ac:spMkLst>
            <pc:docMk/>
            <pc:sldMk cId="264289872" sldId="276"/>
            <ac:spMk id="7" creationId="{00000000-0000-0000-0000-000000000000}"/>
          </ac:spMkLst>
        </pc:spChg>
        <pc:spChg chg="mod">
          <ac:chgData name="Hartanto Tantriawan" userId="82e33306d5002250" providerId="LiveId" clId="{5753A697-1038-5003-83F6-CC341650460F}" dt="2026-02-24T16:40:51.709" v="7620" actId="207"/>
          <ac:spMkLst>
            <pc:docMk/>
            <pc:sldMk cId="264289872" sldId="276"/>
            <ac:spMk id="9" creationId="{00000000-0000-0000-0000-000000000000}"/>
          </ac:spMkLst>
        </pc:spChg>
        <pc:spChg chg="mod">
          <ac:chgData name="Hartanto Tantriawan" userId="82e33306d5002250" providerId="LiveId" clId="{5753A697-1038-5003-83F6-CC341650460F}" dt="2026-02-24T16:40:51.709" v="7620" actId="207"/>
          <ac:spMkLst>
            <pc:docMk/>
            <pc:sldMk cId="264289872" sldId="276"/>
            <ac:spMk id="11" creationId="{00000000-0000-0000-0000-000000000000}"/>
          </ac:spMkLst>
        </pc:spChg>
        <pc:graphicFrameChg chg="mod">
          <ac:chgData name="Hartanto Tantriawan" userId="82e33306d5002250" providerId="LiveId" clId="{5753A697-1038-5003-83F6-CC341650460F}" dt="2026-02-24T16:40:15.632" v="7594"/>
          <ac:graphicFrameMkLst>
            <pc:docMk/>
            <pc:sldMk cId="264289872" sldId="276"/>
            <ac:graphicFrameMk id="4" creationId="{00000000-0000-0000-0000-000000000000}"/>
          </ac:graphicFrameMkLst>
        </pc:graphicFrameChg>
      </pc:sldChg>
      <pc:sldChg chg="modSp add mod">
        <pc:chgData name="Hartanto Tantriawan" userId="82e33306d5002250" providerId="LiveId" clId="{5753A697-1038-5003-83F6-CC341650460F}" dt="2026-02-24T17:31:26.458" v="8362" actId="207"/>
        <pc:sldMkLst>
          <pc:docMk/>
          <pc:sldMk cId="0" sldId="277"/>
        </pc:sldMkLst>
        <pc:spChg chg="mod">
          <ac:chgData name="Hartanto Tantriawan" userId="82e33306d5002250" providerId="LiveId" clId="{5753A697-1038-5003-83F6-CC341650460F}" dt="2026-02-24T17:31:26.458" v="8362" actId="207"/>
          <ac:spMkLst>
            <pc:docMk/>
            <pc:sldMk cId="0" sldId="277"/>
            <ac:spMk id="22532" creationId="{00000000-0000-0000-0000-000000000000}"/>
          </ac:spMkLst>
        </pc:spChg>
      </pc:sldChg>
      <pc:sldChg chg="modSp add del">
        <pc:chgData name="Hartanto Tantriawan" userId="82e33306d5002250" providerId="LiveId" clId="{5753A697-1038-5003-83F6-CC341650460F}" dt="2026-02-24T15:03:13.769" v="6197"/>
        <pc:sldMkLst>
          <pc:docMk/>
          <pc:sldMk cId="3021564448" sldId="279"/>
        </pc:sldMkLst>
        <pc:graphicFrameChg chg="mod">
          <ac:chgData name="Hartanto Tantriawan" userId="82e33306d5002250" providerId="LiveId" clId="{5753A697-1038-5003-83F6-CC341650460F}" dt="2026-02-24T15:03:09.299" v="6196"/>
          <ac:graphicFrameMkLst>
            <pc:docMk/>
            <pc:sldMk cId="3021564448" sldId="279"/>
            <ac:graphicFrameMk id="25" creationId="{00000000-0000-0000-0000-000000000000}"/>
          </ac:graphicFrameMkLst>
        </pc:graphicFrameChg>
      </pc:sldChg>
      <pc:sldChg chg="delSp modSp add mod ord modClrScheme chgLayout">
        <pc:chgData name="Hartanto Tantriawan" userId="82e33306d5002250" providerId="LiveId" clId="{5753A697-1038-5003-83F6-CC341650460F}" dt="2026-02-24T16:27:44.848" v="7486" actId="20577"/>
        <pc:sldMkLst>
          <pc:docMk/>
          <pc:sldMk cId="3976769088" sldId="282"/>
        </pc:sldMkLst>
        <pc:spChg chg="mod">
          <ac:chgData name="Hartanto Tantriawan" userId="82e33306d5002250" providerId="LiveId" clId="{5753A697-1038-5003-83F6-CC341650460F}" dt="2026-02-24T16:27:44.848" v="7486" actId="20577"/>
          <ac:spMkLst>
            <pc:docMk/>
            <pc:sldMk cId="3976769088" sldId="282"/>
            <ac:spMk id="761" creationId="{6873E2DF-65A7-E6B2-98E1-CAEE627DC58C}"/>
          </ac:spMkLst>
        </pc:spChg>
      </pc:sldChg>
      <pc:sldChg chg="add del">
        <pc:chgData name="Hartanto Tantriawan" userId="82e33306d5002250" providerId="LiveId" clId="{5753A697-1038-5003-83F6-CC341650460F}" dt="2026-02-24T18:06:55.599" v="8952"/>
        <pc:sldMkLst>
          <pc:docMk/>
          <pc:sldMk cId="0" sldId="285"/>
        </pc:sldMkLst>
      </pc:sldChg>
      <pc:sldChg chg="modSp add del">
        <pc:chgData name="Hartanto Tantriawan" userId="82e33306d5002250" providerId="LiveId" clId="{5753A697-1038-5003-83F6-CC341650460F}" dt="2026-02-24T17:49:28.404" v="8721" actId="2696"/>
        <pc:sldMkLst>
          <pc:docMk/>
          <pc:sldMk cId="3914422613" sldId="288"/>
        </pc:sldMkLst>
        <pc:graphicFrameChg chg="mod">
          <ac:chgData name="Hartanto Tantriawan" userId="82e33306d5002250" providerId="LiveId" clId="{5753A697-1038-5003-83F6-CC341650460F}" dt="2026-02-24T17:47:36.032" v="8635"/>
          <ac:graphicFrameMkLst>
            <pc:docMk/>
            <pc:sldMk cId="3914422613" sldId="288"/>
            <ac:graphicFrameMk id="108631" creationId="{00000000-0000-0000-0000-000000000000}"/>
          </ac:graphicFrameMkLst>
        </pc:graphicFrameChg>
        <pc:graphicFrameChg chg="mod">
          <ac:chgData name="Hartanto Tantriawan" userId="82e33306d5002250" providerId="LiveId" clId="{5753A697-1038-5003-83F6-CC341650460F}" dt="2026-02-24T17:47:36.032" v="8635"/>
          <ac:graphicFrameMkLst>
            <pc:docMk/>
            <pc:sldMk cId="3914422613" sldId="288"/>
            <ac:graphicFrameMk id="108734" creationId="{00000000-0000-0000-0000-000000000000}"/>
          </ac:graphicFrameMkLst>
        </pc:graphicFrameChg>
      </pc:sldChg>
      <pc:sldChg chg="modSp add mod">
        <pc:chgData name="Hartanto Tantriawan" userId="82e33306d5002250" providerId="LiveId" clId="{5753A697-1038-5003-83F6-CC341650460F}" dt="2026-02-10T16:26:40.993" v="3360" actId="20577"/>
        <pc:sldMkLst>
          <pc:docMk/>
          <pc:sldMk cId="4075045857" sldId="344"/>
        </pc:sldMkLst>
        <pc:spChg chg="mod">
          <ac:chgData name="Hartanto Tantriawan" userId="82e33306d5002250" providerId="LiveId" clId="{5753A697-1038-5003-83F6-CC341650460F}" dt="2026-02-10T16:26:40.993" v="3360" actId="20577"/>
          <ac:spMkLst>
            <pc:docMk/>
            <pc:sldMk cId="4075045857" sldId="344"/>
            <ac:spMk id="761" creationId="{8DD28701-B18F-9242-916C-DE67CBB6F88E}"/>
          </ac:spMkLst>
        </pc:spChg>
      </pc:sldChg>
      <pc:sldChg chg="addSp delSp modSp add mod modNotesTx">
        <pc:chgData name="Hartanto Tantriawan" userId="82e33306d5002250" providerId="LiveId" clId="{5753A697-1038-5003-83F6-CC341650460F}" dt="2026-02-24T15:44:29.144" v="6814" actId="20577"/>
        <pc:sldMkLst>
          <pc:docMk/>
          <pc:sldMk cId="1508708871" sldId="373"/>
        </pc:sldMkLst>
        <pc:spChg chg="mod">
          <ac:chgData name="Hartanto Tantriawan" userId="82e33306d5002250" providerId="LiveId" clId="{5753A697-1038-5003-83F6-CC341650460F}" dt="2026-02-21T07:32:28.197" v="5939" actId="207"/>
          <ac:spMkLst>
            <pc:docMk/>
            <pc:sldMk cId="1508708871" sldId="373"/>
            <ac:spMk id="761" creationId="{6E4691C3-0CAD-E0F1-A23D-2B77F6EF9749}"/>
          </ac:spMkLst>
        </pc:spChg>
        <pc:spChg chg="add del mod">
          <ac:chgData name="Hartanto Tantriawan" userId="82e33306d5002250" providerId="LiveId" clId="{5753A697-1038-5003-83F6-CC341650460F}" dt="2026-02-21T07:33:54.027" v="5976" actId="20577"/>
          <ac:spMkLst>
            <pc:docMk/>
            <pc:sldMk cId="1508708871" sldId="373"/>
            <ac:spMk id="763" creationId="{D4ABF2E5-2711-8885-3163-78A363598615}"/>
          </ac:spMkLst>
        </pc:spChg>
      </pc:sldChg>
      <pc:sldChg chg="addSp delSp modSp add mod modNotesTx">
        <pc:chgData name="Hartanto Tantriawan" userId="82e33306d5002250" providerId="LiveId" clId="{5753A697-1038-5003-83F6-CC341650460F}" dt="2026-02-24T15:44:33.084" v="6815" actId="20577"/>
        <pc:sldMkLst>
          <pc:docMk/>
          <pc:sldMk cId="81963781" sldId="374"/>
        </pc:sldMkLst>
        <pc:spChg chg="add mod">
          <ac:chgData name="Hartanto Tantriawan" userId="82e33306d5002250" providerId="LiveId" clId="{5753A697-1038-5003-83F6-CC341650460F}" dt="2026-02-21T07:39:41.735" v="6052" actId="1076"/>
          <ac:spMkLst>
            <pc:docMk/>
            <pc:sldMk cId="81963781" sldId="374"/>
            <ac:spMk id="3" creationId="{F6DE02EF-9C00-2EB5-19A7-367A3E387B5E}"/>
          </ac:spMkLst>
        </pc:spChg>
        <pc:spChg chg="mod">
          <ac:chgData name="Hartanto Tantriawan" userId="82e33306d5002250" providerId="LiveId" clId="{5753A697-1038-5003-83F6-CC341650460F}" dt="2026-02-21T07:35:14.825" v="6021" actId="313"/>
          <ac:spMkLst>
            <pc:docMk/>
            <pc:sldMk cId="81963781" sldId="374"/>
            <ac:spMk id="761" creationId="{26720BB5-EE6F-77B6-366C-177B9FAA644B}"/>
          </ac:spMkLst>
        </pc:spChg>
        <pc:picChg chg="add mod">
          <ac:chgData name="Hartanto Tantriawan" userId="82e33306d5002250" providerId="LiveId" clId="{5753A697-1038-5003-83F6-CC341650460F}" dt="2026-02-21T07:36:35.235" v="6026" actId="1076"/>
          <ac:picMkLst>
            <pc:docMk/>
            <pc:sldMk cId="81963781" sldId="374"/>
            <ac:picMk id="2" creationId="{3DF11B88-6EA6-908B-49AC-AC38498D4510}"/>
          </ac:picMkLst>
        </pc:picChg>
      </pc:sldChg>
      <pc:sldChg chg="addSp delSp modSp add mod modNotesTx">
        <pc:chgData name="Hartanto Tantriawan" userId="82e33306d5002250" providerId="LiveId" clId="{5753A697-1038-5003-83F6-CC341650460F}" dt="2026-02-24T15:44:36.083" v="6816" actId="20577"/>
        <pc:sldMkLst>
          <pc:docMk/>
          <pc:sldMk cId="2742291422" sldId="375"/>
        </pc:sldMkLst>
        <pc:spChg chg="mod">
          <ac:chgData name="Hartanto Tantriawan" userId="82e33306d5002250" providerId="LiveId" clId="{5753A697-1038-5003-83F6-CC341650460F}" dt="2026-02-21T07:41:32.949" v="6096" actId="1076"/>
          <ac:spMkLst>
            <pc:docMk/>
            <pc:sldMk cId="2742291422" sldId="375"/>
            <ac:spMk id="3" creationId="{3B65E8EF-C1C2-3065-42D2-4A1259A7E5B8}"/>
          </ac:spMkLst>
        </pc:spChg>
        <pc:spChg chg="mod">
          <ac:chgData name="Hartanto Tantriawan" userId="82e33306d5002250" providerId="LiveId" clId="{5753A697-1038-5003-83F6-CC341650460F}" dt="2026-02-21T07:39:50.377" v="6057" actId="20577"/>
          <ac:spMkLst>
            <pc:docMk/>
            <pc:sldMk cId="2742291422" sldId="375"/>
            <ac:spMk id="761" creationId="{E042D031-BD44-5CC9-D9CA-A11D9412E8DB}"/>
          </ac:spMkLst>
        </pc:spChg>
        <pc:picChg chg="add mod">
          <ac:chgData name="Hartanto Tantriawan" userId="82e33306d5002250" providerId="LiveId" clId="{5753A697-1038-5003-83F6-CC341650460F}" dt="2026-02-21T07:40:52.183" v="6063" actId="1076"/>
          <ac:picMkLst>
            <pc:docMk/>
            <pc:sldMk cId="2742291422" sldId="375"/>
            <ac:picMk id="4" creationId="{E6652028-1665-1D86-8A78-22B75CAC3769}"/>
          </ac:picMkLst>
        </pc:picChg>
      </pc:sldChg>
      <pc:sldChg chg="modSp add mod ord modNotesTx">
        <pc:chgData name="Hartanto Tantriawan" userId="82e33306d5002250" providerId="LiveId" clId="{5753A697-1038-5003-83F6-CC341650460F}" dt="2026-02-24T15:44:40.279" v="6817" actId="20577"/>
        <pc:sldMkLst>
          <pc:docMk/>
          <pc:sldMk cId="424697887" sldId="376"/>
        </pc:sldMkLst>
        <pc:spChg chg="mod">
          <ac:chgData name="Hartanto Tantriawan" userId="82e33306d5002250" providerId="LiveId" clId="{5753A697-1038-5003-83F6-CC341650460F}" dt="2026-02-21T07:45:00.723" v="6124" actId="20577"/>
          <ac:spMkLst>
            <pc:docMk/>
            <pc:sldMk cId="424697887" sldId="376"/>
            <ac:spMk id="761" creationId="{8DB814BC-F45D-545B-3AFA-7C50C4AB916F}"/>
          </ac:spMkLst>
        </pc:spChg>
        <pc:spChg chg="mod">
          <ac:chgData name="Hartanto Tantriawan" userId="82e33306d5002250" providerId="LiveId" clId="{5753A697-1038-5003-83F6-CC341650460F}" dt="2026-02-21T07:46:52.780" v="6145" actId="207"/>
          <ac:spMkLst>
            <pc:docMk/>
            <pc:sldMk cId="424697887" sldId="376"/>
            <ac:spMk id="763" creationId="{3F818024-4840-05B2-6FCE-8879B3665B8B}"/>
          </ac:spMkLst>
        </pc:spChg>
      </pc:sldChg>
      <pc:sldChg chg="addSp modSp add mod modNotesTx">
        <pc:chgData name="Hartanto Tantriawan" userId="82e33306d5002250" providerId="LiveId" clId="{5753A697-1038-5003-83F6-CC341650460F}" dt="2026-02-24T16:55:45.901" v="7828" actId="20577"/>
        <pc:sldMkLst>
          <pc:docMk/>
          <pc:sldMk cId="260637141" sldId="377"/>
        </pc:sldMkLst>
        <pc:spChg chg="mod">
          <ac:chgData name="Hartanto Tantriawan" userId="82e33306d5002250" providerId="LiveId" clId="{5753A697-1038-5003-83F6-CC341650460F}" dt="2026-02-24T16:55:45.901" v="7828" actId="20577"/>
          <ac:spMkLst>
            <pc:docMk/>
            <pc:sldMk cId="260637141" sldId="377"/>
            <ac:spMk id="761" creationId="{FF199A36-F090-D6C7-6A13-90F19A86154B}"/>
          </ac:spMkLst>
        </pc:spChg>
        <pc:spChg chg="mod">
          <ac:chgData name="Hartanto Tantriawan" userId="82e33306d5002250" providerId="LiveId" clId="{5753A697-1038-5003-83F6-CC341650460F}" dt="2026-02-21T07:49:49.939" v="6193" actId="20577"/>
          <ac:spMkLst>
            <pc:docMk/>
            <pc:sldMk cId="260637141" sldId="377"/>
            <ac:spMk id="763" creationId="{DB3FFF00-A21A-E221-060B-3593DA8B56FA}"/>
          </ac:spMkLst>
        </pc:spChg>
        <pc:picChg chg="add mod">
          <ac:chgData name="Hartanto Tantriawan" userId="82e33306d5002250" providerId="LiveId" clId="{5753A697-1038-5003-83F6-CC341650460F}" dt="2026-02-21T07:49:53.519" v="6194"/>
          <ac:picMkLst>
            <pc:docMk/>
            <pc:sldMk cId="260637141" sldId="377"/>
            <ac:picMk id="2" creationId="{1722AE82-57D4-3BD0-FDE8-A38EC9400D9A}"/>
          </ac:picMkLst>
        </pc:picChg>
      </pc:sldChg>
      <pc:sldChg chg="addSp delSp modSp new mod modAnim modNotesTx">
        <pc:chgData name="Hartanto Tantriawan" userId="82e33306d5002250" providerId="LiveId" clId="{5753A697-1038-5003-83F6-CC341650460F}" dt="2026-02-24T15:09:06.380" v="6523" actId="20577"/>
        <pc:sldMkLst>
          <pc:docMk/>
          <pc:sldMk cId="1842625694" sldId="378"/>
        </pc:sldMkLst>
        <pc:spChg chg="mod">
          <ac:chgData name="Hartanto Tantriawan" userId="82e33306d5002250" providerId="LiveId" clId="{5753A697-1038-5003-83F6-CC341650460F}" dt="2026-02-24T15:03:30.317" v="6228" actId="20577"/>
          <ac:spMkLst>
            <pc:docMk/>
            <pc:sldMk cId="1842625694" sldId="378"/>
            <ac:spMk id="2" creationId="{AD6BD470-303C-A965-6731-A5C3CE2272A5}"/>
          </ac:spMkLst>
        </pc:spChg>
        <pc:spChg chg="del">
          <ac:chgData name="Hartanto Tantriawan" userId="82e33306d5002250" providerId="LiveId" clId="{5753A697-1038-5003-83F6-CC341650460F}" dt="2026-02-24T15:04:20.105" v="6232" actId="478"/>
          <ac:spMkLst>
            <pc:docMk/>
            <pc:sldMk cId="1842625694" sldId="378"/>
            <ac:spMk id="5" creationId="{29345767-1BF3-7C3F-A03B-AA562CD991A8}"/>
          </ac:spMkLst>
        </pc:spChg>
        <pc:spChg chg="del">
          <ac:chgData name="Hartanto Tantriawan" userId="82e33306d5002250" providerId="LiveId" clId="{5753A697-1038-5003-83F6-CC341650460F}" dt="2026-02-24T15:04:17.378" v="6231" actId="478"/>
          <ac:spMkLst>
            <pc:docMk/>
            <pc:sldMk cId="1842625694" sldId="378"/>
            <ac:spMk id="6" creationId="{A552BF75-C2E6-5A6B-7578-7A740D397F6D}"/>
          </ac:spMkLst>
        </pc:spChg>
        <pc:spChg chg="add mod">
          <ac:chgData name="Hartanto Tantriawan" userId="82e33306d5002250" providerId="LiveId" clId="{5753A697-1038-5003-83F6-CC341650460F}" dt="2026-02-24T15:05:36.153" v="6236" actId="14100"/>
          <ac:spMkLst>
            <pc:docMk/>
            <pc:sldMk cId="1842625694" sldId="378"/>
            <ac:spMk id="8" creationId="{153FCD1F-2171-1BFF-B4A4-120FC1A3C0AA}"/>
          </ac:spMkLst>
        </pc:spChg>
        <pc:spChg chg="add mod">
          <ac:chgData name="Hartanto Tantriawan" userId="82e33306d5002250" providerId="LiveId" clId="{5753A697-1038-5003-83F6-CC341650460F}" dt="2026-02-24T15:06:38.424" v="6240" actId="207"/>
          <ac:spMkLst>
            <pc:docMk/>
            <pc:sldMk cId="1842625694" sldId="378"/>
            <ac:spMk id="9" creationId="{80721A18-F1B5-71BF-8F0D-02F6C71F7DA4}"/>
          </ac:spMkLst>
        </pc:spChg>
        <pc:spChg chg="add mod">
          <ac:chgData name="Hartanto Tantriawan" userId="82e33306d5002250" providerId="LiveId" clId="{5753A697-1038-5003-83F6-CC341650460F}" dt="2026-02-24T15:07:22.199" v="6250" actId="1036"/>
          <ac:spMkLst>
            <pc:docMk/>
            <pc:sldMk cId="1842625694" sldId="378"/>
            <ac:spMk id="10" creationId="{44FEBAC9-B30A-477D-DBE9-4976D89593F8}"/>
          </ac:spMkLst>
        </pc:spChg>
        <pc:picChg chg="add mod">
          <ac:chgData name="Hartanto Tantriawan" userId="82e33306d5002250" providerId="LiveId" clId="{5753A697-1038-5003-83F6-CC341650460F}" dt="2026-02-24T15:04:12.553" v="6230" actId="1076"/>
          <ac:picMkLst>
            <pc:docMk/>
            <pc:sldMk cId="1842625694" sldId="378"/>
            <ac:picMk id="7" creationId="{27E6657E-19F0-C690-AEE0-721467F33790}"/>
          </ac:picMkLst>
        </pc:picChg>
      </pc:sldChg>
      <pc:sldChg chg="modSp add mod ord modNotesTx">
        <pc:chgData name="Hartanto Tantriawan" userId="82e33306d5002250" providerId="LiveId" clId="{5753A697-1038-5003-83F6-CC341650460F}" dt="2026-02-24T15:19:48.093" v="6641"/>
        <pc:sldMkLst>
          <pc:docMk/>
          <pc:sldMk cId="2260922358" sldId="379"/>
        </pc:sldMkLst>
        <pc:spChg chg="mod">
          <ac:chgData name="Hartanto Tantriawan" userId="82e33306d5002250" providerId="LiveId" clId="{5753A697-1038-5003-83F6-CC341650460F}" dt="2026-02-24T15:10:56.342" v="6542" actId="20577"/>
          <ac:spMkLst>
            <pc:docMk/>
            <pc:sldMk cId="2260922358" sldId="379"/>
            <ac:spMk id="761" creationId="{FC97E825-543B-287D-7F53-4A1AD751A200}"/>
          </ac:spMkLst>
        </pc:spChg>
        <pc:spChg chg="mod">
          <ac:chgData name="Hartanto Tantriawan" userId="82e33306d5002250" providerId="LiveId" clId="{5753A697-1038-5003-83F6-CC341650460F}" dt="2026-02-24T15:19:48.093" v="6641"/>
          <ac:spMkLst>
            <pc:docMk/>
            <pc:sldMk cId="2260922358" sldId="379"/>
            <ac:spMk id="763" creationId="{4DC3D3F2-C021-6809-32D3-976F690C22D2}"/>
          </ac:spMkLst>
        </pc:spChg>
      </pc:sldChg>
      <pc:sldChg chg="addSp modSp new mod modNotesTx">
        <pc:chgData name="Hartanto Tantriawan" userId="82e33306d5002250" providerId="LiveId" clId="{5753A697-1038-5003-83F6-CC341650460F}" dt="2026-02-24T15:22:51.089" v="6759" actId="20577"/>
        <pc:sldMkLst>
          <pc:docMk/>
          <pc:sldMk cId="566248482" sldId="380"/>
        </pc:sldMkLst>
        <pc:spChg chg="mod">
          <ac:chgData name="Hartanto Tantriawan" userId="82e33306d5002250" providerId="LiveId" clId="{5753A697-1038-5003-83F6-CC341650460F}" dt="2026-02-24T15:22:51.089" v="6759" actId="20577"/>
          <ac:spMkLst>
            <pc:docMk/>
            <pc:sldMk cId="566248482" sldId="380"/>
            <ac:spMk id="2" creationId="{8E926A24-BD68-694C-3162-AA3C24B19CF5}"/>
          </ac:spMkLst>
        </pc:spChg>
        <pc:picChg chg="add mod">
          <ac:chgData name="Hartanto Tantriawan" userId="82e33306d5002250" providerId="LiveId" clId="{5753A697-1038-5003-83F6-CC341650460F}" dt="2026-02-24T15:22:10.811" v="6674" actId="1076"/>
          <ac:picMkLst>
            <pc:docMk/>
            <pc:sldMk cId="566248482" sldId="380"/>
            <ac:picMk id="7" creationId="{A59CA9CD-3DB0-43D9-A0BE-FB49B0C8DC7F}"/>
          </ac:picMkLst>
        </pc:picChg>
      </pc:sldChg>
      <pc:sldChg chg="new del">
        <pc:chgData name="Hartanto Tantriawan" userId="82e33306d5002250" providerId="LiveId" clId="{5753A697-1038-5003-83F6-CC341650460F}" dt="2026-02-24T15:40:31.091" v="6760" actId="2696"/>
        <pc:sldMkLst>
          <pc:docMk/>
          <pc:sldMk cId="684759065" sldId="381"/>
        </pc:sldMkLst>
      </pc:sldChg>
      <pc:sldChg chg="addSp modSp add mod ord modNotesTx">
        <pc:chgData name="Hartanto Tantriawan" userId="82e33306d5002250" providerId="LiveId" clId="{5753A697-1038-5003-83F6-CC341650460F}" dt="2026-02-24T15:44:10.192" v="6812" actId="12"/>
        <pc:sldMkLst>
          <pc:docMk/>
          <pc:sldMk cId="2940571005" sldId="381"/>
        </pc:sldMkLst>
        <pc:spChg chg="mod">
          <ac:chgData name="Hartanto Tantriawan" userId="82e33306d5002250" providerId="LiveId" clId="{5753A697-1038-5003-83F6-CC341650460F}" dt="2026-02-24T15:40:51.880" v="6779" actId="20577"/>
          <ac:spMkLst>
            <pc:docMk/>
            <pc:sldMk cId="2940571005" sldId="381"/>
            <ac:spMk id="761" creationId="{48656601-1098-DEB6-EB43-CC0B5F10A1A2}"/>
          </ac:spMkLst>
        </pc:spChg>
        <pc:spChg chg="mod">
          <ac:chgData name="Hartanto Tantriawan" userId="82e33306d5002250" providerId="LiveId" clId="{5753A697-1038-5003-83F6-CC341650460F}" dt="2026-02-24T15:43:21.153" v="6811" actId="20577"/>
          <ac:spMkLst>
            <pc:docMk/>
            <pc:sldMk cId="2940571005" sldId="381"/>
            <ac:spMk id="763" creationId="{5015A882-2C8A-B8C9-0208-6C4CB93F0640}"/>
          </ac:spMkLst>
        </pc:spChg>
        <pc:picChg chg="add mod">
          <ac:chgData name="Hartanto Tantriawan" userId="82e33306d5002250" providerId="LiveId" clId="{5753A697-1038-5003-83F6-CC341650460F}" dt="2026-02-24T15:43:01.586" v="6796" actId="1076"/>
          <ac:picMkLst>
            <pc:docMk/>
            <pc:sldMk cId="2940571005" sldId="381"/>
            <ac:picMk id="2" creationId="{5240EE09-A71D-64F9-7B96-02A10A923E0F}"/>
          </ac:picMkLst>
        </pc:picChg>
      </pc:sldChg>
      <pc:sldChg chg="delSp modSp add mod modNotesTx">
        <pc:chgData name="Hartanto Tantriawan" userId="82e33306d5002250" providerId="LiveId" clId="{5753A697-1038-5003-83F6-CC341650460F}" dt="2026-02-24T15:51:10.998" v="6952" actId="207"/>
        <pc:sldMkLst>
          <pc:docMk/>
          <pc:sldMk cId="1173263431" sldId="382"/>
        </pc:sldMkLst>
        <pc:spChg chg="mod">
          <ac:chgData name="Hartanto Tantriawan" userId="82e33306d5002250" providerId="LiveId" clId="{5753A697-1038-5003-83F6-CC341650460F}" dt="2026-02-24T15:47:44.553" v="6857" actId="1035"/>
          <ac:spMkLst>
            <pc:docMk/>
            <pc:sldMk cId="1173263431" sldId="382"/>
            <ac:spMk id="761" creationId="{CFF93574-7FD6-B562-C9DC-FF749D8E9414}"/>
          </ac:spMkLst>
        </pc:spChg>
        <pc:spChg chg="mod">
          <ac:chgData name="Hartanto Tantriawan" userId="82e33306d5002250" providerId="LiveId" clId="{5753A697-1038-5003-83F6-CC341650460F}" dt="2026-02-24T15:51:10.998" v="6952" actId="207"/>
          <ac:spMkLst>
            <pc:docMk/>
            <pc:sldMk cId="1173263431" sldId="382"/>
            <ac:spMk id="763" creationId="{8E9EB79F-99C6-0DC8-CA0D-FDF42C0BE0AF}"/>
          </ac:spMkLst>
        </pc:spChg>
        <pc:picChg chg="del">
          <ac:chgData name="Hartanto Tantriawan" userId="82e33306d5002250" providerId="LiveId" clId="{5753A697-1038-5003-83F6-CC341650460F}" dt="2026-02-24T15:45:23.583" v="6821" actId="478"/>
          <ac:picMkLst>
            <pc:docMk/>
            <pc:sldMk cId="1173263431" sldId="382"/>
            <ac:picMk id="2" creationId="{C31FCFB1-0EDB-D54A-A2D3-9D3F6440CDFC}"/>
          </ac:picMkLst>
        </pc:picChg>
      </pc:sldChg>
      <pc:sldChg chg="modSp add mod">
        <pc:chgData name="Hartanto Tantriawan" userId="82e33306d5002250" providerId="LiveId" clId="{5753A697-1038-5003-83F6-CC341650460F}" dt="2026-02-24T15:56:14.683" v="7010" actId="403"/>
        <pc:sldMkLst>
          <pc:docMk/>
          <pc:sldMk cId="1170093311" sldId="383"/>
        </pc:sldMkLst>
        <pc:spChg chg="mod">
          <ac:chgData name="Hartanto Tantriawan" userId="82e33306d5002250" providerId="LiveId" clId="{5753A697-1038-5003-83F6-CC341650460F}" dt="2026-02-24T15:55:30.773" v="6977" actId="1036"/>
          <ac:spMkLst>
            <pc:docMk/>
            <pc:sldMk cId="1170093311" sldId="383"/>
            <ac:spMk id="761" creationId="{5442A1EB-D974-A352-F42B-F560750369A7}"/>
          </ac:spMkLst>
        </pc:spChg>
        <pc:spChg chg="mod">
          <ac:chgData name="Hartanto Tantriawan" userId="82e33306d5002250" providerId="LiveId" clId="{5753A697-1038-5003-83F6-CC341650460F}" dt="2026-02-24T15:56:14.683" v="7010" actId="403"/>
          <ac:spMkLst>
            <pc:docMk/>
            <pc:sldMk cId="1170093311" sldId="383"/>
            <ac:spMk id="763" creationId="{28163EE7-D5AB-CC78-1681-E0E493F7D822}"/>
          </ac:spMkLst>
        </pc:spChg>
      </pc:sldChg>
      <pc:sldChg chg="new del">
        <pc:chgData name="Hartanto Tantriawan" userId="82e33306d5002250" providerId="LiveId" clId="{5753A697-1038-5003-83F6-CC341650460F}" dt="2026-02-24T15:55:08.320" v="6954" actId="2696"/>
        <pc:sldMkLst>
          <pc:docMk/>
          <pc:sldMk cId="4192810582" sldId="383"/>
        </pc:sldMkLst>
      </pc:sldChg>
      <pc:sldChg chg="modSp new del mod">
        <pc:chgData name="Hartanto Tantriawan" userId="82e33306d5002250" providerId="LiveId" clId="{5753A697-1038-5003-83F6-CC341650460F}" dt="2026-02-24T15:57:28.335" v="7026" actId="680"/>
        <pc:sldMkLst>
          <pc:docMk/>
          <pc:sldMk cId="2357058659" sldId="384"/>
        </pc:sldMkLst>
        <pc:spChg chg="mod">
          <ac:chgData name="Hartanto Tantriawan" userId="82e33306d5002250" providerId="LiveId" clId="{5753A697-1038-5003-83F6-CC341650460F}" dt="2026-02-24T15:57:27.682" v="7025" actId="20577"/>
          <ac:spMkLst>
            <pc:docMk/>
            <pc:sldMk cId="2357058659" sldId="384"/>
            <ac:spMk id="2" creationId="{9CEABCAE-8581-D6F7-A5F7-8BC260598644}"/>
          </ac:spMkLst>
        </pc:spChg>
      </pc:sldChg>
      <pc:sldChg chg="modSp add mod">
        <pc:chgData name="Hartanto Tantriawan" userId="82e33306d5002250" providerId="LiveId" clId="{5753A697-1038-5003-83F6-CC341650460F}" dt="2026-02-24T15:58:43.581" v="7096" actId="20577"/>
        <pc:sldMkLst>
          <pc:docMk/>
          <pc:sldMk cId="3410693200" sldId="384"/>
        </pc:sldMkLst>
        <pc:spChg chg="mod">
          <ac:chgData name="Hartanto Tantriawan" userId="82e33306d5002250" providerId="LiveId" clId="{5753A697-1038-5003-83F6-CC341650460F}" dt="2026-02-24T15:57:42.084" v="7040" actId="20577"/>
          <ac:spMkLst>
            <pc:docMk/>
            <pc:sldMk cId="3410693200" sldId="384"/>
            <ac:spMk id="761" creationId="{005344BF-BB5D-A221-D166-4488A493E577}"/>
          </ac:spMkLst>
        </pc:spChg>
        <pc:spChg chg="mod">
          <ac:chgData name="Hartanto Tantriawan" userId="82e33306d5002250" providerId="LiveId" clId="{5753A697-1038-5003-83F6-CC341650460F}" dt="2026-02-24T15:58:43.581" v="7096" actId="20577"/>
          <ac:spMkLst>
            <pc:docMk/>
            <pc:sldMk cId="3410693200" sldId="384"/>
            <ac:spMk id="763" creationId="{C8485806-B302-F9DE-4EAF-0AD82A5EE86C}"/>
          </ac:spMkLst>
        </pc:spChg>
      </pc:sldChg>
      <pc:sldChg chg="modSp add mod">
        <pc:chgData name="Hartanto Tantriawan" userId="82e33306d5002250" providerId="LiveId" clId="{5753A697-1038-5003-83F6-CC341650460F}" dt="2026-02-24T16:00:39.967" v="7131" actId="113"/>
        <pc:sldMkLst>
          <pc:docMk/>
          <pc:sldMk cId="97530127" sldId="385"/>
        </pc:sldMkLst>
        <pc:spChg chg="mod">
          <ac:chgData name="Hartanto Tantriawan" userId="82e33306d5002250" providerId="LiveId" clId="{5753A697-1038-5003-83F6-CC341650460F}" dt="2026-02-24T15:59:31.284" v="7117" actId="20577"/>
          <ac:spMkLst>
            <pc:docMk/>
            <pc:sldMk cId="97530127" sldId="385"/>
            <ac:spMk id="761" creationId="{0AF14319-0610-4864-3BDF-D1625F119EA9}"/>
          </ac:spMkLst>
        </pc:spChg>
        <pc:spChg chg="mod">
          <ac:chgData name="Hartanto Tantriawan" userId="82e33306d5002250" providerId="LiveId" clId="{5753A697-1038-5003-83F6-CC341650460F}" dt="2026-02-24T16:00:39.967" v="7131" actId="113"/>
          <ac:spMkLst>
            <pc:docMk/>
            <pc:sldMk cId="97530127" sldId="385"/>
            <ac:spMk id="763" creationId="{47289007-93D2-F6CE-1348-72CD860E78A3}"/>
          </ac:spMkLst>
        </pc:spChg>
      </pc:sldChg>
      <pc:sldChg chg="addSp delSp modSp add mod">
        <pc:chgData name="Hartanto Tantriawan" userId="82e33306d5002250" providerId="LiveId" clId="{5753A697-1038-5003-83F6-CC341650460F}" dt="2026-02-24T16:02:28.678" v="7146" actId="1076"/>
        <pc:sldMkLst>
          <pc:docMk/>
          <pc:sldMk cId="2334645837" sldId="386"/>
        </pc:sldMkLst>
        <pc:spChg chg="add mod">
          <ac:chgData name="Hartanto Tantriawan" userId="82e33306d5002250" providerId="LiveId" clId="{5753A697-1038-5003-83F6-CC341650460F}" dt="2026-02-24T16:01:49.314" v="7140" actId="14100"/>
          <ac:spMkLst>
            <pc:docMk/>
            <pc:sldMk cId="2334645837" sldId="386"/>
            <ac:spMk id="2" creationId="{AAAE8690-7E51-7746-D5EC-ED97C8588984}"/>
          </ac:spMkLst>
        </pc:spChg>
        <pc:spChg chg="add mod">
          <ac:chgData name="Hartanto Tantriawan" userId="82e33306d5002250" providerId="LiveId" clId="{5753A697-1038-5003-83F6-CC341650460F}" dt="2026-02-24T16:01:49.314" v="7140" actId="14100"/>
          <ac:spMkLst>
            <pc:docMk/>
            <pc:sldMk cId="2334645837" sldId="386"/>
            <ac:spMk id="3" creationId="{2C50C673-22B8-8D81-7D72-0C5F37433B28}"/>
          </ac:spMkLst>
        </pc:spChg>
        <pc:spChg chg="add mod">
          <ac:chgData name="Hartanto Tantriawan" userId="82e33306d5002250" providerId="LiveId" clId="{5753A697-1038-5003-83F6-CC341650460F}" dt="2026-02-24T16:01:49.314" v="7140" actId="14100"/>
          <ac:spMkLst>
            <pc:docMk/>
            <pc:sldMk cId="2334645837" sldId="386"/>
            <ac:spMk id="4" creationId="{E8E6CE29-DE05-A9B1-3EE7-E2A9BFF2B69D}"/>
          </ac:spMkLst>
        </pc:spChg>
        <pc:spChg chg="add mod">
          <ac:chgData name="Hartanto Tantriawan" userId="82e33306d5002250" providerId="LiveId" clId="{5753A697-1038-5003-83F6-CC341650460F}" dt="2026-02-24T16:01:49.314" v="7140" actId="14100"/>
          <ac:spMkLst>
            <pc:docMk/>
            <pc:sldMk cId="2334645837" sldId="386"/>
            <ac:spMk id="9" creationId="{1BFD5FA6-8EC3-9275-BCDD-EC6AA885A2DA}"/>
          </ac:spMkLst>
        </pc:spChg>
        <pc:spChg chg="add mod">
          <ac:chgData name="Hartanto Tantriawan" userId="82e33306d5002250" providerId="LiveId" clId="{5753A697-1038-5003-83F6-CC341650460F}" dt="2026-02-24T16:01:49.314" v="7140" actId="14100"/>
          <ac:spMkLst>
            <pc:docMk/>
            <pc:sldMk cId="2334645837" sldId="386"/>
            <ac:spMk id="11" creationId="{C1A21EC3-C40C-232D-7002-AE4C11E4D178}"/>
          </ac:spMkLst>
        </pc:spChg>
        <pc:spChg chg="add mod">
          <ac:chgData name="Hartanto Tantriawan" userId="82e33306d5002250" providerId="LiveId" clId="{5753A697-1038-5003-83F6-CC341650460F}" dt="2026-02-24T16:01:49.314" v="7140" actId="14100"/>
          <ac:spMkLst>
            <pc:docMk/>
            <pc:sldMk cId="2334645837" sldId="386"/>
            <ac:spMk id="12" creationId="{E5B0E752-CB1A-095C-8F2F-12EED3F9FC5F}"/>
          </ac:spMkLst>
        </pc:spChg>
        <pc:spChg chg="add mod">
          <ac:chgData name="Hartanto Tantriawan" userId="82e33306d5002250" providerId="LiveId" clId="{5753A697-1038-5003-83F6-CC341650460F}" dt="2026-02-24T16:01:49.314" v="7140" actId="14100"/>
          <ac:spMkLst>
            <pc:docMk/>
            <pc:sldMk cId="2334645837" sldId="386"/>
            <ac:spMk id="13" creationId="{420D8DD4-359E-E035-F750-4DA108BBB2F6}"/>
          </ac:spMkLst>
        </pc:spChg>
        <pc:spChg chg="add mod">
          <ac:chgData name="Hartanto Tantriawan" userId="82e33306d5002250" providerId="LiveId" clId="{5753A697-1038-5003-83F6-CC341650460F}" dt="2026-02-24T16:01:49.314" v="7140" actId="14100"/>
          <ac:spMkLst>
            <pc:docMk/>
            <pc:sldMk cId="2334645837" sldId="386"/>
            <ac:spMk id="16" creationId="{C35CA990-AE54-1978-1FB2-3631F3A93E83}"/>
          </ac:spMkLst>
        </pc:spChg>
        <pc:spChg chg="add mod">
          <ac:chgData name="Hartanto Tantriawan" userId="82e33306d5002250" providerId="LiveId" clId="{5753A697-1038-5003-83F6-CC341650460F}" dt="2026-02-24T16:02:28.678" v="7146" actId="1076"/>
          <ac:spMkLst>
            <pc:docMk/>
            <pc:sldMk cId="2334645837" sldId="386"/>
            <ac:spMk id="23" creationId="{0AEA9B87-0771-F754-3DD7-3EDF551576B6}"/>
          </ac:spMkLst>
        </pc:spChg>
        <pc:spChg chg="add mod">
          <ac:chgData name="Hartanto Tantriawan" userId="82e33306d5002250" providerId="LiveId" clId="{5753A697-1038-5003-83F6-CC341650460F}" dt="2026-02-24T16:02:22.877" v="7145" actId="1076"/>
          <ac:spMkLst>
            <pc:docMk/>
            <pc:sldMk cId="2334645837" sldId="386"/>
            <ac:spMk id="24" creationId="{3FDFCCD6-4115-D59F-9BB8-A5CA6277D347}"/>
          </ac:spMkLst>
        </pc:spChg>
        <pc:spChg chg="del mod">
          <ac:chgData name="Hartanto Tantriawan" userId="82e33306d5002250" providerId="LiveId" clId="{5753A697-1038-5003-83F6-CC341650460F}" dt="2026-02-24T16:01:27.872" v="7134" actId="478"/>
          <ac:spMkLst>
            <pc:docMk/>
            <pc:sldMk cId="2334645837" sldId="386"/>
            <ac:spMk id="763" creationId="{5BC19304-4FFF-BC86-98CC-04A661F15220}"/>
          </ac:spMkLst>
        </pc:spChg>
        <pc:grpChg chg="add mod">
          <ac:chgData name="Hartanto Tantriawan" userId="82e33306d5002250" providerId="LiveId" clId="{5753A697-1038-5003-83F6-CC341650460F}" dt="2026-02-24T16:02:18.612" v="7144" actId="1076"/>
          <ac:grpSpMkLst>
            <pc:docMk/>
            <pc:sldMk cId="2334645837" sldId="386"/>
            <ac:grpSpMk id="33" creationId="{BF52820C-9D75-0D0F-B942-3FBC57B0DBFE}"/>
          </ac:grpSpMkLst>
        </pc:grpChg>
      </pc:sldChg>
      <pc:sldChg chg="addSp delSp modSp add mod">
        <pc:chgData name="Hartanto Tantriawan" userId="82e33306d5002250" providerId="LiveId" clId="{5753A697-1038-5003-83F6-CC341650460F}" dt="2026-02-24T16:18:35.755" v="7343" actId="20577"/>
        <pc:sldMkLst>
          <pc:docMk/>
          <pc:sldMk cId="1708957662" sldId="387"/>
        </pc:sldMkLst>
        <pc:spChg chg="mod">
          <ac:chgData name="Hartanto Tantriawan" userId="82e33306d5002250" providerId="LiveId" clId="{5753A697-1038-5003-83F6-CC341650460F}" dt="2026-02-24T16:03:49.292" v="7158" actId="255"/>
          <ac:spMkLst>
            <pc:docMk/>
            <pc:sldMk cId="1708957662" sldId="387"/>
            <ac:spMk id="2" creationId="{6E07C291-9650-0644-DC23-C401F098E4F6}"/>
          </ac:spMkLst>
        </pc:spChg>
        <pc:spChg chg="mod">
          <ac:chgData name="Hartanto Tantriawan" userId="82e33306d5002250" providerId="LiveId" clId="{5753A697-1038-5003-83F6-CC341650460F}" dt="2026-02-24T16:03:49.292" v="7158" actId="255"/>
          <ac:spMkLst>
            <pc:docMk/>
            <pc:sldMk cId="1708957662" sldId="387"/>
            <ac:spMk id="3" creationId="{0B7C610D-F353-4B80-7400-6EBC23640E62}"/>
          </ac:spMkLst>
        </pc:spChg>
        <pc:spChg chg="mod">
          <ac:chgData name="Hartanto Tantriawan" userId="82e33306d5002250" providerId="LiveId" clId="{5753A697-1038-5003-83F6-CC341650460F}" dt="2026-02-24T16:03:49.292" v="7158" actId="255"/>
          <ac:spMkLst>
            <pc:docMk/>
            <pc:sldMk cId="1708957662" sldId="387"/>
            <ac:spMk id="4" creationId="{31209175-9324-E197-9B0C-C097387FAC9C}"/>
          </ac:spMkLst>
        </pc:spChg>
        <pc:spChg chg="mod">
          <ac:chgData name="Hartanto Tantriawan" userId="82e33306d5002250" providerId="LiveId" clId="{5753A697-1038-5003-83F6-CC341650460F}" dt="2026-02-24T16:03:49.292" v="7158" actId="255"/>
          <ac:spMkLst>
            <pc:docMk/>
            <pc:sldMk cId="1708957662" sldId="387"/>
            <ac:spMk id="5" creationId="{E5C6B5F4-C47D-89BC-A719-7BCE6C70424A}"/>
          </ac:spMkLst>
        </pc:spChg>
        <pc:spChg chg="mod">
          <ac:chgData name="Hartanto Tantriawan" userId="82e33306d5002250" providerId="LiveId" clId="{5753A697-1038-5003-83F6-CC341650460F}" dt="2026-02-24T16:03:49.292" v="7158" actId="255"/>
          <ac:spMkLst>
            <pc:docMk/>
            <pc:sldMk cId="1708957662" sldId="387"/>
            <ac:spMk id="9" creationId="{5599ABA3-68BF-6257-9622-3AD3D942211A}"/>
          </ac:spMkLst>
        </pc:spChg>
        <pc:spChg chg="mod">
          <ac:chgData name="Hartanto Tantriawan" userId="82e33306d5002250" providerId="LiveId" clId="{5753A697-1038-5003-83F6-CC341650460F}" dt="2026-02-24T16:03:49.292" v="7158" actId="255"/>
          <ac:spMkLst>
            <pc:docMk/>
            <pc:sldMk cId="1708957662" sldId="387"/>
            <ac:spMk id="11" creationId="{CFEB0881-34B3-2A58-BEBF-AA4330F74D53}"/>
          </ac:spMkLst>
        </pc:spChg>
        <pc:spChg chg="mod">
          <ac:chgData name="Hartanto Tantriawan" userId="82e33306d5002250" providerId="LiveId" clId="{5753A697-1038-5003-83F6-CC341650460F}" dt="2026-02-24T16:03:49.292" v="7158" actId="255"/>
          <ac:spMkLst>
            <pc:docMk/>
            <pc:sldMk cId="1708957662" sldId="387"/>
            <ac:spMk id="12" creationId="{4DF98245-CFAC-8E0C-B08C-9E3ECF9735EF}"/>
          </ac:spMkLst>
        </pc:spChg>
        <pc:spChg chg="mod">
          <ac:chgData name="Hartanto Tantriawan" userId="82e33306d5002250" providerId="LiveId" clId="{5753A697-1038-5003-83F6-CC341650460F}" dt="2026-02-24T16:03:49.292" v="7158" actId="255"/>
          <ac:spMkLst>
            <pc:docMk/>
            <pc:sldMk cId="1708957662" sldId="387"/>
            <ac:spMk id="13" creationId="{9F1783F8-F246-0697-030A-59040237ABD9}"/>
          </ac:spMkLst>
        </pc:spChg>
        <pc:spChg chg="mod">
          <ac:chgData name="Hartanto Tantriawan" userId="82e33306d5002250" providerId="LiveId" clId="{5753A697-1038-5003-83F6-CC341650460F}" dt="2026-02-24T16:03:58.700" v="7160" actId="404"/>
          <ac:spMkLst>
            <pc:docMk/>
            <pc:sldMk cId="1708957662" sldId="387"/>
            <ac:spMk id="16" creationId="{06B78728-D64D-5D85-22F5-44BE3A3834AB}"/>
          </ac:spMkLst>
        </pc:spChg>
        <pc:spChg chg="del">
          <ac:chgData name="Hartanto Tantriawan" userId="82e33306d5002250" providerId="LiveId" clId="{5753A697-1038-5003-83F6-CC341650460F}" dt="2026-02-24T16:03:14.663" v="7150" actId="478"/>
          <ac:spMkLst>
            <pc:docMk/>
            <pc:sldMk cId="1708957662" sldId="387"/>
            <ac:spMk id="23" creationId="{E94B80A1-5C67-9469-A7FA-89785F00DDBB}"/>
          </ac:spMkLst>
        </pc:spChg>
        <pc:spChg chg="add del mod">
          <ac:chgData name="Hartanto Tantriawan" userId="82e33306d5002250" providerId="LiveId" clId="{5753A697-1038-5003-83F6-CC341650460F}" dt="2026-02-24T16:04:07.478" v="7162" actId="1076"/>
          <ac:spMkLst>
            <pc:docMk/>
            <pc:sldMk cId="1708957662" sldId="387"/>
            <ac:spMk id="24" creationId="{6D9D4431-7291-84DD-61D0-9843ED32D12C}"/>
          </ac:spMkLst>
        </pc:spChg>
        <pc:spChg chg="mod">
          <ac:chgData name="Hartanto Tantriawan" userId="82e33306d5002250" providerId="LiveId" clId="{5753A697-1038-5003-83F6-CC341650460F}" dt="2026-02-24T16:18:35.755" v="7343" actId="20577"/>
          <ac:spMkLst>
            <pc:docMk/>
            <pc:sldMk cId="1708957662" sldId="387"/>
            <ac:spMk id="761" creationId="{9C885587-A94F-8031-1933-6C40B0ED92C0}"/>
          </ac:spMkLst>
        </pc:spChg>
        <pc:grpChg chg="mod">
          <ac:chgData name="Hartanto Tantriawan" userId="82e33306d5002250" providerId="LiveId" clId="{5753A697-1038-5003-83F6-CC341650460F}" dt="2026-02-24T16:04:03.962" v="7161" actId="1076"/>
          <ac:grpSpMkLst>
            <pc:docMk/>
            <pc:sldMk cId="1708957662" sldId="387"/>
            <ac:grpSpMk id="33" creationId="{0C54F9C1-7821-C6AD-2893-6108FF867D8D}"/>
          </ac:grpSpMkLst>
        </pc:grpChg>
        <pc:picChg chg="add mod">
          <ac:chgData name="Hartanto Tantriawan" userId="82e33306d5002250" providerId="LiveId" clId="{5753A697-1038-5003-83F6-CC341650460F}" dt="2026-02-24T16:04:12.162" v="7163" actId="1076"/>
          <ac:picMkLst>
            <pc:docMk/>
            <pc:sldMk cId="1708957662" sldId="387"/>
            <ac:picMk id="25" creationId="{4D0C97DA-E619-97E0-52AC-379D3A4D7810}"/>
          </ac:picMkLst>
        </pc:picChg>
      </pc:sldChg>
      <pc:sldChg chg="addSp delSp modSp new mod">
        <pc:chgData name="Hartanto Tantriawan" userId="82e33306d5002250" providerId="LiveId" clId="{5753A697-1038-5003-83F6-CC341650460F}" dt="2026-02-24T16:26:24.831" v="7463" actId="20577"/>
        <pc:sldMkLst>
          <pc:docMk/>
          <pc:sldMk cId="2935329694" sldId="388"/>
        </pc:sldMkLst>
        <pc:spChg chg="mod">
          <ac:chgData name="Hartanto Tantriawan" userId="82e33306d5002250" providerId="LiveId" clId="{5753A697-1038-5003-83F6-CC341650460F}" dt="2026-02-24T16:18:22.063" v="7313" actId="20577"/>
          <ac:spMkLst>
            <pc:docMk/>
            <pc:sldMk cId="2935329694" sldId="388"/>
            <ac:spMk id="2" creationId="{9A538E18-59F1-4C46-19E8-1375B64D2A31}"/>
          </ac:spMkLst>
        </pc:spChg>
        <pc:spChg chg="del">
          <ac:chgData name="Hartanto Tantriawan" userId="82e33306d5002250" providerId="LiveId" clId="{5753A697-1038-5003-83F6-CC341650460F}" dt="2026-02-24T16:18:03.141" v="7296" actId="478"/>
          <ac:spMkLst>
            <pc:docMk/>
            <pc:sldMk cId="2935329694" sldId="388"/>
            <ac:spMk id="3" creationId="{5B504D49-A676-103A-88A7-E01DD59BC55A}"/>
          </ac:spMkLst>
        </pc:spChg>
        <pc:spChg chg="del mod">
          <ac:chgData name="Hartanto Tantriawan" userId="82e33306d5002250" providerId="LiveId" clId="{5753A697-1038-5003-83F6-CC341650460F}" dt="2026-02-24T16:17:55.980" v="7293" actId="478"/>
          <ac:spMkLst>
            <pc:docMk/>
            <pc:sldMk cId="2935329694" sldId="388"/>
            <ac:spMk id="4" creationId="{14433E77-557F-4315-00B4-5A4699D45F40}"/>
          </ac:spMkLst>
        </pc:spChg>
        <pc:spChg chg="del">
          <ac:chgData name="Hartanto Tantriawan" userId="82e33306d5002250" providerId="LiveId" clId="{5753A697-1038-5003-83F6-CC341650460F}" dt="2026-02-24T16:17:51.083" v="7291" actId="478"/>
          <ac:spMkLst>
            <pc:docMk/>
            <pc:sldMk cId="2935329694" sldId="388"/>
            <ac:spMk id="5" creationId="{7F0570C3-A895-2098-4308-A6881FC2BD3B}"/>
          </ac:spMkLst>
        </pc:spChg>
        <pc:spChg chg="del">
          <ac:chgData name="Hartanto Tantriawan" userId="82e33306d5002250" providerId="LiveId" clId="{5753A697-1038-5003-83F6-CC341650460F}" dt="2026-02-24T16:18:00.270" v="7295" actId="478"/>
          <ac:spMkLst>
            <pc:docMk/>
            <pc:sldMk cId="2935329694" sldId="388"/>
            <ac:spMk id="6" creationId="{EBCDA904-0EEF-3294-B053-63AB82318B27}"/>
          </ac:spMkLst>
        </pc:spChg>
        <pc:spChg chg="add del mod">
          <ac:chgData name="Hartanto Tantriawan" userId="82e33306d5002250" providerId="LiveId" clId="{5753A697-1038-5003-83F6-CC341650460F}" dt="2026-02-24T16:18:06.193" v="7297" actId="478"/>
          <ac:spMkLst>
            <pc:docMk/>
            <pc:sldMk cId="2935329694" sldId="388"/>
            <ac:spMk id="7" creationId="{73287E50-F82C-9384-1EB6-6BEAC3B6B050}"/>
          </ac:spMkLst>
        </pc:spChg>
        <pc:spChg chg="add del mod">
          <ac:chgData name="Hartanto Tantriawan" userId="82e33306d5002250" providerId="LiveId" clId="{5753A697-1038-5003-83F6-CC341650460F}" dt="2026-02-24T16:17:07.485" v="7267"/>
          <ac:spMkLst>
            <pc:docMk/>
            <pc:sldMk cId="2935329694" sldId="388"/>
            <ac:spMk id="8" creationId="{693FC810-7AA3-F073-1C46-6E6562F744D5}"/>
          </ac:spMkLst>
        </pc:spChg>
        <pc:spChg chg="add mod">
          <ac:chgData name="Hartanto Tantriawan" userId="82e33306d5002250" providerId="LiveId" clId="{5753A697-1038-5003-83F6-CC341650460F}" dt="2026-02-24T16:21:59.787" v="7410" actId="1035"/>
          <ac:spMkLst>
            <pc:docMk/>
            <pc:sldMk cId="2935329694" sldId="388"/>
            <ac:spMk id="9" creationId="{5A475274-5666-A84D-FCC2-ABFA372D9627}"/>
          </ac:spMkLst>
        </pc:spChg>
        <pc:spChg chg="add del mod">
          <ac:chgData name="Hartanto Tantriawan" userId="82e33306d5002250" providerId="LiveId" clId="{5753A697-1038-5003-83F6-CC341650460F}" dt="2026-02-24T16:17:58.268" v="7294" actId="478"/>
          <ac:spMkLst>
            <pc:docMk/>
            <pc:sldMk cId="2935329694" sldId="388"/>
            <ac:spMk id="11" creationId="{2D1B1BB0-C07D-7226-4FF7-BEDF436BF18D}"/>
          </ac:spMkLst>
        </pc:spChg>
        <pc:spChg chg="add mod">
          <ac:chgData name="Hartanto Tantriawan" userId="82e33306d5002250" providerId="LiveId" clId="{5753A697-1038-5003-83F6-CC341650460F}" dt="2026-02-24T16:21:59.787" v="7410" actId="1035"/>
          <ac:spMkLst>
            <pc:docMk/>
            <pc:sldMk cId="2935329694" sldId="388"/>
            <ac:spMk id="13" creationId="{6976AB83-9172-46CD-92D1-2C1199ED1F9D}"/>
          </ac:spMkLst>
        </pc:spChg>
        <pc:spChg chg="add mod">
          <ac:chgData name="Hartanto Tantriawan" userId="82e33306d5002250" providerId="LiveId" clId="{5753A697-1038-5003-83F6-CC341650460F}" dt="2026-02-24T16:26:24.831" v="7463" actId="20577"/>
          <ac:spMkLst>
            <pc:docMk/>
            <pc:sldMk cId="2935329694" sldId="388"/>
            <ac:spMk id="15" creationId="{BE3EF651-C361-4A99-3E87-CC480FE1D08F}"/>
          </ac:spMkLst>
        </pc:spChg>
        <pc:spChg chg="add del mod">
          <ac:chgData name="Hartanto Tantriawan" userId="82e33306d5002250" providerId="LiveId" clId="{5753A697-1038-5003-83F6-CC341650460F}" dt="2026-02-24T16:24:01.251" v="7438" actId="478"/>
          <ac:spMkLst>
            <pc:docMk/>
            <pc:sldMk cId="2935329694" sldId="388"/>
            <ac:spMk id="17" creationId="{E46302CA-FC06-D322-A293-57143300BD42}"/>
          </ac:spMkLst>
        </pc:spChg>
        <pc:spChg chg="add del">
          <ac:chgData name="Hartanto Tantriawan" userId="82e33306d5002250" providerId="LiveId" clId="{5753A697-1038-5003-83F6-CC341650460F}" dt="2026-02-24T16:24:49.806" v="7446" actId="478"/>
          <ac:spMkLst>
            <pc:docMk/>
            <pc:sldMk cId="2935329694" sldId="388"/>
            <ac:spMk id="24" creationId="{5CB9F952-0D94-8095-08E9-60123242B3C0}"/>
          </ac:spMkLst>
        </pc:spChg>
        <pc:spChg chg="add mod">
          <ac:chgData name="Hartanto Tantriawan" userId="82e33306d5002250" providerId="LiveId" clId="{5753A697-1038-5003-83F6-CC341650460F}" dt="2026-02-24T16:25:25.011" v="7451"/>
          <ac:spMkLst>
            <pc:docMk/>
            <pc:sldMk cId="2935329694" sldId="388"/>
            <ac:spMk id="25" creationId="{967EF2B7-57F0-EE73-8917-6C1C1E6621E7}"/>
          </ac:spMkLst>
        </pc:spChg>
        <pc:spChg chg="add mod">
          <ac:chgData name="Hartanto Tantriawan" userId="82e33306d5002250" providerId="LiveId" clId="{5753A697-1038-5003-83F6-CC341650460F}" dt="2026-02-24T16:26:00.404" v="7455"/>
          <ac:spMkLst>
            <pc:docMk/>
            <pc:sldMk cId="2935329694" sldId="388"/>
            <ac:spMk id="26" creationId="{88B4DA42-C2F1-1299-C112-8075EEF4D6E9}"/>
          </ac:spMkLst>
        </pc:spChg>
        <pc:graphicFrameChg chg="add mod modGraphic">
          <ac:chgData name="Hartanto Tantriawan" userId="82e33306d5002250" providerId="LiveId" clId="{5753A697-1038-5003-83F6-CC341650460F}" dt="2026-02-24T16:21:59.787" v="7410" actId="1035"/>
          <ac:graphicFrameMkLst>
            <pc:docMk/>
            <pc:sldMk cId="2935329694" sldId="388"/>
            <ac:graphicFrameMk id="12" creationId="{B2AC8D2D-4D8F-8AFC-8026-AD2294E42DBA}"/>
          </ac:graphicFrameMkLst>
        </pc:graphicFrameChg>
        <pc:graphicFrameChg chg="add mod modGraphic">
          <ac:chgData name="Hartanto Tantriawan" userId="82e33306d5002250" providerId="LiveId" clId="{5753A697-1038-5003-83F6-CC341650460F}" dt="2026-02-24T16:22:35.955" v="7420" actId="20577"/>
          <ac:graphicFrameMkLst>
            <pc:docMk/>
            <pc:sldMk cId="2935329694" sldId="388"/>
            <ac:graphicFrameMk id="14" creationId="{537E7847-8020-7FBC-A197-1B18DD203528}"/>
          </ac:graphicFrameMkLst>
        </pc:graphicFrameChg>
        <pc:graphicFrameChg chg="add mod modGraphic">
          <ac:chgData name="Hartanto Tantriawan" userId="82e33306d5002250" providerId="LiveId" clId="{5753A697-1038-5003-83F6-CC341650460F}" dt="2026-02-24T16:22:46.216" v="7433" actId="20577"/>
          <ac:graphicFrameMkLst>
            <pc:docMk/>
            <pc:sldMk cId="2935329694" sldId="388"/>
            <ac:graphicFrameMk id="16" creationId="{A76FB255-E289-9908-894C-B6A92200DC33}"/>
          </ac:graphicFrameMkLst>
        </pc:graphicFrameChg>
        <pc:cxnChg chg="add del mod">
          <ac:chgData name="Hartanto Tantriawan" userId="82e33306d5002250" providerId="LiveId" clId="{5753A697-1038-5003-83F6-CC341650460F}" dt="2026-02-24T16:24:27.340" v="7444" actId="478"/>
          <ac:cxnSpMkLst>
            <pc:docMk/>
            <pc:sldMk cId="2935329694" sldId="388"/>
            <ac:cxnSpMk id="19" creationId="{6F9D3CCF-6AC2-22DE-415E-19442B71649D}"/>
          </ac:cxnSpMkLst>
        </pc:cxnChg>
      </pc:sldChg>
      <pc:sldChg chg="modSp add mod ord">
        <pc:chgData name="Hartanto Tantriawan" userId="82e33306d5002250" providerId="LiveId" clId="{5753A697-1038-5003-83F6-CC341650460F}" dt="2026-02-24T16:08:04.905" v="7189" actId="207"/>
        <pc:sldMkLst>
          <pc:docMk/>
          <pc:sldMk cId="2285410041" sldId="389"/>
        </pc:sldMkLst>
        <pc:spChg chg="mod">
          <ac:chgData name="Hartanto Tantriawan" userId="82e33306d5002250" providerId="LiveId" clId="{5753A697-1038-5003-83F6-CC341650460F}" dt="2026-02-24T16:06:16.777" v="7170" actId="20577"/>
          <ac:spMkLst>
            <pc:docMk/>
            <pc:sldMk cId="2285410041" sldId="389"/>
            <ac:spMk id="761" creationId="{E8CA019E-AD48-B9A6-E8A8-58672FBB8643}"/>
          </ac:spMkLst>
        </pc:spChg>
        <pc:spChg chg="mod">
          <ac:chgData name="Hartanto Tantriawan" userId="82e33306d5002250" providerId="LiveId" clId="{5753A697-1038-5003-83F6-CC341650460F}" dt="2026-02-24T16:08:04.905" v="7189" actId="207"/>
          <ac:spMkLst>
            <pc:docMk/>
            <pc:sldMk cId="2285410041" sldId="389"/>
            <ac:spMk id="763" creationId="{FF457B8C-49BE-D54E-9A48-B5EB267A2CDE}"/>
          </ac:spMkLst>
        </pc:spChg>
      </pc:sldChg>
      <pc:sldChg chg="addSp delSp modSp add mod ord">
        <pc:chgData name="Hartanto Tantriawan" userId="82e33306d5002250" providerId="LiveId" clId="{5753A697-1038-5003-83F6-CC341650460F}" dt="2026-02-24T16:09:24.349" v="7211" actId="20577"/>
        <pc:sldMkLst>
          <pc:docMk/>
          <pc:sldMk cId="2731724854" sldId="390"/>
        </pc:sldMkLst>
        <pc:spChg chg="mod">
          <ac:chgData name="Hartanto Tantriawan" userId="82e33306d5002250" providerId="LiveId" clId="{5753A697-1038-5003-83F6-CC341650460F}" dt="2026-02-24T16:09:24.349" v="7211" actId="20577"/>
          <ac:spMkLst>
            <pc:docMk/>
            <pc:sldMk cId="2731724854" sldId="390"/>
            <ac:spMk id="23" creationId="{1D7F3CFD-B150-92BF-880E-8D2A966C6265}"/>
          </ac:spMkLst>
        </pc:spChg>
        <pc:spChg chg="mod">
          <ac:chgData name="Hartanto Tantriawan" userId="82e33306d5002250" providerId="LiveId" clId="{5753A697-1038-5003-83F6-CC341650460F}" dt="2026-02-24T16:09:13.604" v="7201" actId="1076"/>
          <ac:spMkLst>
            <pc:docMk/>
            <pc:sldMk cId="2731724854" sldId="390"/>
            <ac:spMk id="26" creationId="{B79A457D-FD76-A0AB-000A-4629AB881484}"/>
          </ac:spMkLst>
        </pc:spChg>
        <pc:spChg chg="mod">
          <ac:chgData name="Hartanto Tantriawan" userId="82e33306d5002250" providerId="LiveId" clId="{5753A697-1038-5003-83F6-CC341650460F}" dt="2026-02-24T16:09:06.125" v="7199" actId="255"/>
          <ac:spMkLst>
            <pc:docMk/>
            <pc:sldMk cId="2731724854" sldId="390"/>
            <ac:spMk id="27" creationId="{9EE1FD57-D6D2-C68C-B850-3C97523059C2}"/>
          </ac:spMkLst>
        </pc:spChg>
        <pc:spChg chg="mod">
          <ac:chgData name="Hartanto Tantriawan" userId="82e33306d5002250" providerId="LiveId" clId="{5753A697-1038-5003-83F6-CC341650460F}" dt="2026-02-24T16:09:06.125" v="7199" actId="255"/>
          <ac:spMkLst>
            <pc:docMk/>
            <pc:sldMk cId="2731724854" sldId="390"/>
            <ac:spMk id="28" creationId="{7941166D-7277-E4BE-88F6-4750E4CE6B0D}"/>
          </ac:spMkLst>
        </pc:spChg>
        <pc:spChg chg="mod">
          <ac:chgData name="Hartanto Tantriawan" userId="82e33306d5002250" providerId="LiveId" clId="{5753A697-1038-5003-83F6-CC341650460F}" dt="2026-02-24T16:09:06.125" v="7199" actId="255"/>
          <ac:spMkLst>
            <pc:docMk/>
            <pc:sldMk cId="2731724854" sldId="390"/>
            <ac:spMk id="29" creationId="{641F557D-690D-7BAB-1280-C9FA85B2BFF0}"/>
          </ac:spMkLst>
        </pc:spChg>
        <pc:spChg chg="mod">
          <ac:chgData name="Hartanto Tantriawan" userId="82e33306d5002250" providerId="LiveId" clId="{5753A697-1038-5003-83F6-CC341650460F}" dt="2026-02-24T16:09:06.125" v="7199" actId="255"/>
          <ac:spMkLst>
            <pc:docMk/>
            <pc:sldMk cId="2731724854" sldId="390"/>
            <ac:spMk id="34" creationId="{8CBCF709-97E7-1C83-ACB1-5D9D79FF7F92}"/>
          </ac:spMkLst>
        </pc:spChg>
        <pc:spChg chg="mod">
          <ac:chgData name="Hartanto Tantriawan" userId="82e33306d5002250" providerId="LiveId" clId="{5753A697-1038-5003-83F6-CC341650460F}" dt="2026-02-24T16:09:06.125" v="7199" actId="255"/>
          <ac:spMkLst>
            <pc:docMk/>
            <pc:sldMk cId="2731724854" sldId="390"/>
            <ac:spMk id="36" creationId="{51323621-2C99-D381-E208-6AD5AA829AEA}"/>
          </ac:spMkLst>
        </pc:spChg>
        <pc:spChg chg="mod">
          <ac:chgData name="Hartanto Tantriawan" userId="82e33306d5002250" providerId="LiveId" clId="{5753A697-1038-5003-83F6-CC341650460F}" dt="2026-02-24T16:09:06.125" v="7199" actId="255"/>
          <ac:spMkLst>
            <pc:docMk/>
            <pc:sldMk cId="2731724854" sldId="390"/>
            <ac:spMk id="37" creationId="{19DAC0F3-FBB0-6594-6F4D-044C1B471E62}"/>
          </ac:spMkLst>
        </pc:spChg>
        <pc:spChg chg="mod">
          <ac:chgData name="Hartanto Tantriawan" userId="82e33306d5002250" providerId="LiveId" clId="{5753A697-1038-5003-83F6-CC341650460F}" dt="2026-02-24T16:09:06.125" v="7199" actId="255"/>
          <ac:spMkLst>
            <pc:docMk/>
            <pc:sldMk cId="2731724854" sldId="390"/>
            <ac:spMk id="41" creationId="{AE89CCFD-3CD9-6D62-15E4-595DC2C57717}"/>
          </ac:spMkLst>
        </pc:spChg>
        <pc:spChg chg="mod">
          <ac:chgData name="Hartanto Tantriawan" userId="82e33306d5002250" providerId="LiveId" clId="{5753A697-1038-5003-83F6-CC341650460F}" dt="2026-02-24T16:09:06.125" v="7199" actId="255"/>
          <ac:spMkLst>
            <pc:docMk/>
            <pc:sldMk cId="2731724854" sldId="390"/>
            <ac:spMk id="46" creationId="{FD6FB402-F515-CBEF-0448-55B067F8464F}"/>
          </ac:spMkLst>
        </pc:spChg>
        <pc:spChg chg="mod">
          <ac:chgData name="Hartanto Tantriawan" userId="82e33306d5002250" providerId="LiveId" clId="{5753A697-1038-5003-83F6-CC341650460F}" dt="2026-02-24T16:09:06.125" v="7199" actId="255"/>
          <ac:spMkLst>
            <pc:docMk/>
            <pc:sldMk cId="2731724854" sldId="390"/>
            <ac:spMk id="47" creationId="{2D5F4BDD-B2AB-DA4E-5DEF-EEAE22DDBD2E}"/>
          </ac:spMkLst>
        </pc:spChg>
        <pc:spChg chg="mod">
          <ac:chgData name="Hartanto Tantriawan" userId="82e33306d5002250" providerId="LiveId" clId="{5753A697-1038-5003-83F6-CC341650460F}" dt="2026-02-24T16:08:54.218" v="7195" actId="20577"/>
          <ac:spMkLst>
            <pc:docMk/>
            <pc:sldMk cId="2731724854" sldId="390"/>
            <ac:spMk id="761" creationId="{BB2E8978-E294-B0F4-AE9A-554697AF9B7E}"/>
          </ac:spMkLst>
        </pc:spChg>
        <pc:grpChg chg="mod">
          <ac:chgData name="Hartanto Tantriawan" userId="82e33306d5002250" providerId="LiveId" clId="{5753A697-1038-5003-83F6-CC341650460F}" dt="2026-02-24T16:09:18.003" v="7202" actId="1076"/>
          <ac:grpSpMkLst>
            <pc:docMk/>
            <pc:sldMk cId="2731724854" sldId="390"/>
            <ac:grpSpMk id="25" creationId="{716D01FC-3DBD-AC36-180B-37C396160F22}"/>
          </ac:grpSpMkLst>
        </pc:grpChg>
        <pc:grpChg chg="del">
          <ac:chgData name="Hartanto Tantriawan" userId="82e33306d5002250" providerId="LiveId" clId="{5753A697-1038-5003-83F6-CC341650460F}" dt="2026-02-24T16:08:55.850" v="7196" actId="478"/>
          <ac:grpSpMkLst>
            <pc:docMk/>
            <pc:sldMk cId="2731724854" sldId="390"/>
            <ac:grpSpMk id="33" creationId="{7022872C-ABD0-D42A-2DF0-E11FA3B87247}"/>
          </ac:grpSpMkLst>
        </pc:grpChg>
        <pc:cxnChg chg="mod">
          <ac:chgData name="Hartanto Tantriawan" userId="82e33306d5002250" providerId="LiveId" clId="{5753A697-1038-5003-83F6-CC341650460F}" dt="2026-02-24T16:08:55.850" v="7196" actId="478"/>
          <ac:cxnSpMkLst>
            <pc:docMk/>
            <pc:sldMk cId="2731724854" sldId="390"/>
            <ac:cxnSpMk id="6" creationId="{AB7973E5-0904-3DE3-B3F1-840E3E7AA706}"/>
          </ac:cxnSpMkLst>
        </pc:cxnChg>
        <pc:cxnChg chg="mod">
          <ac:chgData name="Hartanto Tantriawan" userId="82e33306d5002250" providerId="LiveId" clId="{5753A697-1038-5003-83F6-CC341650460F}" dt="2026-02-24T16:08:55.850" v="7196" actId="478"/>
          <ac:cxnSpMkLst>
            <pc:docMk/>
            <pc:sldMk cId="2731724854" sldId="390"/>
            <ac:cxnSpMk id="7" creationId="{F6DF95E2-3997-65C3-AA10-30FF8061553A}"/>
          </ac:cxnSpMkLst>
        </pc:cxnChg>
        <pc:cxnChg chg="mod">
          <ac:chgData name="Hartanto Tantriawan" userId="82e33306d5002250" providerId="LiveId" clId="{5753A697-1038-5003-83F6-CC341650460F}" dt="2026-02-24T16:08:55.850" v="7196" actId="478"/>
          <ac:cxnSpMkLst>
            <pc:docMk/>
            <pc:sldMk cId="2731724854" sldId="390"/>
            <ac:cxnSpMk id="8" creationId="{E93928A1-0DE4-CC97-1556-981A7A95F73E}"/>
          </ac:cxnSpMkLst>
        </pc:cxnChg>
        <pc:cxnChg chg="mod">
          <ac:chgData name="Hartanto Tantriawan" userId="82e33306d5002250" providerId="LiveId" clId="{5753A697-1038-5003-83F6-CC341650460F}" dt="2026-02-24T16:08:55.850" v="7196" actId="478"/>
          <ac:cxnSpMkLst>
            <pc:docMk/>
            <pc:sldMk cId="2731724854" sldId="390"/>
            <ac:cxnSpMk id="10" creationId="{92383E6F-9B0A-13E0-F8EA-EF287E8AC8CA}"/>
          </ac:cxnSpMkLst>
        </pc:cxnChg>
        <pc:cxnChg chg="mod">
          <ac:chgData name="Hartanto Tantriawan" userId="82e33306d5002250" providerId="LiveId" clId="{5753A697-1038-5003-83F6-CC341650460F}" dt="2026-02-24T16:08:55.850" v="7196" actId="478"/>
          <ac:cxnSpMkLst>
            <pc:docMk/>
            <pc:sldMk cId="2731724854" sldId="390"/>
            <ac:cxnSpMk id="14" creationId="{B569898E-714B-FBC8-DFB7-7EBF7B08DC66}"/>
          </ac:cxnSpMkLst>
        </pc:cxnChg>
        <pc:cxnChg chg="mod">
          <ac:chgData name="Hartanto Tantriawan" userId="82e33306d5002250" providerId="LiveId" clId="{5753A697-1038-5003-83F6-CC341650460F}" dt="2026-02-24T16:08:55.850" v="7196" actId="478"/>
          <ac:cxnSpMkLst>
            <pc:docMk/>
            <pc:sldMk cId="2731724854" sldId="390"/>
            <ac:cxnSpMk id="15" creationId="{A99C947B-D5F0-556F-E0F9-241E5FE33D19}"/>
          </ac:cxnSpMkLst>
        </pc:cxnChg>
        <pc:cxnChg chg="mod">
          <ac:chgData name="Hartanto Tantriawan" userId="82e33306d5002250" providerId="LiveId" clId="{5753A697-1038-5003-83F6-CC341650460F}" dt="2026-02-24T16:08:55.850" v="7196" actId="478"/>
          <ac:cxnSpMkLst>
            <pc:docMk/>
            <pc:sldMk cId="2731724854" sldId="390"/>
            <ac:cxnSpMk id="17" creationId="{91B4F75B-F3C9-8022-465B-CBC640AB9D4B}"/>
          </ac:cxnSpMkLst>
        </pc:cxnChg>
        <pc:cxnChg chg="mod">
          <ac:chgData name="Hartanto Tantriawan" userId="82e33306d5002250" providerId="LiveId" clId="{5753A697-1038-5003-83F6-CC341650460F}" dt="2026-02-24T16:08:55.850" v="7196" actId="478"/>
          <ac:cxnSpMkLst>
            <pc:docMk/>
            <pc:sldMk cId="2731724854" sldId="390"/>
            <ac:cxnSpMk id="18" creationId="{9D478A33-9117-D361-57A5-65D3EE5FECD1}"/>
          </ac:cxnSpMkLst>
        </pc:cxnChg>
        <pc:cxnChg chg="mod">
          <ac:chgData name="Hartanto Tantriawan" userId="82e33306d5002250" providerId="LiveId" clId="{5753A697-1038-5003-83F6-CC341650460F}" dt="2026-02-24T16:09:13.604" v="7201" actId="1076"/>
          <ac:cxnSpMkLst>
            <pc:docMk/>
            <pc:sldMk cId="2731724854" sldId="390"/>
            <ac:cxnSpMk id="30" creationId="{F88D5017-986B-CFAA-B837-6D7A8D969FB7}"/>
          </ac:cxnSpMkLst>
        </pc:cxnChg>
        <pc:cxnChg chg="mod">
          <ac:chgData name="Hartanto Tantriawan" userId="82e33306d5002250" providerId="LiveId" clId="{5753A697-1038-5003-83F6-CC341650460F}" dt="2026-02-24T16:09:13.604" v="7201" actId="1076"/>
          <ac:cxnSpMkLst>
            <pc:docMk/>
            <pc:sldMk cId="2731724854" sldId="390"/>
            <ac:cxnSpMk id="31" creationId="{F0325199-5E62-9EE5-E0C8-2F72067AB7E1}"/>
          </ac:cxnSpMkLst>
        </pc:cxnChg>
        <pc:cxnChg chg="mod">
          <ac:chgData name="Hartanto Tantriawan" userId="82e33306d5002250" providerId="LiveId" clId="{5753A697-1038-5003-83F6-CC341650460F}" dt="2026-02-24T16:09:13.604" v="7201" actId="1076"/>
          <ac:cxnSpMkLst>
            <pc:docMk/>
            <pc:sldMk cId="2731724854" sldId="390"/>
            <ac:cxnSpMk id="32" creationId="{62479A33-4308-5614-0E7A-962592357AB2}"/>
          </ac:cxnSpMkLst>
        </pc:cxnChg>
        <pc:cxnChg chg="mod">
          <ac:chgData name="Hartanto Tantriawan" userId="82e33306d5002250" providerId="LiveId" clId="{5753A697-1038-5003-83F6-CC341650460F}" dt="2026-02-24T16:09:13.604" v="7201" actId="1076"/>
          <ac:cxnSpMkLst>
            <pc:docMk/>
            <pc:sldMk cId="2731724854" sldId="390"/>
            <ac:cxnSpMk id="35" creationId="{C2CC739F-3DC5-43AC-82D8-F15B986A2162}"/>
          </ac:cxnSpMkLst>
        </pc:cxnChg>
        <pc:cxnChg chg="mod">
          <ac:chgData name="Hartanto Tantriawan" userId="82e33306d5002250" providerId="LiveId" clId="{5753A697-1038-5003-83F6-CC341650460F}" dt="2026-02-24T16:09:13.604" v="7201" actId="1076"/>
          <ac:cxnSpMkLst>
            <pc:docMk/>
            <pc:sldMk cId="2731724854" sldId="390"/>
            <ac:cxnSpMk id="42" creationId="{A3725A75-F42B-FC9E-9536-63B59951859A}"/>
          </ac:cxnSpMkLst>
        </pc:cxnChg>
      </pc:sldChg>
      <pc:sldChg chg="addSp delSp modSp add mod ord">
        <pc:chgData name="Hartanto Tantriawan" userId="82e33306d5002250" providerId="LiveId" clId="{5753A697-1038-5003-83F6-CC341650460F}" dt="2026-02-24T16:18:29.322" v="7330" actId="20577"/>
        <pc:sldMkLst>
          <pc:docMk/>
          <pc:sldMk cId="4063720342" sldId="391"/>
        </pc:sldMkLst>
        <pc:spChg chg="mod">
          <ac:chgData name="Hartanto Tantriawan" userId="82e33306d5002250" providerId="LiveId" clId="{5753A697-1038-5003-83F6-CC341650460F}" dt="2026-02-24T16:09:43.985" v="7215"/>
          <ac:spMkLst>
            <pc:docMk/>
            <pc:sldMk cId="4063720342" sldId="391"/>
            <ac:spMk id="26" creationId="{AA751DC2-F6F2-A924-A8E2-6BAEC672A04D}"/>
          </ac:spMkLst>
        </pc:spChg>
        <pc:spChg chg="mod">
          <ac:chgData name="Hartanto Tantriawan" userId="82e33306d5002250" providerId="LiveId" clId="{5753A697-1038-5003-83F6-CC341650460F}" dt="2026-02-24T16:09:43.985" v="7215"/>
          <ac:spMkLst>
            <pc:docMk/>
            <pc:sldMk cId="4063720342" sldId="391"/>
            <ac:spMk id="27" creationId="{A765C5EB-A5F5-E316-ABA4-497CB5735FBC}"/>
          </ac:spMkLst>
        </pc:spChg>
        <pc:spChg chg="mod">
          <ac:chgData name="Hartanto Tantriawan" userId="82e33306d5002250" providerId="LiveId" clId="{5753A697-1038-5003-83F6-CC341650460F}" dt="2026-02-24T16:09:43.985" v="7215"/>
          <ac:spMkLst>
            <pc:docMk/>
            <pc:sldMk cId="4063720342" sldId="391"/>
            <ac:spMk id="28" creationId="{417F9C51-2A7C-A401-07BC-50B2063C4021}"/>
          </ac:spMkLst>
        </pc:spChg>
        <pc:spChg chg="mod">
          <ac:chgData name="Hartanto Tantriawan" userId="82e33306d5002250" providerId="LiveId" clId="{5753A697-1038-5003-83F6-CC341650460F}" dt="2026-02-24T16:09:43.985" v="7215"/>
          <ac:spMkLst>
            <pc:docMk/>
            <pc:sldMk cId="4063720342" sldId="391"/>
            <ac:spMk id="29" creationId="{8193940A-EE58-71EE-007C-E37A5436CBF6}"/>
          </ac:spMkLst>
        </pc:spChg>
        <pc:spChg chg="mod">
          <ac:chgData name="Hartanto Tantriawan" userId="82e33306d5002250" providerId="LiveId" clId="{5753A697-1038-5003-83F6-CC341650460F}" dt="2026-02-24T16:09:43.985" v="7215"/>
          <ac:spMkLst>
            <pc:docMk/>
            <pc:sldMk cId="4063720342" sldId="391"/>
            <ac:spMk id="34" creationId="{C2183C51-3B84-E508-CE03-76DF5EE85E6C}"/>
          </ac:spMkLst>
        </pc:spChg>
        <pc:spChg chg="mod">
          <ac:chgData name="Hartanto Tantriawan" userId="82e33306d5002250" providerId="LiveId" clId="{5753A697-1038-5003-83F6-CC341650460F}" dt="2026-02-24T16:09:43.985" v="7215"/>
          <ac:spMkLst>
            <pc:docMk/>
            <pc:sldMk cId="4063720342" sldId="391"/>
            <ac:spMk id="36" creationId="{CE375BB3-D5E7-F48B-27C7-088F11034548}"/>
          </ac:spMkLst>
        </pc:spChg>
        <pc:spChg chg="mod">
          <ac:chgData name="Hartanto Tantriawan" userId="82e33306d5002250" providerId="LiveId" clId="{5753A697-1038-5003-83F6-CC341650460F}" dt="2026-02-24T16:09:43.985" v="7215"/>
          <ac:spMkLst>
            <pc:docMk/>
            <pc:sldMk cId="4063720342" sldId="391"/>
            <ac:spMk id="37" creationId="{EB1EE43C-1F5F-92FF-DBB4-F7315A9B96E1}"/>
          </ac:spMkLst>
        </pc:spChg>
        <pc:spChg chg="mod">
          <ac:chgData name="Hartanto Tantriawan" userId="82e33306d5002250" providerId="LiveId" clId="{5753A697-1038-5003-83F6-CC341650460F}" dt="2026-02-24T16:09:43.985" v="7215"/>
          <ac:spMkLst>
            <pc:docMk/>
            <pc:sldMk cId="4063720342" sldId="391"/>
            <ac:spMk id="41" creationId="{9ED8EA2D-7A45-82DD-2B99-45AD7435396B}"/>
          </ac:spMkLst>
        </pc:spChg>
        <pc:spChg chg="mod">
          <ac:chgData name="Hartanto Tantriawan" userId="82e33306d5002250" providerId="LiveId" clId="{5753A697-1038-5003-83F6-CC341650460F}" dt="2026-02-24T16:09:43.985" v="7215"/>
          <ac:spMkLst>
            <pc:docMk/>
            <pc:sldMk cId="4063720342" sldId="391"/>
            <ac:spMk id="46" creationId="{259550C2-99CE-2165-8315-9530C6ABE919}"/>
          </ac:spMkLst>
        </pc:spChg>
        <pc:spChg chg="mod">
          <ac:chgData name="Hartanto Tantriawan" userId="82e33306d5002250" providerId="LiveId" clId="{5753A697-1038-5003-83F6-CC341650460F}" dt="2026-02-24T16:09:43.985" v="7215"/>
          <ac:spMkLst>
            <pc:docMk/>
            <pc:sldMk cId="4063720342" sldId="391"/>
            <ac:spMk id="47" creationId="{E4F5A484-245A-2271-5046-FEF7DC2ADD6E}"/>
          </ac:spMkLst>
        </pc:spChg>
        <pc:spChg chg="mod">
          <ac:chgData name="Hartanto Tantriawan" userId="82e33306d5002250" providerId="LiveId" clId="{5753A697-1038-5003-83F6-CC341650460F}" dt="2026-02-24T16:18:29.322" v="7330" actId="20577"/>
          <ac:spMkLst>
            <pc:docMk/>
            <pc:sldMk cId="4063720342" sldId="391"/>
            <ac:spMk id="761" creationId="{F8F9C5B1-A2DE-A64A-3240-92371F304342}"/>
          </ac:spMkLst>
        </pc:spChg>
        <pc:grpChg chg="del">
          <ac:chgData name="Hartanto Tantriawan" userId="82e33306d5002250" providerId="LiveId" clId="{5753A697-1038-5003-83F6-CC341650460F}" dt="2026-02-24T16:09:43.482" v="7214" actId="478"/>
          <ac:grpSpMkLst>
            <pc:docMk/>
            <pc:sldMk cId="4063720342" sldId="391"/>
            <ac:grpSpMk id="33" creationId="{1AD3CD02-6632-FA8E-D65E-62CF4F0893CA}"/>
          </ac:grpSpMkLst>
        </pc:grpChg>
        <pc:picChg chg="del">
          <ac:chgData name="Hartanto Tantriawan" userId="82e33306d5002250" providerId="LiveId" clId="{5753A697-1038-5003-83F6-CC341650460F}" dt="2026-02-24T16:09:47.081" v="7216" actId="478"/>
          <ac:picMkLst>
            <pc:docMk/>
            <pc:sldMk cId="4063720342" sldId="391"/>
            <ac:picMk id="25" creationId="{29BE405B-FAD8-06DF-4ED5-50C2B1FF07B5}"/>
          </ac:picMkLst>
        </pc:picChg>
        <pc:picChg chg="add mod">
          <ac:chgData name="Hartanto Tantriawan" userId="82e33306d5002250" providerId="LiveId" clId="{5753A697-1038-5003-83F6-CC341650460F}" dt="2026-02-24T16:10:08.717" v="7219" actId="1076"/>
          <ac:picMkLst>
            <pc:docMk/>
            <pc:sldMk cId="4063720342" sldId="391"/>
            <ac:picMk id="54" creationId="{2AE3ED2B-0084-357C-525A-38E5F8743198}"/>
          </ac:picMkLst>
        </pc:picChg>
        <pc:cxnChg chg="mod">
          <ac:chgData name="Hartanto Tantriawan" userId="82e33306d5002250" providerId="LiveId" clId="{5753A697-1038-5003-83F6-CC341650460F}" dt="2026-02-24T16:09:43.482" v="7214" actId="478"/>
          <ac:cxnSpMkLst>
            <pc:docMk/>
            <pc:sldMk cId="4063720342" sldId="391"/>
            <ac:cxnSpMk id="6" creationId="{B99108A3-7E86-3D33-CBA0-01AC549913F1}"/>
          </ac:cxnSpMkLst>
        </pc:cxnChg>
        <pc:cxnChg chg="mod">
          <ac:chgData name="Hartanto Tantriawan" userId="82e33306d5002250" providerId="LiveId" clId="{5753A697-1038-5003-83F6-CC341650460F}" dt="2026-02-24T16:09:43.482" v="7214" actId="478"/>
          <ac:cxnSpMkLst>
            <pc:docMk/>
            <pc:sldMk cId="4063720342" sldId="391"/>
            <ac:cxnSpMk id="7" creationId="{2C7E48F0-DDCC-5E9E-E0BE-EB3AC3D299B8}"/>
          </ac:cxnSpMkLst>
        </pc:cxnChg>
        <pc:cxnChg chg="mod">
          <ac:chgData name="Hartanto Tantriawan" userId="82e33306d5002250" providerId="LiveId" clId="{5753A697-1038-5003-83F6-CC341650460F}" dt="2026-02-24T16:09:43.482" v="7214" actId="478"/>
          <ac:cxnSpMkLst>
            <pc:docMk/>
            <pc:sldMk cId="4063720342" sldId="391"/>
            <ac:cxnSpMk id="8" creationId="{CC203746-6E62-8E99-7D60-0A690575388D}"/>
          </ac:cxnSpMkLst>
        </pc:cxnChg>
        <pc:cxnChg chg="mod">
          <ac:chgData name="Hartanto Tantriawan" userId="82e33306d5002250" providerId="LiveId" clId="{5753A697-1038-5003-83F6-CC341650460F}" dt="2026-02-24T16:09:43.482" v="7214" actId="478"/>
          <ac:cxnSpMkLst>
            <pc:docMk/>
            <pc:sldMk cId="4063720342" sldId="391"/>
            <ac:cxnSpMk id="10" creationId="{C7005F29-909E-AB11-5906-23442AE014CB}"/>
          </ac:cxnSpMkLst>
        </pc:cxnChg>
        <pc:cxnChg chg="mod">
          <ac:chgData name="Hartanto Tantriawan" userId="82e33306d5002250" providerId="LiveId" clId="{5753A697-1038-5003-83F6-CC341650460F}" dt="2026-02-24T16:09:43.482" v="7214" actId="478"/>
          <ac:cxnSpMkLst>
            <pc:docMk/>
            <pc:sldMk cId="4063720342" sldId="391"/>
            <ac:cxnSpMk id="14" creationId="{010FD618-A3D5-102A-11D0-A849C0B29BCB}"/>
          </ac:cxnSpMkLst>
        </pc:cxnChg>
        <pc:cxnChg chg="mod">
          <ac:chgData name="Hartanto Tantriawan" userId="82e33306d5002250" providerId="LiveId" clId="{5753A697-1038-5003-83F6-CC341650460F}" dt="2026-02-24T16:09:43.482" v="7214" actId="478"/>
          <ac:cxnSpMkLst>
            <pc:docMk/>
            <pc:sldMk cId="4063720342" sldId="391"/>
            <ac:cxnSpMk id="15" creationId="{822B3700-2134-912E-02D3-0BEF0D98D41C}"/>
          </ac:cxnSpMkLst>
        </pc:cxnChg>
        <pc:cxnChg chg="mod">
          <ac:chgData name="Hartanto Tantriawan" userId="82e33306d5002250" providerId="LiveId" clId="{5753A697-1038-5003-83F6-CC341650460F}" dt="2026-02-24T16:09:43.482" v="7214" actId="478"/>
          <ac:cxnSpMkLst>
            <pc:docMk/>
            <pc:sldMk cId="4063720342" sldId="391"/>
            <ac:cxnSpMk id="17" creationId="{4A29AE5B-BC54-D0EB-6596-5BC1CB4317A6}"/>
          </ac:cxnSpMkLst>
        </pc:cxnChg>
        <pc:cxnChg chg="mod">
          <ac:chgData name="Hartanto Tantriawan" userId="82e33306d5002250" providerId="LiveId" clId="{5753A697-1038-5003-83F6-CC341650460F}" dt="2026-02-24T16:09:43.482" v="7214" actId="478"/>
          <ac:cxnSpMkLst>
            <pc:docMk/>
            <pc:sldMk cId="4063720342" sldId="391"/>
            <ac:cxnSpMk id="18" creationId="{6658390D-55B7-6495-3C53-791B8C2F0BA3}"/>
          </ac:cxnSpMkLst>
        </pc:cxnChg>
      </pc:sldChg>
      <pc:sldChg chg="modSp add mod">
        <pc:chgData name="Hartanto Tantriawan" userId="82e33306d5002250" providerId="LiveId" clId="{5753A697-1038-5003-83F6-CC341650460F}" dt="2026-02-24T16:11:52.731" v="7233" actId="207"/>
        <pc:sldMkLst>
          <pc:docMk/>
          <pc:sldMk cId="3076203859" sldId="392"/>
        </pc:sldMkLst>
        <pc:spChg chg="mod">
          <ac:chgData name="Hartanto Tantriawan" userId="82e33306d5002250" providerId="LiveId" clId="{5753A697-1038-5003-83F6-CC341650460F}" dt="2026-02-24T16:10:54.011" v="7224" actId="20577"/>
          <ac:spMkLst>
            <pc:docMk/>
            <pc:sldMk cId="3076203859" sldId="392"/>
            <ac:spMk id="761" creationId="{9FBAE508-631A-8B4D-38E8-CF4C705317E7}"/>
          </ac:spMkLst>
        </pc:spChg>
        <pc:spChg chg="mod">
          <ac:chgData name="Hartanto Tantriawan" userId="82e33306d5002250" providerId="LiveId" clId="{5753A697-1038-5003-83F6-CC341650460F}" dt="2026-02-24T16:11:52.731" v="7233" actId="207"/>
          <ac:spMkLst>
            <pc:docMk/>
            <pc:sldMk cId="3076203859" sldId="392"/>
            <ac:spMk id="763" creationId="{C3B30F45-9C49-1FF0-7E78-B17577B69550}"/>
          </ac:spMkLst>
        </pc:spChg>
      </pc:sldChg>
      <pc:sldChg chg="addSp delSp modSp add mod ord">
        <pc:chgData name="Hartanto Tantriawan" userId="82e33306d5002250" providerId="LiveId" clId="{5753A697-1038-5003-83F6-CC341650460F}" dt="2026-02-24T16:13:59.319" v="7254" actId="20577"/>
        <pc:sldMkLst>
          <pc:docMk/>
          <pc:sldMk cId="1922297718" sldId="393"/>
        </pc:sldMkLst>
        <pc:spChg chg="add mod">
          <ac:chgData name="Hartanto Tantriawan" userId="82e33306d5002250" providerId="LiveId" clId="{5753A697-1038-5003-83F6-CC341650460F}" dt="2026-02-24T16:13:47.147" v="7244" actId="255"/>
          <ac:spMkLst>
            <pc:docMk/>
            <pc:sldMk cId="1922297718" sldId="393"/>
            <ac:spMk id="2" creationId="{F2B9DAC8-606D-955B-0119-7F0597E62F14}"/>
          </ac:spMkLst>
        </pc:spChg>
        <pc:spChg chg="add mod">
          <ac:chgData name="Hartanto Tantriawan" userId="82e33306d5002250" providerId="LiveId" clId="{5753A697-1038-5003-83F6-CC341650460F}" dt="2026-02-24T16:13:47.147" v="7244" actId="255"/>
          <ac:spMkLst>
            <pc:docMk/>
            <pc:sldMk cId="1922297718" sldId="393"/>
            <ac:spMk id="4" creationId="{82528765-9C6C-26F9-D0DF-ECB6757A2690}"/>
          </ac:spMkLst>
        </pc:spChg>
        <pc:spChg chg="add mod">
          <ac:chgData name="Hartanto Tantriawan" userId="82e33306d5002250" providerId="LiveId" clId="{5753A697-1038-5003-83F6-CC341650460F}" dt="2026-02-24T16:13:47.147" v="7244" actId="255"/>
          <ac:spMkLst>
            <pc:docMk/>
            <pc:sldMk cId="1922297718" sldId="393"/>
            <ac:spMk id="5" creationId="{6E5C43B7-4A32-33BF-02DB-5B7F13CB5B81}"/>
          </ac:spMkLst>
        </pc:spChg>
        <pc:spChg chg="add mod">
          <ac:chgData name="Hartanto Tantriawan" userId="82e33306d5002250" providerId="LiveId" clId="{5753A697-1038-5003-83F6-CC341650460F}" dt="2026-02-24T16:13:47.147" v="7244" actId="255"/>
          <ac:spMkLst>
            <pc:docMk/>
            <pc:sldMk cId="1922297718" sldId="393"/>
            <ac:spMk id="15" creationId="{1FD45681-3514-11AE-4DAF-BC0C8C474772}"/>
          </ac:spMkLst>
        </pc:spChg>
        <pc:spChg chg="add mod">
          <ac:chgData name="Hartanto Tantriawan" userId="82e33306d5002250" providerId="LiveId" clId="{5753A697-1038-5003-83F6-CC341650460F}" dt="2026-02-24T16:13:47.147" v="7244" actId="255"/>
          <ac:spMkLst>
            <pc:docMk/>
            <pc:sldMk cId="1922297718" sldId="393"/>
            <ac:spMk id="16" creationId="{E188C6D2-3AEB-EE00-5DE9-454CECF80132}"/>
          </ac:spMkLst>
        </pc:spChg>
        <pc:spChg chg="add mod">
          <ac:chgData name="Hartanto Tantriawan" userId="82e33306d5002250" providerId="LiveId" clId="{5753A697-1038-5003-83F6-CC341650460F}" dt="2026-02-24T16:13:47.147" v="7244" actId="255"/>
          <ac:spMkLst>
            <pc:docMk/>
            <pc:sldMk cId="1922297718" sldId="393"/>
            <ac:spMk id="17" creationId="{D2D60F61-9FF7-EB75-BB00-01F863BFF00F}"/>
          </ac:spMkLst>
        </pc:spChg>
        <pc:spChg chg="add mod">
          <ac:chgData name="Hartanto Tantriawan" userId="82e33306d5002250" providerId="LiveId" clId="{5753A697-1038-5003-83F6-CC341650460F}" dt="2026-02-24T16:13:47.147" v="7244" actId="255"/>
          <ac:spMkLst>
            <pc:docMk/>
            <pc:sldMk cId="1922297718" sldId="393"/>
            <ac:spMk id="21" creationId="{8CFD4ACC-34D9-3CDA-B90A-3D802FA2B203}"/>
          </ac:spMkLst>
        </pc:spChg>
        <pc:spChg chg="mod">
          <ac:chgData name="Hartanto Tantriawan" userId="82e33306d5002250" providerId="LiveId" clId="{5753A697-1038-5003-83F6-CC341650460F}" dt="2026-02-24T16:13:59.319" v="7254" actId="20577"/>
          <ac:spMkLst>
            <pc:docMk/>
            <pc:sldMk cId="1922297718" sldId="393"/>
            <ac:spMk id="23" creationId="{84C98574-1426-6565-0838-E9DF7BA81628}"/>
          </ac:spMkLst>
        </pc:spChg>
        <pc:spChg chg="add mod">
          <ac:chgData name="Hartanto Tantriawan" userId="82e33306d5002250" providerId="LiveId" clId="{5753A697-1038-5003-83F6-CC341650460F}" dt="2026-02-24T16:13:47.147" v="7244" actId="255"/>
          <ac:spMkLst>
            <pc:docMk/>
            <pc:sldMk cId="1922297718" sldId="393"/>
            <ac:spMk id="33" creationId="{62E26688-A4F7-A748-9F24-983437A26A6A}"/>
          </ac:spMkLst>
        </pc:spChg>
        <pc:spChg chg="add mod">
          <ac:chgData name="Hartanto Tantriawan" userId="82e33306d5002250" providerId="LiveId" clId="{5753A697-1038-5003-83F6-CC341650460F}" dt="2026-02-24T16:13:47.147" v="7244" actId="255"/>
          <ac:spMkLst>
            <pc:docMk/>
            <pc:sldMk cId="1922297718" sldId="393"/>
            <ac:spMk id="55" creationId="{A8331B2E-2DC9-0FA0-7482-F54C94F0E394}"/>
          </ac:spMkLst>
        </pc:spChg>
        <pc:spChg chg="add mod">
          <ac:chgData name="Hartanto Tantriawan" userId="82e33306d5002250" providerId="LiveId" clId="{5753A697-1038-5003-83F6-CC341650460F}" dt="2026-02-24T16:13:47.147" v="7244" actId="255"/>
          <ac:spMkLst>
            <pc:docMk/>
            <pc:sldMk cId="1922297718" sldId="393"/>
            <ac:spMk id="59" creationId="{75D93505-F1FB-1471-B06E-090DB1FA852E}"/>
          </ac:spMkLst>
        </pc:spChg>
        <pc:spChg chg="mod">
          <ac:chgData name="Hartanto Tantriawan" userId="82e33306d5002250" providerId="LiveId" clId="{5753A697-1038-5003-83F6-CC341650460F}" dt="2026-02-24T16:13:31.599" v="7239" actId="20577"/>
          <ac:spMkLst>
            <pc:docMk/>
            <pc:sldMk cId="1922297718" sldId="393"/>
            <ac:spMk id="761" creationId="{D386A5BC-DDFC-B846-20D7-A63751533482}"/>
          </ac:spMkLst>
        </pc:spChg>
        <pc:grpChg chg="del">
          <ac:chgData name="Hartanto Tantriawan" userId="82e33306d5002250" providerId="LiveId" clId="{5753A697-1038-5003-83F6-CC341650460F}" dt="2026-02-24T16:13:33.233" v="7240" actId="478"/>
          <ac:grpSpMkLst>
            <pc:docMk/>
            <pc:sldMk cId="1922297718" sldId="393"/>
            <ac:grpSpMk id="25" creationId="{1507AE35-1DCC-98CA-7E39-812CC5480B84}"/>
          </ac:grpSpMkLst>
        </pc:grpChg>
        <pc:grpChg chg="add mod">
          <ac:chgData name="Hartanto Tantriawan" userId="82e33306d5002250" providerId="LiveId" clId="{5753A697-1038-5003-83F6-CC341650460F}" dt="2026-02-24T16:13:43.121" v="7243" actId="14100"/>
          <ac:grpSpMkLst>
            <pc:docMk/>
            <pc:sldMk cId="1922297718" sldId="393"/>
            <ac:grpSpMk id="60" creationId="{37C4BEBA-140F-3C67-6993-8120A1D6FADF}"/>
          </ac:grpSpMkLst>
        </pc:grpChg>
        <pc:cxnChg chg="mod">
          <ac:chgData name="Hartanto Tantriawan" userId="82e33306d5002250" providerId="LiveId" clId="{5753A697-1038-5003-83F6-CC341650460F}" dt="2026-02-24T16:13:33.233" v="7240" actId="478"/>
          <ac:cxnSpMkLst>
            <pc:docMk/>
            <pc:sldMk cId="1922297718" sldId="393"/>
            <ac:cxnSpMk id="30" creationId="{1CE37942-9FD8-E8E6-F7D2-5A8C6B837440}"/>
          </ac:cxnSpMkLst>
        </pc:cxnChg>
        <pc:cxnChg chg="mod">
          <ac:chgData name="Hartanto Tantriawan" userId="82e33306d5002250" providerId="LiveId" clId="{5753A697-1038-5003-83F6-CC341650460F}" dt="2026-02-24T16:13:33.233" v="7240" actId="478"/>
          <ac:cxnSpMkLst>
            <pc:docMk/>
            <pc:sldMk cId="1922297718" sldId="393"/>
            <ac:cxnSpMk id="31" creationId="{3E31B1CD-3EE3-21F2-9183-019EA56D14F3}"/>
          </ac:cxnSpMkLst>
        </pc:cxnChg>
        <pc:cxnChg chg="mod">
          <ac:chgData name="Hartanto Tantriawan" userId="82e33306d5002250" providerId="LiveId" clId="{5753A697-1038-5003-83F6-CC341650460F}" dt="2026-02-24T16:13:33.233" v="7240" actId="478"/>
          <ac:cxnSpMkLst>
            <pc:docMk/>
            <pc:sldMk cId="1922297718" sldId="393"/>
            <ac:cxnSpMk id="32" creationId="{4EFB7800-1589-E5AE-A6C0-EAEF28BC88EB}"/>
          </ac:cxnSpMkLst>
        </pc:cxnChg>
        <pc:cxnChg chg="mod">
          <ac:chgData name="Hartanto Tantriawan" userId="82e33306d5002250" providerId="LiveId" clId="{5753A697-1038-5003-83F6-CC341650460F}" dt="2026-02-24T16:13:33.233" v="7240" actId="478"/>
          <ac:cxnSpMkLst>
            <pc:docMk/>
            <pc:sldMk cId="1922297718" sldId="393"/>
            <ac:cxnSpMk id="35" creationId="{6F034F11-08CC-2D68-074F-AFB0C4FA9B5D}"/>
          </ac:cxnSpMkLst>
        </pc:cxnChg>
        <pc:cxnChg chg="mod">
          <ac:chgData name="Hartanto Tantriawan" userId="82e33306d5002250" providerId="LiveId" clId="{5753A697-1038-5003-83F6-CC341650460F}" dt="2026-02-24T16:13:33.233" v="7240" actId="478"/>
          <ac:cxnSpMkLst>
            <pc:docMk/>
            <pc:sldMk cId="1922297718" sldId="393"/>
            <ac:cxnSpMk id="39" creationId="{903A9086-6CB9-D9F1-F91C-3A5D424308D2}"/>
          </ac:cxnSpMkLst>
        </pc:cxnChg>
        <pc:cxnChg chg="mod">
          <ac:chgData name="Hartanto Tantriawan" userId="82e33306d5002250" providerId="LiveId" clId="{5753A697-1038-5003-83F6-CC341650460F}" dt="2026-02-24T16:13:33.233" v="7240" actId="478"/>
          <ac:cxnSpMkLst>
            <pc:docMk/>
            <pc:sldMk cId="1922297718" sldId="393"/>
            <ac:cxnSpMk id="40" creationId="{5E8A99B5-1271-E2E1-895E-0911A01F01D3}"/>
          </ac:cxnSpMkLst>
        </pc:cxnChg>
        <pc:cxnChg chg="mod">
          <ac:chgData name="Hartanto Tantriawan" userId="82e33306d5002250" providerId="LiveId" clId="{5753A697-1038-5003-83F6-CC341650460F}" dt="2026-02-24T16:13:33.233" v="7240" actId="478"/>
          <ac:cxnSpMkLst>
            <pc:docMk/>
            <pc:sldMk cId="1922297718" sldId="393"/>
            <ac:cxnSpMk id="42" creationId="{42AE98BA-021E-EB13-A0EA-DC5B88277240}"/>
          </ac:cxnSpMkLst>
        </pc:cxnChg>
        <pc:cxnChg chg="mod">
          <ac:chgData name="Hartanto Tantriawan" userId="82e33306d5002250" providerId="LiveId" clId="{5753A697-1038-5003-83F6-CC341650460F}" dt="2026-02-24T16:13:33.233" v="7240" actId="478"/>
          <ac:cxnSpMkLst>
            <pc:docMk/>
            <pc:sldMk cId="1922297718" sldId="393"/>
            <ac:cxnSpMk id="48" creationId="{9D33012B-5607-9590-4C68-6E61FCF9A019}"/>
          </ac:cxnSpMkLst>
        </pc:cxnChg>
        <pc:cxnChg chg="mod">
          <ac:chgData name="Hartanto Tantriawan" userId="82e33306d5002250" providerId="LiveId" clId="{5753A697-1038-5003-83F6-CC341650460F}" dt="2026-02-24T16:13:33.233" v="7240" actId="478"/>
          <ac:cxnSpMkLst>
            <pc:docMk/>
            <pc:sldMk cId="1922297718" sldId="393"/>
            <ac:cxnSpMk id="49" creationId="{368CD36A-68B2-9998-CE93-D3F437A715B1}"/>
          </ac:cxnSpMkLst>
        </pc:cxnChg>
      </pc:sldChg>
      <pc:sldChg chg="new del">
        <pc:chgData name="Hartanto Tantriawan" userId="82e33306d5002250" providerId="LiveId" clId="{5753A697-1038-5003-83F6-CC341650460F}" dt="2026-02-24T16:27:38.239" v="7465" actId="2696"/>
        <pc:sldMkLst>
          <pc:docMk/>
          <pc:sldMk cId="637440533" sldId="394"/>
        </pc:sldMkLst>
      </pc:sldChg>
      <pc:sldChg chg="modSp add mod">
        <pc:chgData name="Hartanto Tantriawan" userId="82e33306d5002250" providerId="LiveId" clId="{5753A697-1038-5003-83F6-CC341650460F}" dt="2026-02-24T16:42:28.421" v="7632" actId="207"/>
        <pc:sldMkLst>
          <pc:docMk/>
          <pc:sldMk cId="758076122" sldId="394"/>
        </pc:sldMkLst>
        <pc:spChg chg="mod">
          <ac:chgData name="Hartanto Tantriawan" userId="82e33306d5002250" providerId="LiveId" clId="{5753A697-1038-5003-83F6-CC341650460F}" dt="2026-02-24T16:28:25.540" v="7512" actId="20577"/>
          <ac:spMkLst>
            <pc:docMk/>
            <pc:sldMk cId="758076122" sldId="394"/>
            <ac:spMk id="761" creationId="{751BAFDB-78B0-8DE3-647F-5C55FA881B1B}"/>
          </ac:spMkLst>
        </pc:spChg>
        <pc:spChg chg="mod">
          <ac:chgData name="Hartanto Tantriawan" userId="82e33306d5002250" providerId="LiveId" clId="{5753A697-1038-5003-83F6-CC341650460F}" dt="2026-02-24T16:42:28.421" v="7632" actId="207"/>
          <ac:spMkLst>
            <pc:docMk/>
            <pc:sldMk cId="758076122" sldId="394"/>
            <ac:spMk id="763" creationId="{7B2811DE-52F2-EC18-E95A-F1296A026F65}"/>
          </ac:spMkLst>
        </pc:spChg>
      </pc:sldChg>
      <pc:sldChg chg="new del">
        <pc:chgData name="Hartanto Tantriawan" userId="82e33306d5002250" providerId="LiveId" clId="{5753A697-1038-5003-83F6-CC341650460F}" dt="2026-02-24T16:33:20.448" v="7523" actId="2696"/>
        <pc:sldMkLst>
          <pc:docMk/>
          <pc:sldMk cId="860942580" sldId="395"/>
        </pc:sldMkLst>
      </pc:sldChg>
      <pc:sldChg chg="modSp add mod">
        <pc:chgData name="Hartanto Tantriawan" userId="82e33306d5002250" providerId="LiveId" clId="{5753A697-1038-5003-83F6-CC341650460F}" dt="2026-02-24T16:38:48.534" v="7574" actId="207"/>
        <pc:sldMkLst>
          <pc:docMk/>
          <pc:sldMk cId="1735735355" sldId="396"/>
        </pc:sldMkLst>
        <pc:spChg chg="mod">
          <ac:chgData name="Hartanto Tantriawan" userId="82e33306d5002250" providerId="LiveId" clId="{5753A697-1038-5003-83F6-CC341650460F}" dt="2026-02-24T16:33:24.106" v="7528" actId="20577"/>
          <ac:spMkLst>
            <pc:docMk/>
            <pc:sldMk cId="1735735355" sldId="396"/>
            <ac:spMk id="761" creationId="{DDFBD342-EE6C-CD5E-DC16-86768857F4A1}"/>
          </ac:spMkLst>
        </pc:spChg>
        <pc:spChg chg="mod">
          <ac:chgData name="Hartanto Tantriawan" userId="82e33306d5002250" providerId="LiveId" clId="{5753A697-1038-5003-83F6-CC341650460F}" dt="2026-02-24T16:38:48.534" v="7574" actId="207"/>
          <ac:spMkLst>
            <pc:docMk/>
            <pc:sldMk cId="1735735355" sldId="396"/>
            <ac:spMk id="763" creationId="{785D34DD-311A-B98E-DEC5-C4CE3AAA33C0}"/>
          </ac:spMkLst>
        </pc:spChg>
      </pc:sldChg>
      <pc:sldChg chg="addSp delSp modSp add mod">
        <pc:chgData name="Hartanto Tantriawan" userId="82e33306d5002250" providerId="LiveId" clId="{5753A697-1038-5003-83F6-CC341650460F}" dt="2026-02-24T16:34:43.875" v="7534" actId="1076"/>
        <pc:sldMkLst>
          <pc:docMk/>
          <pc:sldMk cId="3242336315" sldId="397"/>
        </pc:sldMkLst>
        <pc:spChg chg="del mod">
          <ac:chgData name="Hartanto Tantriawan" userId="82e33306d5002250" providerId="LiveId" clId="{5753A697-1038-5003-83F6-CC341650460F}" dt="2026-02-24T16:34:38.473" v="7533" actId="478"/>
          <ac:spMkLst>
            <pc:docMk/>
            <pc:sldMk cId="3242336315" sldId="397"/>
            <ac:spMk id="763" creationId="{0346D0DE-1287-C8A0-6B0F-015BDFDB8A48}"/>
          </ac:spMkLst>
        </pc:spChg>
        <pc:picChg chg="add mod">
          <ac:chgData name="Hartanto Tantriawan" userId="82e33306d5002250" providerId="LiveId" clId="{5753A697-1038-5003-83F6-CC341650460F}" dt="2026-02-24T16:34:43.875" v="7534" actId="1076"/>
          <ac:picMkLst>
            <pc:docMk/>
            <pc:sldMk cId="3242336315" sldId="397"/>
            <ac:picMk id="2" creationId="{305377E8-CD61-B12E-CCF5-49BCD1511C9B}"/>
          </ac:picMkLst>
        </pc:picChg>
      </pc:sldChg>
      <pc:sldChg chg="new del">
        <pc:chgData name="Hartanto Tantriawan" userId="82e33306d5002250" providerId="LiveId" clId="{5753A697-1038-5003-83F6-CC341650460F}" dt="2026-02-24T16:36:30.173" v="7539" actId="2696"/>
        <pc:sldMkLst>
          <pc:docMk/>
          <pc:sldMk cId="821589531" sldId="398"/>
        </pc:sldMkLst>
      </pc:sldChg>
      <pc:sldChg chg="modSp add mod ord">
        <pc:chgData name="Hartanto Tantriawan" userId="82e33306d5002250" providerId="LiveId" clId="{5753A697-1038-5003-83F6-CC341650460F}" dt="2026-02-24T16:38:32.402" v="7570" actId="207"/>
        <pc:sldMkLst>
          <pc:docMk/>
          <pc:sldMk cId="2476555747" sldId="399"/>
        </pc:sldMkLst>
        <pc:spChg chg="mod">
          <ac:chgData name="Hartanto Tantriawan" userId="82e33306d5002250" providerId="LiveId" clId="{5753A697-1038-5003-83F6-CC341650460F}" dt="2026-02-24T16:36:43.419" v="7547" actId="20577"/>
          <ac:spMkLst>
            <pc:docMk/>
            <pc:sldMk cId="2476555747" sldId="399"/>
            <ac:spMk id="761" creationId="{2F7ED5A8-5E1C-CCDB-826C-8A9433C189E4}"/>
          </ac:spMkLst>
        </pc:spChg>
        <pc:spChg chg="mod">
          <ac:chgData name="Hartanto Tantriawan" userId="82e33306d5002250" providerId="LiveId" clId="{5753A697-1038-5003-83F6-CC341650460F}" dt="2026-02-24T16:38:32.402" v="7570" actId="207"/>
          <ac:spMkLst>
            <pc:docMk/>
            <pc:sldMk cId="2476555747" sldId="399"/>
            <ac:spMk id="763" creationId="{751D23F6-CFB0-32FE-AA34-DAEEAB645E85}"/>
          </ac:spMkLst>
        </pc:spChg>
      </pc:sldChg>
      <pc:sldChg chg="addSp delSp modSp add mod ord">
        <pc:chgData name="Hartanto Tantriawan" userId="82e33306d5002250" providerId="LiveId" clId="{5753A697-1038-5003-83F6-CC341650460F}" dt="2026-02-24T16:39:59.733" v="7593" actId="1076"/>
        <pc:sldMkLst>
          <pc:docMk/>
          <pc:sldMk cId="2969134496" sldId="400"/>
        </pc:sldMkLst>
        <pc:spChg chg="add mod">
          <ac:chgData name="Hartanto Tantriawan" userId="82e33306d5002250" providerId="LiveId" clId="{5753A697-1038-5003-83F6-CC341650460F}" dt="2026-02-24T16:39:48.261" v="7591" actId="255"/>
          <ac:spMkLst>
            <pc:docMk/>
            <pc:sldMk cId="2969134496" sldId="400"/>
            <ac:spMk id="25" creationId="{C4CB6F08-3DA0-B634-01A8-712EBB6D43C3}"/>
          </ac:spMkLst>
        </pc:spChg>
        <pc:spChg chg="add mod">
          <ac:chgData name="Hartanto Tantriawan" userId="82e33306d5002250" providerId="LiveId" clId="{5753A697-1038-5003-83F6-CC341650460F}" dt="2026-02-24T16:39:48.261" v="7591" actId="255"/>
          <ac:spMkLst>
            <pc:docMk/>
            <pc:sldMk cId="2969134496" sldId="400"/>
            <ac:spMk id="26" creationId="{1199DBC6-CAD6-ED68-4AA3-E81E3F37A4BF}"/>
          </ac:spMkLst>
        </pc:spChg>
        <pc:spChg chg="add mod">
          <ac:chgData name="Hartanto Tantriawan" userId="82e33306d5002250" providerId="LiveId" clId="{5753A697-1038-5003-83F6-CC341650460F}" dt="2026-02-24T16:39:48.261" v="7591" actId="255"/>
          <ac:spMkLst>
            <pc:docMk/>
            <pc:sldMk cId="2969134496" sldId="400"/>
            <ac:spMk id="27" creationId="{A5684EC1-FB16-7661-6E8E-3737137CAD8C}"/>
          </ac:spMkLst>
        </pc:spChg>
        <pc:spChg chg="mod">
          <ac:chgData name="Hartanto Tantriawan" userId="82e33306d5002250" providerId="LiveId" clId="{5753A697-1038-5003-83F6-CC341650460F}" dt="2026-02-24T16:39:48.261" v="7591" actId="255"/>
          <ac:spMkLst>
            <pc:docMk/>
            <pc:sldMk cId="2969134496" sldId="400"/>
            <ac:spMk id="31" creationId="{E212C480-069E-11E3-4C47-034A5823EC58}"/>
          </ac:spMkLst>
        </pc:spChg>
        <pc:spChg chg="add mod">
          <ac:chgData name="Hartanto Tantriawan" userId="82e33306d5002250" providerId="LiveId" clId="{5753A697-1038-5003-83F6-CC341650460F}" dt="2026-02-24T16:39:48.261" v="7591" actId="255"/>
          <ac:spMkLst>
            <pc:docMk/>
            <pc:sldMk cId="2969134496" sldId="400"/>
            <ac:spMk id="35" creationId="{B6281AC0-B7C5-F3A9-AD26-3FEB349D3EBA}"/>
          </ac:spMkLst>
        </pc:spChg>
        <pc:spChg chg="add mod">
          <ac:chgData name="Hartanto Tantriawan" userId="82e33306d5002250" providerId="LiveId" clId="{5753A697-1038-5003-83F6-CC341650460F}" dt="2026-02-24T16:39:48.261" v="7591" actId="255"/>
          <ac:spMkLst>
            <pc:docMk/>
            <pc:sldMk cId="2969134496" sldId="400"/>
            <ac:spMk id="37" creationId="{99CF0347-3792-699C-F5D3-E6CE78077837}"/>
          </ac:spMkLst>
        </pc:spChg>
        <pc:spChg chg="add mod">
          <ac:chgData name="Hartanto Tantriawan" userId="82e33306d5002250" providerId="LiveId" clId="{5753A697-1038-5003-83F6-CC341650460F}" dt="2026-02-24T16:39:48.261" v="7591" actId="255"/>
          <ac:spMkLst>
            <pc:docMk/>
            <pc:sldMk cId="2969134496" sldId="400"/>
            <ac:spMk id="38" creationId="{67B6A770-821F-6447-958E-E5062B21BD65}"/>
          </ac:spMkLst>
        </pc:spChg>
        <pc:spChg chg="add mod">
          <ac:chgData name="Hartanto Tantriawan" userId="82e33306d5002250" providerId="LiveId" clId="{5753A697-1038-5003-83F6-CC341650460F}" dt="2026-02-24T16:39:48.261" v="7591" actId="255"/>
          <ac:spMkLst>
            <pc:docMk/>
            <pc:sldMk cId="2969134496" sldId="400"/>
            <ac:spMk id="39" creationId="{E4B1005A-7B55-650D-6293-70983B06DD40}"/>
          </ac:spMkLst>
        </pc:spChg>
        <pc:spChg chg="mod">
          <ac:chgData name="Hartanto Tantriawan" userId="82e33306d5002250" providerId="LiveId" clId="{5753A697-1038-5003-83F6-CC341650460F}" dt="2026-02-24T16:39:48.261" v="7591" actId="255"/>
          <ac:spMkLst>
            <pc:docMk/>
            <pc:sldMk cId="2969134496" sldId="400"/>
            <ac:spMk id="44" creationId="{056ECCC9-9EDE-10E5-4662-5F29AB678E28}"/>
          </ac:spMkLst>
        </pc:spChg>
        <pc:spChg chg="mod">
          <ac:chgData name="Hartanto Tantriawan" userId="82e33306d5002250" providerId="LiveId" clId="{5753A697-1038-5003-83F6-CC341650460F}" dt="2026-02-24T16:39:32.528" v="7586" actId="20577"/>
          <ac:spMkLst>
            <pc:docMk/>
            <pc:sldMk cId="2969134496" sldId="400"/>
            <ac:spMk id="761" creationId="{EDDAD379-5405-135F-C757-E64A7E2F65F2}"/>
          </ac:spMkLst>
        </pc:spChg>
        <pc:grpChg chg="add mod">
          <ac:chgData name="Hartanto Tantriawan" userId="82e33306d5002250" providerId="LiveId" clId="{5753A697-1038-5003-83F6-CC341650460F}" dt="2026-02-24T16:39:35.704" v="7588"/>
          <ac:grpSpMkLst>
            <pc:docMk/>
            <pc:sldMk cId="2969134496" sldId="400"/>
            <ac:grpSpMk id="30" creationId="{BA1CB426-83F9-5EB8-B3BD-50BADDC009B9}"/>
          </ac:grpSpMkLst>
        </pc:grpChg>
        <pc:grpChg chg="add mod">
          <ac:chgData name="Hartanto Tantriawan" userId="82e33306d5002250" providerId="LiveId" clId="{5753A697-1038-5003-83F6-CC341650460F}" dt="2026-02-24T16:39:59.733" v="7593" actId="1076"/>
          <ac:grpSpMkLst>
            <pc:docMk/>
            <pc:sldMk cId="2969134496" sldId="400"/>
            <ac:grpSpMk id="49" creationId="{75ABAA72-1480-192D-0004-02A9C2FEF371}"/>
          </ac:grpSpMkLst>
        </pc:grpChg>
        <pc:grpChg chg="del">
          <ac:chgData name="Hartanto Tantriawan" userId="82e33306d5002250" providerId="LiveId" clId="{5753A697-1038-5003-83F6-CC341650460F}" dt="2026-02-24T16:39:34.971" v="7587" actId="478"/>
          <ac:grpSpMkLst>
            <pc:docMk/>
            <pc:sldMk cId="2969134496" sldId="400"/>
            <ac:grpSpMk id="60" creationId="{543F10A6-5D1B-00B3-7277-61453B044870}"/>
          </ac:grpSpMkLst>
        </pc:grpChg>
        <pc:cxnChg chg="mod">
          <ac:chgData name="Hartanto Tantriawan" userId="82e33306d5002250" providerId="LiveId" clId="{5753A697-1038-5003-83F6-CC341650460F}" dt="2026-02-24T16:39:34.971" v="7587" actId="478"/>
          <ac:cxnSpMkLst>
            <pc:docMk/>
            <pc:sldMk cId="2969134496" sldId="400"/>
            <ac:cxnSpMk id="12" creationId="{901DD2A1-B88F-FE5D-7A16-291A64C6030D}"/>
          </ac:cxnSpMkLst>
        </pc:cxnChg>
        <pc:cxnChg chg="mod">
          <ac:chgData name="Hartanto Tantriawan" userId="82e33306d5002250" providerId="LiveId" clId="{5753A697-1038-5003-83F6-CC341650460F}" dt="2026-02-24T16:39:34.971" v="7587" actId="478"/>
          <ac:cxnSpMkLst>
            <pc:docMk/>
            <pc:sldMk cId="2969134496" sldId="400"/>
            <ac:cxnSpMk id="13" creationId="{C8E4934B-D8D6-CA45-E0CF-BDD441CF8221}"/>
          </ac:cxnSpMkLst>
        </pc:cxnChg>
        <pc:cxnChg chg="mod">
          <ac:chgData name="Hartanto Tantriawan" userId="82e33306d5002250" providerId="LiveId" clId="{5753A697-1038-5003-83F6-CC341650460F}" dt="2026-02-24T16:39:34.971" v="7587" actId="478"/>
          <ac:cxnSpMkLst>
            <pc:docMk/>
            <pc:sldMk cId="2969134496" sldId="400"/>
            <ac:cxnSpMk id="14" creationId="{9BE53857-4CC9-8FB3-7CB1-0FD7B8F0606E}"/>
          </ac:cxnSpMkLst>
        </pc:cxnChg>
        <pc:cxnChg chg="mod">
          <ac:chgData name="Hartanto Tantriawan" userId="82e33306d5002250" providerId="LiveId" clId="{5753A697-1038-5003-83F6-CC341650460F}" dt="2026-02-24T16:39:34.971" v="7587" actId="478"/>
          <ac:cxnSpMkLst>
            <pc:docMk/>
            <pc:sldMk cId="2969134496" sldId="400"/>
            <ac:cxnSpMk id="18" creationId="{5B7FBE33-4518-1CCD-E060-35CC00CF35CE}"/>
          </ac:cxnSpMkLst>
        </pc:cxnChg>
        <pc:cxnChg chg="mod">
          <ac:chgData name="Hartanto Tantriawan" userId="82e33306d5002250" providerId="LiveId" clId="{5753A697-1038-5003-83F6-CC341650460F}" dt="2026-02-24T16:39:34.971" v="7587" actId="478"/>
          <ac:cxnSpMkLst>
            <pc:docMk/>
            <pc:sldMk cId="2969134496" sldId="400"/>
            <ac:cxnSpMk id="19" creationId="{2D5BE221-64F7-4811-4946-A77312A83837}"/>
          </ac:cxnSpMkLst>
        </pc:cxnChg>
        <pc:cxnChg chg="mod">
          <ac:chgData name="Hartanto Tantriawan" userId="82e33306d5002250" providerId="LiveId" clId="{5753A697-1038-5003-83F6-CC341650460F}" dt="2026-02-24T16:39:34.971" v="7587" actId="478"/>
          <ac:cxnSpMkLst>
            <pc:docMk/>
            <pc:sldMk cId="2969134496" sldId="400"/>
            <ac:cxnSpMk id="20" creationId="{B20E5484-6729-D82E-17B9-5E5DFB87BA3C}"/>
          </ac:cxnSpMkLst>
        </pc:cxnChg>
        <pc:cxnChg chg="mod">
          <ac:chgData name="Hartanto Tantriawan" userId="82e33306d5002250" providerId="LiveId" clId="{5753A697-1038-5003-83F6-CC341650460F}" dt="2026-02-24T16:39:34.971" v="7587" actId="478"/>
          <ac:cxnSpMkLst>
            <pc:docMk/>
            <pc:sldMk cId="2969134496" sldId="400"/>
            <ac:cxnSpMk id="22" creationId="{4D98E10C-B4F4-9F29-4CCB-F1C9D0EB6DDC}"/>
          </ac:cxnSpMkLst>
        </pc:cxnChg>
        <pc:cxnChg chg="mod">
          <ac:chgData name="Hartanto Tantriawan" userId="82e33306d5002250" providerId="LiveId" clId="{5753A697-1038-5003-83F6-CC341650460F}" dt="2026-02-24T16:39:34.971" v="7587" actId="478"/>
          <ac:cxnSpMkLst>
            <pc:docMk/>
            <pc:sldMk cId="2969134496" sldId="400"/>
            <ac:cxnSpMk id="56" creationId="{F8269AF4-8D43-6CCD-DE60-F1E9982EE920}"/>
          </ac:cxnSpMkLst>
        </pc:cxnChg>
        <pc:cxnChg chg="mod">
          <ac:chgData name="Hartanto Tantriawan" userId="82e33306d5002250" providerId="LiveId" clId="{5753A697-1038-5003-83F6-CC341650460F}" dt="2026-02-24T16:39:34.971" v="7587" actId="478"/>
          <ac:cxnSpMkLst>
            <pc:docMk/>
            <pc:sldMk cId="2969134496" sldId="400"/>
            <ac:cxnSpMk id="57" creationId="{5F49A4DD-3F41-7B6A-82FE-E13F62D5598E}"/>
          </ac:cxnSpMkLst>
        </pc:cxnChg>
      </pc:sldChg>
      <pc:sldChg chg="addSp delSp modSp new mod">
        <pc:chgData name="Hartanto Tantriawan" userId="82e33306d5002250" providerId="LiveId" clId="{5753A697-1038-5003-83F6-CC341650460F}" dt="2026-02-24T16:41:18.811" v="7624" actId="478"/>
        <pc:sldMkLst>
          <pc:docMk/>
          <pc:sldMk cId="3980004385" sldId="401"/>
        </pc:sldMkLst>
        <pc:spChg chg="mod">
          <ac:chgData name="Hartanto Tantriawan" userId="82e33306d5002250" providerId="LiveId" clId="{5753A697-1038-5003-83F6-CC341650460F}" dt="2026-02-24T16:40:32.384" v="7615" actId="20577"/>
          <ac:spMkLst>
            <pc:docMk/>
            <pc:sldMk cId="3980004385" sldId="401"/>
            <ac:spMk id="2" creationId="{A98401F1-6D8B-A1C9-315C-E4B2AF068FAA}"/>
          </ac:spMkLst>
        </pc:spChg>
        <pc:spChg chg="del">
          <ac:chgData name="Hartanto Tantriawan" userId="82e33306d5002250" providerId="LiveId" clId="{5753A697-1038-5003-83F6-CC341650460F}" dt="2026-02-24T16:40:42.026" v="7619" actId="478"/>
          <ac:spMkLst>
            <pc:docMk/>
            <pc:sldMk cId="3980004385" sldId="401"/>
            <ac:spMk id="3" creationId="{154774D6-6840-9C93-B224-D5C121CA821C}"/>
          </ac:spMkLst>
        </pc:spChg>
        <pc:spChg chg="del">
          <ac:chgData name="Hartanto Tantriawan" userId="82e33306d5002250" providerId="LiveId" clId="{5753A697-1038-5003-83F6-CC341650460F}" dt="2026-02-24T16:40:38.478" v="7617" actId="478"/>
          <ac:spMkLst>
            <pc:docMk/>
            <pc:sldMk cId="3980004385" sldId="401"/>
            <ac:spMk id="4" creationId="{5D9BAEF0-2D64-E10B-1F20-E05854E390DE}"/>
          </ac:spMkLst>
        </pc:spChg>
        <pc:spChg chg="del">
          <ac:chgData name="Hartanto Tantriawan" userId="82e33306d5002250" providerId="LiveId" clId="{5753A697-1038-5003-83F6-CC341650460F}" dt="2026-02-24T16:40:36.854" v="7616" actId="478"/>
          <ac:spMkLst>
            <pc:docMk/>
            <pc:sldMk cId="3980004385" sldId="401"/>
            <ac:spMk id="5" creationId="{4D554D80-DACA-DB9F-5C15-7C55733552BE}"/>
          </ac:spMkLst>
        </pc:spChg>
        <pc:spChg chg="del">
          <ac:chgData name="Hartanto Tantriawan" userId="82e33306d5002250" providerId="LiveId" clId="{5753A697-1038-5003-83F6-CC341650460F}" dt="2026-02-24T16:40:40.390" v="7618" actId="478"/>
          <ac:spMkLst>
            <pc:docMk/>
            <pc:sldMk cId="3980004385" sldId="401"/>
            <ac:spMk id="6" creationId="{45462873-1E33-F8F1-D2E4-38F49C4509C3}"/>
          </ac:spMkLst>
        </pc:spChg>
        <pc:spChg chg="add mod">
          <ac:chgData name="Hartanto Tantriawan" userId="82e33306d5002250" providerId="LiveId" clId="{5753A697-1038-5003-83F6-CC341650460F}" dt="2026-02-24T16:40:57.839" v="7621"/>
          <ac:spMkLst>
            <pc:docMk/>
            <pc:sldMk cId="3980004385" sldId="401"/>
            <ac:spMk id="8" creationId="{A1DB693F-CC49-1A29-7F1E-A81DEF04AA3E}"/>
          </ac:spMkLst>
        </pc:spChg>
        <pc:spChg chg="add mod">
          <ac:chgData name="Hartanto Tantriawan" userId="82e33306d5002250" providerId="LiveId" clId="{5753A697-1038-5003-83F6-CC341650460F}" dt="2026-02-24T16:40:57.839" v="7621"/>
          <ac:spMkLst>
            <pc:docMk/>
            <pc:sldMk cId="3980004385" sldId="401"/>
            <ac:spMk id="10" creationId="{9280DDE4-8F77-910D-B38A-AB85F176990C}"/>
          </ac:spMkLst>
        </pc:spChg>
        <pc:spChg chg="add mod">
          <ac:chgData name="Hartanto Tantriawan" userId="82e33306d5002250" providerId="LiveId" clId="{5753A697-1038-5003-83F6-CC341650460F}" dt="2026-02-24T16:40:57.839" v="7621"/>
          <ac:spMkLst>
            <pc:docMk/>
            <pc:sldMk cId="3980004385" sldId="401"/>
            <ac:spMk id="12" creationId="{F7CABC9C-59AF-9658-3446-28441042E622}"/>
          </ac:spMkLst>
        </pc:spChg>
        <pc:spChg chg="add mod">
          <ac:chgData name="Hartanto Tantriawan" userId="82e33306d5002250" providerId="LiveId" clId="{5753A697-1038-5003-83F6-CC341650460F}" dt="2026-02-24T16:40:57.839" v="7621"/>
          <ac:spMkLst>
            <pc:docMk/>
            <pc:sldMk cId="3980004385" sldId="401"/>
            <ac:spMk id="14" creationId="{0C51DF4A-0623-D03C-9BD8-82AE5E9C8511}"/>
          </ac:spMkLst>
        </pc:spChg>
        <pc:spChg chg="add del mod">
          <ac:chgData name="Hartanto Tantriawan" userId="82e33306d5002250" providerId="LiveId" clId="{5753A697-1038-5003-83F6-CC341650460F}" dt="2026-02-24T16:41:18.811" v="7624" actId="478"/>
          <ac:spMkLst>
            <pc:docMk/>
            <pc:sldMk cId="3980004385" sldId="401"/>
            <ac:spMk id="15" creationId="{63759E9B-E005-0E71-5DA0-EE983787C211}"/>
          </ac:spMkLst>
        </pc:spChg>
        <pc:graphicFrameChg chg="add mod">
          <ac:chgData name="Hartanto Tantriawan" userId="82e33306d5002250" providerId="LiveId" clId="{5753A697-1038-5003-83F6-CC341650460F}" dt="2026-02-24T16:40:57.839" v="7621"/>
          <ac:graphicFrameMkLst>
            <pc:docMk/>
            <pc:sldMk cId="3980004385" sldId="401"/>
            <ac:graphicFrameMk id="7" creationId="{673D57AA-4225-73F4-FCEF-4C9ECC7D2ACA}"/>
          </ac:graphicFrameMkLst>
        </pc:graphicFrameChg>
        <pc:graphicFrameChg chg="add mod">
          <ac:chgData name="Hartanto Tantriawan" userId="82e33306d5002250" providerId="LiveId" clId="{5753A697-1038-5003-83F6-CC341650460F}" dt="2026-02-24T16:40:57.839" v="7621"/>
          <ac:graphicFrameMkLst>
            <pc:docMk/>
            <pc:sldMk cId="3980004385" sldId="401"/>
            <ac:graphicFrameMk id="9" creationId="{B7DB2FAF-F7F8-6080-172C-1DC418FA9D66}"/>
          </ac:graphicFrameMkLst>
        </pc:graphicFrameChg>
        <pc:graphicFrameChg chg="add mod">
          <ac:chgData name="Hartanto Tantriawan" userId="82e33306d5002250" providerId="LiveId" clId="{5753A697-1038-5003-83F6-CC341650460F}" dt="2026-02-24T16:40:57.839" v="7621"/>
          <ac:graphicFrameMkLst>
            <pc:docMk/>
            <pc:sldMk cId="3980004385" sldId="401"/>
            <ac:graphicFrameMk id="11" creationId="{9D8D8B99-8B1F-3ABA-2771-3415944D4DE1}"/>
          </ac:graphicFrameMkLst>
        </pc:graphicFrameChg>
        <pc:graphicFrameChg chg="add mod">
          <ac:chgData name="Hartanto Tantriawan" userId="82e33306d5002250" providerId="LiveId" clId="{5753A697-1038-5003-83F6-CC341650460F}" dt="2026-02-24T16:40:57.839" v="7621"/>
          <ac:graphicFrameMkLst>
            <pc:docMk/>
            <pc:sldMk cId="3980004385" sldId="401"/>
            <ac:graphicFrameMk id="13" creationId="{2496A35E-CB87-A150-D181-73F3284AE0C3}"/>
          </ac:graphicFrameMkLst>
        </pc:graphicFrameChg>
      </pc:sldChg>
      <pc:sldChg chg="addSp delSp modSp add mod">
        <pc:chgData name="Hartanto Tantriawan" userId="82e33306d5002250" providerId="LiveId" clId="{5753A697-1038-5003-83F6-CC341650460F}" dt="2026-02-24T16:43:20.348" v="7640" actId="1076"/>
        <pc:sldMkLst>
          <pc:docMk/>
          <pc:sldMk cId="1511322070" sldId="402"/>
        </pc:sldMkLst>
        <pc:spChg chg="del mod">
          <ac:chgData name="Hartanto Tantriawan" userId="82e33306d5002250" providerId="LiveId" clId="{5753A697-1038-5003-83F6-CC341650460F}" dt="2026-02-24T16:43:09.528" v="7637" actId="478"/>
          <ac:spMkLst>
            <pc:docMk/>
            <pc:sldMk cId="1511322070" sldId="402"/>
            <ac:spMk id="763" creationId="{0D21A85D-F0D0-C904-F18C-CE64A81C4B97}"/>
          </ac:spMkLst>
        </pc:spChg>
        <pc:picChg chg="add mod">
          <ac:chgData name="Hartanto Tantriawan" userId="82e33306d5002250" providerId="LiveId" clId="{5753A697-1038-5003-83F6-CC341650460F}" dt="2026-02-24T16:43:20.348" v="7640" actId="1076"/>
          <ac:picMkLst>
            <pc:docMk/>
            <pc:sldMk cId="1511322070" sldId="402"/>
            <ac:picMk id="2" creationId="{B52F9E43-63F3-ED47-9C19-C215F26D3421}"/>
          </ac:picMkLst>
        </pc:picChg>
      </pc:sldChg>
      <pc:sldChg chg="addSp modSp new mod">
        <pc:chgData name="Hartanto Tantriawan" userId="82e33306d5002250" providerId="LiveId" clId="{5753A697-1038-5003-83F6-CC341650460F}" dt="2026-02-24T16:52:16.050" v="7769" actId="1076"/>
        <pc:sldMkLst>
          <pc:docMk/>
          <pc:sldMk cId="593946689" sldId="403"/>
        </pc:sldMkLst>
        <pc:spChg chg="mod">
          <ac:chgData name="Hartanto Tantriawan" userId="82e33306d5002250" providerId="LiveId" clId="{5753A697-1038-5003-83F6-CC341650460F}" dt="2026-02-24T16:52:12.033" v="7768" actId="1076"/>
          <ac:spMkLst>
            <pc:docMk/>
            <pc:sldMk cId="593946689" sldId="403"/>
            <ac:spMk id="2" creationId="{DBB1ED5B-0358-3ED7-1349-F0AB4C73D68A}"/>
          </ac:spMkLst>
        </pc:spChg>
        <pc:picChg chg="add mod">
          <ac:chgData name="Hartanto Tantriawan" userId="82e33306d5002250" providerId="LiveId" clId="{5753A697-1038-5003-83F6-CC341650460F}" dt="2026-02-24T16:52:16.050" v="7769" actId="1076"/>
          <ac:picMkLst>
            <pc:docMk/>
            <pc:sldMk cId="593946689" sldId="403"/>
            <ac:picMk id="7" creationId="{1EE3F210-3639-C0DE-4D91-12E8E15995FB}"/>
          </ac:picMkLst>
        </pc:picChg>
      </pc:sldChg>
      <pc:sldChg chg="addSp modSp add mod ord">
        <pc:chgData name="Hartanto Tantriawan" userId="82e33306d5002250" providerId="LiveId" clId="{5753A697-1038-5003-83F6-CC341650460F}" dt="2026-02-24T16:46:25.698" v="7687" actId="1076"/>
        <pc:sldMkLst>
          <pc:docMk/>
          <pc:sldMk cId="1805002638" sldId="404"/>
        </pc:sldMkLst>
        <pc:spChg chg="mod">
          <ac:chgData name="Hartanto Tantriawan" userId="82e33306d5002250" providerId="LiveId" clId="{5753A697-1038-5003-83F6-CC341650460F}" dt="2026-02-24T16:44:56.857" v="7665" actId="20577"/>
          <ac:spMkLst>
            <pc:docMk/>
            <pc:sldMk cId="1805002638" sldId="404"/>
            <ac:spMk id="761" creationId="{29AA15FA-5229-9DB3-34EC-F3E3423F359E}"/>
          </ac:spMkLst>
        </pc:spChg>
        <pc:spChg chg="mod">
          <ac:chgData name="Hartanto Tantriawan" userId="82e33306d5002250" providerId="LiveId" clId="{5753A697-1038-5003-83F6-CC341650460F}" dt="2026-02-24T16:46:10.236" v="7684" actId="207"/>
          <ac:spMkLst>
            <pc:docMk/>
            <pc:sldMk cId="1805002638" sldId="404"/>
            <ac:spMk id="763" creationId="{09F27D5B-3426-3B17-F024-81C0ED7C9E0E}"/>
          </ac:spMkLst>
        </pc:spChg>
        <pc:picChg chg="add mod">
          <ac:chgData name="Hartanto Tantriawan" userId="82e33306d5002250" providerId="LiveId" clId="{5753A697-1038-5003-83F6-CC341650460F}" dt="2026-02-24T16:46:25.698" v="7687" actId="1076"/>
          <ac:picMkLst>
            <pc:docMk/>
            <pc:sldMk cId="1805002638" sldId="404"/>
            <ac:picMk id="2" creationId="{D8DF505D-8B36-744B-E2BD-7FB4B8540399}"/>
          </ac:picMkLst>
        </pc:picChg>
      </pc:sldChg>
      <pc:sldChg chg="addSp delSp modSp add mod modNotesTx">
        <pc:chgData name="Hartanto Tantriawan" userId="82e33306d5002250" providerId="LiveId" clId="{5753A697-1038-5003-83F6-CC341650460F}" dt="2026-02-24T16:49:51.170" v="7742" actId="12"/>
        <pc:sldMkLst>
          <pc:docMk/>
          <pc:sldMk cId="3668222828" sldId="405"/>
        </pc:sldMkLst>
        <pc:spChg chg="add">
          <ac:chgData name="Hartanto Tantriawan" userId="82e33306d5002250" providerId="LiveId" clId="{5753A697-1038-5003-83F6-CC341650460F}" dt="2026-02-24T16:47:52.521" v="7707"/>
          <ac:spMkLst>
            <pc:docMk/>
            <pc:sldMk cId="3668222828" sldId="405"/>
            <ac:spMk id="4" creationId="{79A897D0-81AA-E489-B688-5F7F2E5A6DEC}"/>
          </ac:spMkLst>
        </pc:spChg>
        <pc:spChg chg="mod">
          <ac:chgData name="Hartanto Tantriawan" userId="82e33306d5002250" providerId="LiveId" clId="{5753A697-1038-5003-83F6-CC341650460F}" dt="2026-02-24T16:46:51.430" v="7698" actId="20577"/>
          <ac:spMkLst>
            <pc:docMk/>
            <pc:sldMk cId="3668222828" sldId="405"/>
            <ac:spMk id="761" creationId="{53C5868C-897B-4DF0-1F74-291AA6C970B8}"/>
          </ac:spMkLst>
        </pc:spChg>
        <pc:spChg chg="mod">
          <ac:chgData name="Hartanto Tantriawan" userId="82e33306d5002250" providerId="LiveId" clId="{5753A697-1038-5003-83F6-CC341650460F}" dt="2026-02-24T16:49:31.994" v="7740" actId="1035"/>
          <ac:spMkLst>
            <pc:docMk/>
            <pc:sldMk cId="3668222828" sldId="405"/>
            <ac:spMk id="763" creationId="{3BE251CD-3C50-F408-691C-91A010A94629}"/>
          </ac:spMkLst>
        </pc:spChg>
        <pc:picChg chg="del">
          <ac:chgData name="Hartanto Tantriawan" userId="82e33306d5002250" providerId="LiveId" clId="{5753A697-1038-5003-83F6-CC341650460F}" dt="2026-02-24T16:47:16.697" v="7699" actId="478"/>
          <ac:picMkLst>
            <pc:docMk/>
            <pc:sldMk cId="3668222828" sldId="405"/>
            <ac:picMk id="2" creationId="{97EEFE48-D2B8-A8A4-124A-295037F84411}"/>
          </ac:picMkLst>
        </pc:picChg>
        <pc:picChg chg="add mod">
          <ac:chgData name="Hartanto Tantriawan" userId="82e33306d5002250" providerId="LiveId" clId="{5753A697-1038-5003-83F6-CC341650460F}" dt="2026-02-24T16:49:38.548" v="7741" actId="1076"/>
          <ac:picMkLst>
            <pc:docMk/>
            <pc:sldMk cId="3668222828" sldId="405"/>
            <ac:picMk id="3" creationId="{8189E495-1F98-310A-F60E-5B723A5578D7}"/>
          </ac:picMkLst>
        </pc:picChg>
      </pc:sldChg>
      <pc:sldChg chg="new del">
        <pc:chgData name="Hartanto Tantriawan" userId="82e33306d5002250" providerId="LiveId" clId="{5753A697-1038-5003-83F6-CC341650460F}" dt="2026-02-24T17:19:09.250" v="8233" actId="2696"/>
        <pc:sldMkLst>
          <pc:docMk/>
          <pc:sldMk cId="2960362067" sldId="406"/>
        </pc:sldMkLst>
      </pc:sldChg>
      <pc:sldChg chg="addSp delSp modSp add mod">
        <pc:chgData name="Hartanto Tantriawan" userId="82e33306d5002250" providerId="LiveId" clId="{5753A697-1038-5003-83F6-CC341650460F}" dt="2026-02-24T17:03:37.483" v="7984" actId="207"/>
        <pc:sldMkLst>
          <pc:docMk/>
          <pc:sldMk cId="2482314517" sldId="407"/>
        </pc:sldMkLst>
        <pc:spChg chg="add mod">
          <ac:chgData name="Hartanto Tantriawan" userId="82e33306d5002250" providerId="LiveId" clId="{5753A697-1038-5003-83F6-CC341650460F}" dt="2026-02-24T16:56:16.688" v="7833"/>
          <ac:spMkLst>
            <pc:docMk/>
            <pc:sldMk cId="2482314517" sldId="407"/>
            <ac:spMk id="2" creationId="{C9802A16-F12A-5F1F-73F5-086B89E105AF}"/>
          </ac:spMkLst>
        </pc:spChg>
        <pc:spChg chg="add">
          <ac:chgData name="Hartanto Tantriawan" userId="82e33306d5002250" providerId="LiveId" clId="{5753A697-1038-5003-83F6-CC341650460F}" dt="2026-02-24T16:56:20.240" v="7835"/>
          <ac:spMkLst>
            <pc:docMk/>
            <pc:sldMk cId="2482314517" sldId="407"/>
            <ac:spMk id="3" creationId="{7A5346DB-292F-F573-AD90-DC684B370E71}"/>
          </ac:spMkLst>
        </pc:spChg>
        <pc:spChg chg="add">
          <ac:chgData name="Hartanto Tantriawan" userId="82e33306d5002250" providerId="LiveId" clId="{5753A697-1038-5003-83F6-CC341650460F}" dt="2026-02-24T16:56:31.722" v="7836"/>
          <ac:spMkLst>
            <pc:docMk/>
            <pc:sldMk cId="2482314517" sldId="407"/>
            <ac:spMk id="4" creationId="{85949E99-6979-1389-CC2C-5DDD86EC472C}"/>
          </ac:spMkLst>
        </pc:spChg>
        <pc:spChg chg="add mod">
          <ac:chgData name="Hartanto Tantriawan" userId="82e33306d5002250" providerId="LiveId" clId="{5753A697-1038-5003-83F6-CC341650460F}" dt="2026-02-24T16:56:38.796" v="7840"/>
          <ac:spMkLst>
            <pc:docMk/>
            <pc:sldMk cId="2482314517" sldId="407"/>
            <ac:spMk id="5" creationId="{04B9CA2E-9AD4-A230-5446-9BD44E590568}"/>
          </ac:spMkLst>
        </pc:spChg>
        <pc:spChg chg="add">
          <ac:chgData name="Hartanto Tantriawan" userId="82e33306d5002250" providerId="LiveId" clId="{5753A697-1038-5003-83F6-CC341650460F}" dt="2026-02-24T16:56:49.900" v="7841"/>
          <ac:spMkLst>
            <pc:docMk/>
            <pc:sldMk cId="2482314517" sldId="407"/>
            <ac:spMk id="6" creationId="{5B41369C-81EB-4307-129D-181F0C464E7D}"/>
          </ac:spMkLst>
        </pc:spChg>
        <pc:spChg chg="add">
          <ac:chgData name="Hartanto Tantriawan" userId="82e33306d5002250" providerId="LiveId" clId="{5753A697-1038-5003-83F6-CC341650460F}" dt="2026-02-24T16:56:49.900" v="7841"/>
          <ac:spMkLst>
            <pc:docMk/>
            <pc:sldMk cId="2482314517" sldId="407"/>
            <ac:spMk id="7" creationId="{8716D38A-16CF-3B36-41C2-58EBE7B66B96}"/>
          </ac:spMkLst>
        </pc:spChg>
        <pc:spChg chg="add">
          <ac:chgData name="Hartanto Tantriawan" userId="82e33306d5002250" providerId="LiveId" clId="{5753A697-1038-5003-83F6-CC341650460F}" dt="2026-02-24T16:56:49.900" v="7841"/>
          <ac:spMkLst>
            <pc:docMk/>
            <pc:sldMk cId="2482314517" sldId="407"/>
            <ac:spMk id="8" creationId="{7F12127E-682B-4FD1-DE19-9700879305B9}"/>
          </ac:spMkLst>
        </pc:spChg>
        <pc:spChg chg="add">
          <ac:chgData name="Hartanto Tantriawan" userId="82e33306d5002250" providerId="LiveId" clId="{5753A697-1038-5003-83F6-CC341650460F}" dt="2026-02-24T16:56:49.900" v="7841"/>
          <ac:spMkLst>
            <pc:docMk/>
            <pc:sldMk cId="2482314517" sldId="407"/>
            <ac:spMk id="9" creationId="{B8122496-EE17-8148-55B5-BDDB82DEE3DE}"/>
          </ac:spMkLst>
        </pc:spChg>
        <pc:spChg chg="add">
          <ac:chgData name="Hartanto Tantriawan" userId="82e33306d5002250" providerId="LiveId" clId="{5753A697-1038-5003-83F6-CC341650460F}" dt="2026-02-24T16:56:49.900" v="7841"/>
          <ac:spMkLst>
            <pc:docMk/>
            <pc:sldMk cId="2482314517" sldId="407"/>
            <ac:spMk id="10" creationId="{1224DE29-BD8E-514A-4806-B13AB3CB70F3}"/>
          </ac:spMkLst>
        </pc:spChg>
        <pc:spChg chg="add">
          <ac:chgData name="Hartanto Tantriawan" userId="82e33306d5002250" providerId="LiveId" clId="{5753A697-1038-5003-83F6-CC341650460F}" dt="2026-02-24T16:56:49.900" v="7841"/>
          <ac:spMkLst>
            <pc:docMk/>
            <pc:sldMk cId="2482314517" sldId="407"/>
            <ac:spMk id="11" creationId="{6F69ACDA-08BD-B67D-45D5-65EA7B6E0EB4}"/>
          </ac:spMkLst>
        </pc:spChg>
        <pc:spChg chg="add">
          <ac:chgData name="Hartanto Tantriawan" userId="82e33306d5002250" providerId="LiveId" clId="{5753A697-1038-5003-83F6-CC341650460F}" dt="2026-02-24T16:56:49.900" v="7841"/>
          <ac:spMkLst>
            <pc:docMk/>
            <pc:sldMk cId="2482314517" sldId="407"/>
            <ac:spMk id="12" creationId="{5F5FD183-A496-6F4A-5752-DF1B32AD361F}"/>
          </ac:spMkLst>
        </pc:spChg>
        <pc:spChg chg="add mod">
          <ac:chgData name="Hartanto Tantriawan" userId="82e33306d5002250" providerId="LiveId" clId="{5753A697-1038-5003-83F6-CC341650460F}" dt="2026-02-24T16:57:11.808" v="7843"/>
          <ac:spMkLst>
            <pc:docMk/>
            <pc:sldMk cId="2482314517" sldId="407"/>
            <ac:spMk id="13" creationId="{15FB8AF7-91BE-5B4D-351E-05BF3433ABD5}"/>
          </ac:spMkLst>
        </pc:spChg>
        <pc:spChg chg="add mod">
          <ac:chgData name="Hartanto Tantriawan" userId="82e33306d5002250" providerId="LiveId" clId="{5753A697-1038-5003-83F6-CC341650460F}" dt="2026-02-24T16:57:14.739" v="7845"/>
          <ac:spMkLst>
            <pc:docMk/>
            <pc:sldMk cId="2482314517" sldId="407"/>
            <ac:spMk id="14" creationId="{F70282C5-E56D-0915-EF56-72AF962A2350}"/>
          </ac:spMkLst>
        </pc:spChg>
        <pc:spChg chg="add">
          <ac:chgData name="Hartanto Tantriawan" userId="82e33306d5002250" providerId="LiveId" clId="{5753A697-1038-5003-83F6-CC341650460F}" dt="2026-02-24T16:57:20.172" v="7849"/>
          <ac:spMkLst>
            <pc:docMk/>
            <pc:sldMk cId="2482314517" sldId="407"/>
            <ac:spMk id="15" creationId="{43FADD0F-C3FC-3FBF-482D-84FEECCA84AE}"/>
          </ac:spMkLst>
        </pc:spChg>
        <pc:spChg chg="add">
          <ac:chgData name="Hartanto Tantriawan" userId="82e33306d5002250" providerId="LiveId" clId="{5753A697-1038-5003-83F6-CC341650460F}" dt="2026-02-24T16:57:36.421" v="7858"/>
          <ac:spMkLst>
            <pc:docMk/>
            <pc:sldMk cId="2482314517" sldId="407"/>
            <ac:spMk id="16" creationId="{E9589B5F-9C06-1AFF-C407-79887247FA2C}"/>
          </ac:spMkLst>
        </pc:spChg>
        <pc:spChg chg="add">
          <ac:chgData name="Hartanto Tantriawan" userId="82e33306d5002250" providerId="LiveId" clId="{5753A697-1038-5003-83F6-CC341650460F}" dt="2026-02-24T16:57:41.659" v="7860"/>
          <ac:spMkLst>
            <pc:docMk/>
            <pc:sldMk cId="2482314517" sldId="407"/>
            <ac:spMk id="17" creationId="{FD2425B7-AA8F-86DE-C8DF-337A3A7DF3FF}"/>
          </ac:spMkLst>
        </pc:spChg>
        <pc:spChg chg="add del mod">
          <ac:chgData name="Hartanto Tantriawan" userId="82e33306d5002250" providerId="LiveId" clId="{5753A697-1038-5003-83F6-CC341650460F}" dt="2026-02-24T16:59:30.025" v="7880" actId="478"/>
          <ac:spMkLst>
            <pc:docMk/>
            <pc:sldMk cId="2482314517" sldId="407"/>
            <ac:spMk id="18" creationId="{AB88B492-2160-16B1-24B5-AF96A85B7A17}"/>
          </ac:spMkLst>
        </pc:spChg>
        <pc:spChg chg="add mod">
          <ac:chgData name="Hartanto Tantriawan" userId="82e33306d5002250" providerId="LiveId" clId="{5753A697-1038-5003-83F6-CC341650460F}" dt="2026-02-24T17:03:37.483" v="7984" actId="207"/>
          <ac:spMkLst>
            <pc:docMk/>
            <pc:sldMk cId="2482314517" sldId="407"/>
            <ac:spMk id="19" creationId="{F15D6255-4B72-4C57-A9F1-9D615479C15C}"/>
          </ac:spMkLst>
        </pc:spChg>
        <pc:spChg chg="add del mod">
          <ac:chgData name="Hartanto Tantriawan" userId="82e33306d5002250" providerId="LiveId" clId="{5753A697-1038-5003-83F6-CC341650460F}" dt="2026-02-24T17:02:27.559" v="7967" actId="478"/>
          <ac:spMkLst>
            <pc:docMk/>
            <pc:sldMk cId="2482314517" sldId="407"/>
            <ac:spMk id="20" creationId="{7E9C7B4E-7A6F-E155-4668-327238A74EC9}"/>
          </ac:spMkLst>
        </pc:spChg>
        <pc:spChg chg="mod">
          <ac:chgData name="Hartanto Tantriawan" userId="82e33306d5002250" providerId="LiveId" clId="{5753A697-1038-5003-83F6-CC341650460F}" dt="2026-02-24T16:55:35.437" v="7795" actId="20577"/>
          <ac:spMkLst>
            <pc:docMk/>
            <pc:sldMk cId="2482314517" sldId="407"/>
            <ac:spMk id="761" creationId="{A8E84B55-8C37-3BF3-FBF2-A58F72B0F60F}"/>
          </ac:spMkLst>
        </pc:spChg>
        <pc:spChg chg="add del mod">
          <ac:chgData name="Hartanto Tantriawan" userId="82e33306d5002250" providerId="LiveId" clId="{5753A697-1038-5003-83F6-CC341650460F}" dt="2026-02-24T16:57:49.639" v="7864"/>
          <ac:spMkLst>
            <pc:docMk/>
            <pc:sldMk cId="2482314517" sldId="407"/>
            <ac:spMk id="763" creationId="{25EB88FC-8DF3-6C4F-AF1C-8B05C4295804}"/>
          </ac:spMkLst>
        </pc:spChg>
      </pc:sldChg>
      <pc:sldChg chg="add del">
        <pc:chgData name="Hartanto Tantriawan" userId="82e33306d5002250" providerId="LiveId" clId="{5753A697-1038-5003-83F6-CC341650460F}" dt="2026-02-24T16:55:11.781" v="7776" actId="2696"/>
        <pc:sldMkLst>
          <pc:docMk/>
          <pc:sldMk cId="4150970925" sldId="407"/>
        </pc:sldMkLst>
      </pc:sldChg>
      <pc:sldChg chg="modSp add mod">
        <pc:chgData name="Hartanto Tantriawan" userId="82e33306d5002250" providerId="LiveId" clId="{5753A697-1038-5003-83F6-CC341650460F}" dt="2026-02-24T17:06:03.850" v="8053" actId="113"/>
        <pc:sldMkLst>
          <pc:docMk/>
          <pc:sldMk cId="157275241" sldId="408"/>
        </pc:sldMkLst>
        <pc:spChg chg="mod">
          <ac:chgData name="Hartanto Tantriawan" userId="82e33306d5002250" providerId="LiveId" clId="{5753A697-1038-5003-83F6-CC341650460F}" dt="2026-02-24T17:06:03.850" v="8053" actId="113"/>
          <ac:spMkLst>
            <pc:docMk/>
            <pc:sldMk cId="157275241" sldId="408"/>
            <ac:spMk id="19" creationId="{089E4F69-1AD9-81D0-8E5C-0DBF3DC8CD07}"/>
          </ac:spMkLst>
        </pc:spChg>
        <pc:spChg chg="mod">
          <ac:chgData name="Hartanto Tantriawan" userId="82e33306d5002250" providerId="LiveId" clId="{5753A697-1038-5003-83F6-CC341650460F}" dt="2026-02-24T17:04:54.643" v="8032" actId="20577"/>
          <ac:spMkLst>
            <pc:docMk/>
            <pc:sldMk cId="157275241" sldId="408"/>
            <ac:spMk id="761" creationId="{651BA0A0-3D85-F461-AEE6-7132C5FF3BC1}"/>
          </ac:spMkLst>
        </pc:spChg>
      </pc:sldChg>
      <pc:sldChg chg="new del">
        <pc:chgData name="Hartanto Tantriawan" userId="82e33306d5002250" providerId="LiveId" clId="{5753A697-1038-5003-83F6-CC341650460F}" dt="2026-02-24T16:54:54.818" v="7773" actId="680"/>
        <pc:sldMkLst>
          <pc:docMk/>
          <pc:sldMk cId="1303392821" sldId="408"/>
        </pc:sldMkLst>
      </pc:sldChg>
      <pc:sldChg chg="addSp modSp new mod">
        <pc:chgData name="Hartanto Tantriawan" userId="82e33306d5002250" providerId="LiveId" clId="{5753A697-1038-5003-83F6-CC341650460F}" dt="2026-02-24T17:07:30.941" v="8092" actId="20577"/>
        <pc:sldMkLst>
          <pc:docMk/>
          <pc:sldMk cId="1631316868" sldId="409"/>
        </pc:sldMkLst>
        <pc:spChg chg="mod">
          <ac:chgData name="Hartanto Tantriawan" userId="82e33306d5002250" providerId="LiveId" clId="{5753A697-1038-5003-83F6-CC341650460F}" dt="2026-02-24T17:07:30.941" v="8092" actId="20577"/>
          <ac:spMkLst>
            <pc:docMk/>
            <pc:sldMk cId="1631316868" sldId="409"/>
            <ac:spMk id="2" creationId="{CD9FE7B4-93B1-5A61-8385-87A5C87D614A}"/>
          </ac:spMkLst>
        </pc:spChg>
        <pc:picChg chg="add mod">
          <ac:chgData name="Hartanto Tantriawan" userId="82e33306d5002250" providerId="LiveId" clId="{5753A697-1038-5003-83F6-CC341650460F}" dt="2026-02-24T17:07:14.419" v="8055"/>
          <ac:picMkLst>
            <pc:docMk/>
            <pc:sldMk cId="1631316868" sldId="409"/>
            <ac:picMk id="7" creationId="{1E64F2EF-26E1-B99A-6BAB-83245FAD3ADF}"/>
          </ac:picMkLst>
        </pc:picChg>
      </pc:sldChg>
      <pc:sldChg chg="modSp add mod">
        <pc:chgData name="Hartanto Tantriawan" userId="82e33306d5002250" providerId="LiveId" clId="{5753A697-1038-5003-83F6-CC341650460F}" dt="2026-02-24T17:09:45.132" v="8126" actId="207"/>
        <pc:sldMkLst>
          <pc:docMk/>
          <pc:sldMk cId="1330670009" sldId="410"/>
        </pc:sldMkLst>
        <pc:spChg chg="mod">
          <ac:chgData name="Hartanto Tantriawan" userId="82e33306d5002250" providerId="LiveId" clId="{5753A697-1038-5003-83F6-CC341650460F}" dt="2026-02-24T17:09:45.132" v="8126" actId="207"/>
          <ac:spMkLst>
            <pc:docMk/>
            <pc:sldMk cId="1330670009" sldId="410"/>
            <ac:spMk id="19" creationId="{3001B368-6DF7-BFF5-B555-EEBBEF6D556D}"/>
          </ac:spMkLst>
        </pc:spChg>
        <pc:spChg chg="mod">
          <ac:chgData name="Hartanto Tantriawan" userId="82e33306d5002250" providerId="LiveId" clId="{5753A697-1038-5003-83F6-CC341650460F}" dt="2026-02-24T17:08:07.507" v="8106" actId="20577"/>
          <ac:spMkLst>
            <pc:docMk/>
            <pc:sldMk cId="1330670009" sldId="410"/>
            <ac:spMk id="761" creationId="{65C32A74-B24C-2C0E-AB9A-9E76954F5985}"/>
          </ac:spMkLst>
        </pc:spChg>
      </pc:sldChg>
      <pc:sldChg chg="new del">
        <pc:chgData name="Hartanto Tantriawan" userId="82e33306d5002250" providerId="LiveId" clId="{5753A697-1038-5003-83F6-CC341650460F}" dt="2026-02-24T17:10:16.411" v="8129" actId="2696"/>
        <pc:sldMkLst>
          <pc:docMk/>
          <pc:sldMk cId="2673978563" sldId="411"/>
        </pc:sldMkLst>
      </pc:sldChg>
      <pc:sldChg chg="addSp delSp modSp add mod">
        <pc:chgData name="Hartanto Tantriawan" userId="82e33306d5002250" providerId="LiveId" clId="{5753A697-1038-5003-83F6-CC341650460F}" dt="2026-02-25T01:25:15.062" v="8998" actId="20577"/>
        <pc:sldMkLst>
          <pc:docMk/>
          <pc:sldMk cId="1338750370" sldId="412"/>
        </pc:sldMkLst>
        <pc:spChg chg="mod">
          <ac:chgData name="Hartanto Tantriawan" userId="82e33306d5002250" providerId="LiveId" clId="{5753A697-1038-5003-83F6-CC341650460F}" dt="2026-02-25T01:25:15.062" v="8998" actId="20577"/>
          <ac:spMkLst>
            <pc:docMk/>
            <pc:sldMk cId="1338750370" sldId="412"/>
            <ac:spMk id="2" creationId="{ED7DC582-FCFA-4E1E-C172-BF9C628FC335}"/>
          </ac:spMkLst>
        </pc:spChg>
        <pc:picChg chg="del">
          <ac:chgData name="Hartanto Tantriawan" userId="82e33306d5002250" providerId="LiveId" clId="{5753A697-1038-5003-83F6-CC341650460F}" dt="2026-02-24T17:11:35.250" v="8130" actId="478"/>
          <ac:picMkLst>
            <pc:docMk/>
            <pc:sldMk cId="1338750370" sldId="412"/>
            <ac:picMk id="7" creationId="{666DC5E4-3FD3-B0C4-27DE-624C4D89CB58}"/>
          </ac:picMkLst>
        </pc:picChg>
        <pc:picChg chg="add mod">
          <ac:chgData name="Hartanto Tantriawan" userId="82e33306d5002250" providerId="LiveId" clId="{5753A697-1038-5003-83F6-CC341650460F}" dt="2026-02-24T17:11:35.742" v="8131"/>
          <ac:picMkLst>
            <pc:docMk/>
            <pc:sldMk cId="1338750370" sldId="412"/>
            <ac:picMk id="8" creationId="{5F37052F-7F6A-E4C2-C961-EE5CE0D6FB9B}"/>
          </ac:picMkLst>
        </pc:picChg>
      </pc:sldChg>
      <pc:sldChg chg="addSp delSp modSp new mod">
        <pc:chgData name="Hartanto Tantriawan" userId="82e33306d5002250" providerId="LiveId" clId="{5753A697-1038-5003-83F6-CC341650460F}" dt="2026-02-24T17:18:26.906" v="8232" actId="179"/>
        <pc:sldMkLst>
          <pc:docMk/>
          <pc:sldMk cId="1285047120" sldId="413"/>
        </pc:sldMkLst>
        <pc:spChg chg="mod">
          <ac:chgData name="Hartanto Tantriawan" userId="82e33306d5002250" providerId="LiveId" clId="{5753A697-1038-5003-83F6-CC341650460F}" dt="2026-02-24T17:14:11.980" v="8186" actId="404"/>
          <ac:spMkLst>
            <pc:docMk/>
            <pc:sldMk cId="1285047120" sldId="413"/>
            <ac:spMk id="2" creationId="{4C43192C-9B30-9368-784D-5CE6BD4C820B}"/>
          </ac:spMkLst>
        </pc:spChg>
        <pc:spChg chg="del">
          <ac:chgData name="Hartanto Tantriawan" userId="82e33306d5002250" providerId="LiveId" clId="{5753A697-1038-5003-83F6-CC341650460F}" dt="2026-02-24T17:14:28.892" v="8189" actId="478"/>
          <ac:spMkLst>
            <pc:docMk/>
            <pc:sldMk cId="1285047120" sldId="413"/>
            <ac:spMk id="3" creationId="{2FD2BEFA-1D9F-9CAC-3750-2C20313F946A}"/>
          </ac:spMkLst>
        </pc:spChg>
        <pc:spChg chg="mod">
          <ac:chgData name="Hartanto Tantriawan" userId="82e33306d5002250" providerId="LiveId" clId="{5753A697-1038-5003-83F6-CC341650460F}" dt="2026-02-24T17:15:18.384" v="8204" actId="207"/>
          <ac:spMkLst>
            <pc:docMk/>
            <pc:sldMk cId="1285047120" sldId="413"/>
            <ac:spMk id="4" creationId="{7E8DA6A4-85F4-2BC8-DD20-87866CD4F4E3}"/>
          </ac:spMkLst>
        </pc:spChg>
        <pc:spChg chg="del">
          <ac:chgData name="Hartanto Tantriawan" userId="82e33306d5002250" providerId="LiveId" clId="{5753A697-1038-5003-83F6-CC341650460F}" dt="2026-02-24T17:14:22.495" v="8187" actId="478"/>
          <ac:spMkLst>
            <pc:docMk/>
            <pc:sldMk cId="1285047120" sldId="413"/>
            <ac:spMk id="5" creationId="{1BFFA6B1-3193-FA82-E33D-F5D1396D7BB6}"/>
          </ac:spMkLst>
        </pc:spChg>
        <pc:spChg chg="del">
          <ac:chgData name="Hartanto Tantriawan" userId="82e33306d5002250" providerId="LiveId" clId="{5753A697-1038-5003-83F6-CC341650460F}" dt="2026-02-24T17:14:24.862" v="8188" actId="478"/>
          <ac:spMkLst>
            <pc:docMk/>
            <pc:sldMk cId="1285047120" sldId="413"/>
            <ac:spMk id="6" creationId="{A3DF6708-72C8-5FAD-9D01-2C5267F7EC93}"/>
          </ac:spMkLst>
        </pc:spChg>
        <pc:graphicFrameChg chg="add mod modGraphic">
          <ac:chgData name="Hartanto Tantriawan" userId="82e33306d5002250" providerId="LiveId" clId="{5753A697-1038-5003-83F6-CC341650460F}" dt="2026-02-24T17:18:26.906" v="8232" actId="179"/>
          <ac:graphicFrameMkLst>
            <pc:docMk/>
            <pc:sldMk cId="1285047120" sldId="413"/>
            <ac:graphicFrameMk id="7" creationId="{AB3155C1-F5C4-9FC6-1A8C-ADAB8F7CCAAD}"/>
          </ac:graphicFrameMkLst>
        </pc:graphicFrameChg>
      </pc:sldChg>
      <pc:sldChg chg="addSp modSp add mod">
        <pc:chgData name="Hartanto Tantriawan" userId="82e33306d5002250" providerId="LiveId" clId="{5753A697-1038-5003-83F6-CC341650460F}" dt="2026-02-24T17:20:43.759" v="8258" actId="14100"/>
        <pc:sldMkLst>
          <pc:docMk/>
          <pc:sldMk cId="1531348679" sldId="414"/>
        </pc:sldMkLst>
        <pc:spChg chg="mod">
          <ac:chgData name="Hartanto Tantriawan" userId="82e33306d5002250" providerId="LiveId" clId="{5753A697-1038-5003-83F6-CC341650460F}" dt="2026-02-24T17:19:20.320" v="8239" actId="20577"/>
          <ac:spMkLst>
            <pc:docMk/>
            <pc:sldMk cId="1531348679" sldId="414"/>
            <ac:spMk id="761" creationId="{F0D87E1C-62CF-C49F-C7D7-ABB701498981}"/>
          </ac:spMkLst>
        </pc:spChg>
        <pc:spChg chg="mod">
          <ac:chgData name="Hartanto Tantriawan" userId="82e33306d5002250" providerId="LiveId" clId="{5753A697-1038-5003-83F6-CC341650460F}" dt="2026-02-24T17:20:43.759" v="8258" actId="14100"/>
          <ac:spMkLst>
            <pc:docMk/>
            <pc:sldMk cId="1531348679" sldId="414"/>
            <ac:spMk id="763" creationId="{7B04A5EF-FDC2-BB56-5487-8FAB55057548}"/>
          </ac:spMkLst>
        </pc:spChg>
        <pc:picChg chg="add mod">
          <ac:chgData name="Hartanto Tantriawan" userId="82e33306d5002250" providerId="LiveId" clId="{5753A697-1038-5003-83F6-CC341650460F}" dt="2026-02-24T17:20:34.226" v="8256" actId="1076"/>
          <ac:picMkLst>
            <pc:docMk/>
            <pc:sldMk cId="1531348679" sldId="414"/>
            <ac:picMk id="2" creationId="{2D82C87E-4526-C5AF-8452-40DAA521249F}"/>
          </ac:picMkLst>
        </pc:picChg>
      </pc:sldChg>
      <pc:sldChg chg="addSp delSp modSp add mod">
        <pc:chgData name="Hartanto Tantriawan" userId="82e33306d5002250" providerId="LiveId" clId="{5753A697-1038-5003-83F6-CC341650460F}" dt="2026-02-24T17:24:33.042" v="8311" actId="1036"/>
        <pc:sldMkLst>
          <pc:docMk/>
          <pc:sldMk cId="4273899271" sldId="415"/>
        </pc:sldMkLst>
        <pc:spChg chg="mod">
          <ac:chgData name="Hartanto Tantriawan" userId="82e33306d5002250" providerId="LiveId" clId="{5753A697-1038-5003-83F6-CC341650460F}" dt="2026-02-24T17:22:06.779" v="8260"/>
          <ac:spMkLst>
            <pc:docMk/>
            <pc:sldMk cId="4273899271" sldId="415"/>
            <ac:spMk id="761" creationId="{87180BD4-06B1-0F10-CE5D-71A121612D4A}"/>
          </ac:spMkLst>
        </pc:spChg>
        <pc:spChg chg="mod">
          <ac:chgData name="Hartanto Tantriawan" userId="82e33306d5002250" providerId="LiveId" clId="{5753A697-1038-5003-83F6-CC341650460F}" dt="2026-02-24T17:24:12.589" v="8292" actId="20577"/>
          <ac:spMkLst>
            <pc:docMk/>
            <pc:sldMk cId="4273899271" sldId="415"/>
            <ac:spMk id="763" creationId="{6089CA3B-D1B0-33EA-A448-392721660C21}"/>
          </ac:spMkLst>
        </pc:spChg>
        <pc:picChg chg="del">
          <ac:chgData name="Hartanto Tantriawan" userId="82e33306d5002250" providerId="LiveId" clId="{5753A697-1038-5003-83F6-CC341650460F}" dt="2026-02-24T17:22:16.691" v="8261" actId="478"/>
          <ac:picMkLst>
            <pc:docMk/>
            <pc:sldMk cId="4273899271" sldId="415"/>
            <ac:picMk id="2" creationId="{DBD25722-BBC5-7DF9-B459-ABDE9EAE275B}"/>
          </ac:picMkLst>
        </pc:picChg>
        <pc:picChg chg="add mod">
          <ac:chgData name="Hartanto Tantriawan" userId="82e33306d5002250" providerId="LiveId" clId="{5753A697-1038-5003-83F6-CC341650460F}" dt="2026-02-24T17:24:33.042" v="8311" actId="1036"/>
          <ac:picMkLst>
            <pc:docMk/>
            <pc:sldMk cId="4273899271" sldId="415"/>
            <ac:picMk id="3" creationId="{B06A3E3C-B7FD-F5B7-2667-EFD8531BA98D}"/>
          </ac:picMkLst>
        </pc:picChg>
        <pc:picChg chg="add mod">
          <ac:chgData name="Hartanto Tantriawan" userId="82e33306d5002250" providerId="LiveId" clId="{5753A697-1038-5003-83F6-CC341650460F}" dt="2026-02-24T17:23:35.927" v="8286" actId="1076"/>
          <ac:picMkLst>
            <pc:docMk/>
            <pc:sldMk cId="4273899271" sldId="415"/>
            <ac:picMk id="4" creationId="{3B331497-C90A-9CE3-177D-FD461F8A8ED5}"/>
          </ac:picMkLst>
        </pc:picChg>
      </pc:sldChg>
      <pc:sldChg chg="new del">
        <pc:chgData name="Hartanto Tantriawan" userId="82e33306d5002250" providerId="LiveId" clId="{5753A697-1038-5003-83F6-CC341650460F}" dt="2026-02-24T17:31:37.954" v="8363" actId="2696"/>
        <pc:sldMkLst>
          <pc:docMk/>
          <pc:sldMk cId="165496282" sldId="416"/>
        </pc:sldMkLst>
      </pc:sldChg>
      <pc:sldChg chg="addSp delSp modSp add mod">
        <pc:chgData name="Hartanto Tantriawan" userId="82e33306d5002250" providerId="LiveId" clId="{5753A697-1038-5003-83F6-CC341650460F}" dt="2026-02-24T17:30:03.416" v="8360" actId="207"/>
        <pc:sldMkLst>
          <pc:docMk/>
          <pc:sldMk cId="1906101947" sldId="417"/>
        </pc:sldMkLst>
        <pc:spChg chg="mod">
          <ac:chgData name="Hartanto Tantriawan" userId="82e33306d5002250" providerId="LiveId" clId="{5753A697-1038-5003-83F6-CC341650460F}" dt="2026-02-24T17:27:41.099" v="8332" actId="404"/>
          <ac:spMkLst>
            <pc:docMk/>
            <pc:sldMk cId="1906101947" sldId="417"/>
            <ac:spMk id="761" creationId="{622D4172-6732-BC3A-7835-404ED8249452}"/>
          </ac:spMkLst>
        </pc:spChg>
        <pc:spChg chg="mod">
          <ac:chgData name="Hartanto Tantriawan" userId="82e33306d5002250" providerId="LiveId" clId="{5753A697-1038-5003-83F6-CC341650460F}" dt="2026-02-24T17:30:03.416" v="8360" actId="207"/>
          <ac:spMkLst>
            <pc:docMk/>
            <pc:sldMk cId="1906101947" sldId="417"/>
            <ac:spMk id="763" creationId="{52ADCE3B-09FB-3CC3-AC42-492C4B1095EA}"/>
          </ac:spMkLst>
        </pc:spChg>
        <pc:picChg chg="del">
          <ac:chgData name="Hartanto Tantriawan" userId="82e33306d5002250" providerId="LiveId" clId="{5753A697-1038-5003-83F6-CC341650460F}" dt="2026-02-24T17:27:14.719" v="8326" actId="478"/>
          <ac:picMkLst>
            <pc:docMk/>
            <pc:sldMk cId="1906101947" sldId="417"/>
            <ac:picMk id="2" creationId="{D4F5AF6C-AF9B-EDED-5D88-C8710C4FB340}"/>
          </ac:picMkLst>
        </pc:picChg>
        <pc:picChg chg="add mod">
          <ac:chgData name="Hartanto Tantriawan" userId="82e33306d5002250" providerId="LiveId" clId="{5753A697-1038-5003-83F6-CC341650460F}" dt="2026-02-24T17:29:12.445" v="8350" actId="14100"/>
          <ac:picMkLst>
            <pc:docMk/>
            <pc:sldMk cId="1906101947" sldId="417"/>
            <ac:picMk id="3" creationId="{1670B654-8A14-6F32-629B-4F96A6CCD7B4}"/>
          </ac:picMkLst>
        </pc:picChg>
      </pc:sldChg>
      <pc:sldChg chg="delSp modSp add mod">
        <pc:chgData name="Hartanto Tantriawan" userId="82e33306d5002250" providerId="LiveId" clId="{5753A697-1038-5003-83F6-CC341650460F}" dt="2026-02-24T17:33:58.585" v="8397" actId="207"/>
        <pc:sldMkLst>
          <pc:docMk/>
          <pc:sldMk cId="3006338097" sldId="418"/>
        </pc:sldMkLst>
        <pc:spChg chg="mod">
          <ac:chgData name="Hartanto Tantriawan" userId="82e33306d5002250" providerId="LiveId" clId="{5753A697-1038-5003-83F6-CC341650460F}" dt="2026-02-24T17:31:59.483" v="8368" actId="20577"/>
          <ac:spMkLst>
            <pc:docMk/>
            <pc:sldMk cId="3006338097" sldId="418"/>
            <ac:spMk id="761" creationId="{78618302-E5A6-2EEF-CA1E-2D2861DEF465}"/>
          </ac:spMkLst>
        </pc:spChg>
        <pc:spChg chg="mod">
          <ac:chgData name="Hartanto Tantriawan" userId="82e33306d5002250" providerId="LiveId" clId="{5753A697-1038-5003-83F6-CC341650460F}" dt="2026-02-24T17:33:58.585" v="8397" actId="207"/>
          <ac:spMkLst>
            <pc:docMk/>
            <pc:sldMk cId="3006338097" sldId="418"/>
            <ac:spMk id="763" creationId="{31466A65-FC4A-B863-7D5C-FCF893EC9A38}"/>
          </ac:spMkLst>
        </pc:spChg>
        <pc:picChg chg="del">
          <ac:chgData name="Hartanto Tantriawan" userId="82e33306d5002250" providerId="LiveId" clId="{5753A697-1038-5003-83F6-CC341650460F}" dt="2026-02-24T17:32:00.973" v="8369" actId="478"/>
          <ac:picMkLst>
            <pc:docMk/>
            <pc:sldMk cId="3006338097" sldId="418"/>
            <ac:picMk id="2" creationId="{9CEA18D5-1B40-00CC-21D3-7B2EDDE5555B}"/>
          </ac:picMkLst>
        </pc:picChg>
      </pc:sldChg>
      <pc:sldChg chg="add del">
        <pc:chgData name="Hartanto Tantriawan" userId="82e33306d5002250" providerId="LiveId" clId="{5753A697-1038-5003-83F6-CC341650460F}" dt="2026-02-24T17:27:19.786" v="8328"/>
        <pc:sldMkLst>
          <pc:docMk/>
          <pc:sldMk cId="3325833536" sldId="418"/>
        </pc:sldMkLst>
      </pc:sldChg>
      <pc:sldChg chg="modSp add mod">
        <pc:chgData name="Hartanto Tantriawan" userId="82e33306d5002250" providerId="LiveId" clId="{5753A697-1038-5003-83F6-CC341650460F}" dt="2026-02-24T17:36:44.004" v="8436" actId="207"/>
        <pc:sldMkLst>
          <pc:docMk/>
          <pc:sldMk cId="231953351" sldId="419"/>
        </pc:sldMkLst>
        <pc:spChg chg="mod">
          <ac:chgData name="Hartanto Tantriawan" userId="82e33306d5002250" providerId="LiveId" clId="{5753A697-1038-5003-83F6-CC341650460F}" dt="2026-02-24T17:35:21.393" v="8419" actId="20577"/>
          <ac:spMkLst>
            <pc:docMk/>
            <pc:sldMk cId="231953351" sldId="419"/>
            <ac:spMk id="761" creationId="{A336FBDA-D7D0-A9D5-B169-2F72FC486CE0}"/>
          </ac:spMkLst>
        </pc:spChg>
        <pc:spChg chg="mod">
          <ac:chgData name="Hartanto Tantriawan" userId="82e33306d5002250" providerId="LiveId" clId="{5753A697-1038-5003-83F6-CC341650460F}" dt="2026-02-24T17:36:44.004" v="8436" actId="207"/>
          <ac:spMkLst>
            <pc:docMk/>
            <pc:sldMk cId="231953351" sldId="419"/>
            <ac:spMk id="763" creationId="{C47F9F89-3CD1-0C89-0A93-9A354532550D}"/>
          </ac:spMkLst>
        </pc:spChg>
      </pc:sldChg>
      <pc:sldChg chg="addSp delSp modSp new mod">
        <pc:chgData name="Hartanto Tantriawan" userId="82e33306d5002250" providerId="LiveId" clId="{5753A697-1038-5003-83F6-CC341650460F}" dt="2026-02-24T17:51:05.590" v="8748" actId="20577"/>
        <pc:sldMkLst>
          <pc:docMk/>
          <pc:sldMk cId="2293880147" sldId="420"/>
        </pc:sldMkLst>
        <pc:spChg chg="mod">
          <ac:chgData name="Hartanto Tantriawan" userId="82e33306d5002250" providerId="LiveId" clId="{5753A697-1038-5003-83F6-CC341650460F}" dt="2026-02-24T17:46:24.564" v="8631" actId="20577"/>
          <ac:spMkLst>
            <pc:docMk/>
            <pc:sldMk cId="2293880147" sldId="420"/>
            <ac:spMk id="2" creationId="{FE41BB12-AD1D-96AF-6441-492DAA3EF0C0}"/>
          </ac:spMkLst>
        </pc:spChg>
        <pc:spChg chg="del">
          <ac:chgData name="Hartanto Tantriawan" userId="82e33306d5002250" providerId="LiveId" clId="{5753A697-1038-5003-83F6-CC341650460F}" dt="2026-02-24T17:50:31.084" v="8730" actId="478"/>
          <ac:spMkLst>
            <pc:docMk/>
            <pc:sldMk cId="2293880147" sldId="420"/>
            <ac:spMk id="3" creationId="{6F52289F-5A7D-E2F9-428B-2A1F1D6B8F98}"/>
          </ac:spMkLst>
        </pc:spChg>
        <pc:spChg chg="del">
          <ac:chgData name="Hartanto Tantriawan" userId="82e33306d5002250" providerId="LiveId" clId="{5753A697-1038-5003-83F6-CC341650460F}" dt="2026-02-24T17:50:25.801" v="8728" actId="478"/>
          <ac:spMkLst>
            <pc:docMk/>
            <pc:sldMk cId="2293880147" sldId="420"/>
            <ac:spMk id="4" creationId="{BDCB58E2-C42D-E724-77E4-5F5344C145CA}"/>
          </ac:spMkLst>
        </pc:spChg>
        <pc:spChg chg="del">
          <ac:chgData name="Hartanto Tantriawan" userId="82e33306d5002250" providerId="LiveId" clId="{5753A697-1038-5003-83F6-CC341650460F}" dt="2026-02-24T17:50:23.802" v="8727" actId="478"/>
          <ac:spMkLst>
            <pc:docMk/>
            <pc:sldMk cId="2293880147" sldId="420"/>
            <ac:spMk id="5" creationId="{2CF9AF7B-AFDF-D63A-9101-3076F29AA702}"/>
          </ac:spMkLst>
        </pc:spChg>
        <pc:spChg chg="del">
          <ac:chgData name="Hartanto Tantriawan" userId="82e33306d5002250" providerId="LiveId" clId="{5753A697-1038-5003-83F6-CC341650460F}" dt="2026-02-24T17:50:28.049" v="8729" actId="478"/>
          <ac:spMkLst>
            <pc:docMk/>
            <pc:sldMk cId="2293880147" sldId="420"/>
            <ac:spMk id="6" creationId="{AE653C62-57BC-360B-C023-B7D98196407D}"/>
          </ac:spMkLst>
        </pc:spChg>
        <pc:spChg chg="add mod">
          <ac:chgData name="Hartanto Tantriawan" userId="82e33306d5002250" providerId="LiveId" clId="{5753A697-1038-5003-83F6-CC341650460F}" dt="2026-02-24T17:50:38.934" v="8732" actId="255"/>
          <ac:spMkLst>
            <pc:docMk/>
            <pc:sldMk cId="2293880147" sldId="420"/>
            <ac:spMk id="8" creationId="{BF379F1B-AECD-0DD6-0664-8308A5F0E890}"/>
          </ac:spMkLst>
        </pc:spChg>
        <pc:spChg chg="add mod">
          <ac:chgData name="Hartanto Tantriawan" userId="82e33306d5002250" providerId="LiveId" clId="{5753A697-1038-5003-83F6-CC341650460F}" dt="2026-02-24T17:50:38.934" v="8732" actId="255"/>
          <ac:spMkLst>
            <pc:docMk/>
            <pc:sldMk cId="2293880147" sldId="420"/>
            <ac:spMk id="9" creationId="{2EB7A2F6-6813-7BE8-F545-491AAD7B2676}"/>
          </ac:spMkLst>
        </pc:spChg>
        <pc:spChg chg="add mod">
          <ac:chgData name="Hartanto Tantriawan" userId="82e33306d5002250" providerId="LiveId" clId="{5753A697-1038-5003-83F6-CC341650460F}" dt="2026-02-24T17:50:38.934" v="8732" actId="255"/>
          <ac:spMkLst>
            <pc:docMk/>
            <pc:sldMk cId="2293880147" sldId="420"/>
            <ac:spMk id="10" creationId="{DC156DA1-D320-9E57-C666-13D6DD6CC326}"/>
          </ac:spMkLst>
        </pc:spChg>
        <pc:spChg chg="add mod">
          <ac:chgData name="Hartanto Tantriawan" userId="82e33306d5002250" providerId="LiveId" clId="{5753A697-1038-5003-83F6-CC341650460F}" dt="2026-02-24T17:50:38.934" v="8732" actId="255"/>
          <ac:spMkLst>
            <pc:docMk/>
            <pc:sldMk cId="2293880147" sldId="420"/>
            <ac:spMk id="11" creationId="{9ECFAFCE-C3D6-6B66-485A-88EFFDD54DD5}"/>
          </ac:spMkLst>
        </pc:spChg>
        <pc:spChg chg="add mod">
          <ac:chgData name="Hartanto Tantriawan" userId="82e33306d5002250" providerId="LiveId" clId="{5753A697-1038-5003-83F6-CC341650460F}" dt="2026-02-24T17:50:38.934" v="8732" actId="255"/>
          <ac:spMkLst>
            <pc:docMk/>
            <pc:sldMk cId="2293880147" sldId="420"/>
            <ac:spMk id="15" creationId="{5AE52DAA-CD0D-3DD3-CF1E-23CB48CD3F3F}"/>
          </ac:spMkLst>
        </pc:spChg>
        <pc:spChg chg="add mod">
          <ac:chgData name="Hartanto Tantriawan" userId="82e33306d5002250" providerId="LiveId" clId="{5753A697-1038-5003-83F6-CC341650460F}" dt="2026-02-24T17:50:38.934" v="8732" actId="255"/>
          <ac:spMkLst>
            <pc:docMk/>
            <pc:sldMk cId="2293880147" sldId="420"/>
            <ac:spMk id="16" creationId="{DCB5BE83-4032-7293-A79A-AC2EC264B24C}"/>
          </ac:spMkLst>
        </pc:spChg>
        <pc:spChg chg="add mod">
          <ac:chgData name="Hartanto Tantriawan" userId="82e33306d5002250" providerId="LiveId" clId="{5753A697-1038-5003-83F6-CC341650460F}" dt="2026-02-24T17:50:38.934" v="8732" actId="255"/>
          <ac:spMkLst>
            <pc:docMk/>
            <pc:sldMk cId="2293880147" sldId="420"/>
            <ac:spMk id="17" creationId="{8A307DD0-1229-696F-CFCA-D2288C2B16F6}"/>
          </ac:spMkLst>
        </pc:spChg>
        <pc:spChg chg="add mod">
          <ac:chgData name="Hartanto Tantriawan" userId="82e33306d5002250" providerId="LiveId" clId="{5753A697-1038-5003-83F6-CC341650460F}" dt="2026-02-24T17:50:38.934" v="8732" actId="255"/>
          <ac:spMkLst>
            <pc:docMk/>
            <pc:sldMk cId="2293880147" sldId="420"/>
            <ac:spMk id="20" creationId="{63F51B3C-C256-835B-9B57-914E616D98B2}"/>
          </ac:spMkLst>
        </pc:spChg>
        <pc:spChg chg="add mod">
          <ac:chgData name="Hartanto Tantriawan" userId="82e33306d5002250" providerId="LiveId" clId="{5753A697-1038-5003-83F6-CC341650460F}" dt="2026-02-24T17:50:38.934" v="8732" actId="255"/>
          <ac:spMkLst>
            <pc:docMk/>
            <pc:sldMk cId="2293880147" sldId="420"/>
            <ac:spMk id="29" creationId="{F1A62FBA-CB31-E44C-17BC-F91AD5590C56}"/>
          </ac:spMkLst>
        </pc:spChg>
        <pc:spChg chg="add mod">
          <ac:chgData name="Hartanto Tantriawan" userId="82e33306d5002250" providerId="LiveId" clId="{5753A697-1038-5003-83F6-CC341650460F}" dt="2026-02-24T17:51:05.590" v="8748" actId="20577"/>
          <ac:spMkLst>
            <pc:docMk/>
            <pc:sldMk cId="2293880147" sldId="420"/>
            <ac:spMk id="31" creationId="{8E1EFBB1-3AC2-A3EA-8E29-71F6A3B99583}"/>
          </ac:spMkLst>
        </pc:spChg>
        <pc:spChg chg="add mod">
          <ac:chgData name="Hartanto Tantriawan" userId="82e33306d5002250" providerId="LiveId" clId="{5753A697-1038-5003-83F6-CC341650460F}" dt="2026-02-24T17:50:57.113" v="8734"/>
          <ac:spMkLst>
            <pc:docMk/>
            <pc:sldMk cId="2293880147" sldId="420"/>
            <ac:spMk id="32" creationId="{DAACC06A-5EC5-4C2C-9D8E-A8CC7C576BF4}"/>
          </ac:spMkLst>
        </pc:spChg>
        <pc:grpChg chg="add mod">
          <ac:chgData name="Hartanto Tantriawan" userId="82e33306d5002250" providerId="LiveId" clId="{5753A697-1038-5003-83F6-CC341650460F}" dt="2026-02-24T17:50:09.720" v="8723"/>
          <ac:grpSpMkLst>
            <pc:docMk/>
            <pc:sldMk cId="2293880147" sldId="420"/>
            <ac:grpSpMk id="25" creationId="{4902EDA1-F101-FD3C-212C-F68806317AF9}"/>
          </ac:grpSpMkLst>
        </pc:grpChg>
        <pc:grpChg chg="add mod">
          <ac:chgData name="Hartanto Tantriawan" userId="82e33306d5002250" providerId="LiveId" clId="{5753A697-1038-5003-83F6-CC341650460F}" dt="2026-02-24T17:50:43.689" v="8733" actId="1076"/>
          <ac:grpSpMkLst>
            <pc:docMk/>
            <pc:sldMk cId="2293880147" sldId="420"/>
            <ac:grpSpMk id="30" creationId="{F8BF1E17-94A8-67CF-9E91-CE15C7AB81B0}"/>
          </ac:grpSpMkLst>
        </pc:grpChg>
        <pc:picChg chg="add del mod modCrop">
          <ac:chgData name="Hartanto Tantriawan" userId="82e33306d5002250" providerId="LiveId" clId="{5753A697-1038-5003-83F6-CC341650460F}" dt="2026-02-24T17:50:08.843" v="8722" actId="478"/>
          <ac:picMkLst>
            <pc:docMk/>
            <pc:sldMk cId="2293880147" sldId="420"/>
            <ac:picMk id="7" creationId="{9B2F6AF2-C79E-A466-D1BE-B49C0CAE2F58}"/>
          </ac:picMkLst>
        </pc:picChg>
      </pc:sldChg>
      <pc:sldChg chg="addSp delSp modSp new mod">
        <pc:chgData name="Hartanto Tantriawan" userId="82e33306d5002250" providerId="LiveId" clId="{5753A697-1038-5003-83F6-CC341650460F}" dt="2026-02-24T17:51:54.859" v="8757" actId="404"/>
        <pc:sldMkLst>
          <pc:docMk/>
          <pc:sldMk cId="3584400459" sldId="421"/>
        </pc:sldMkLst>
        <pc:spChg chg="mod">
          <ac:chgData name="Hartanto Tantriawan" userId="82e33306d5002250" providerId="LiveId" clId="{5753A697-1038-5003-83F6-CC341650460F}" dt="2026-02-24T17:46:03.241" v="8597" actId="20577"/>
          <ac:spMkLst>
            <pc:docMk/>
            <pc:sldMk cId="3584400459" sldId="421"/>
            <ac:spMk id="2" creationId="{36DD1A2D-FB7A-3123-D753-D0445CBD8161}"/>
          </ac:spMkLst>
        </pc:spChg>
        <pc:spChg chg="del">
          <ac:chgData name="Hartanto Tantriawan" userId="82e33306d5002250" providerId="LiveId" clId="{5753A697-1038-5003-83F6-CC341650460F}" dt="2026-02-24T17:40:03.512" v="8464" actId="478"/>
          <ac:spMkLst>
            <pc:docMk/>
            <pc:sldMk cId="3584400459" sldId="421"/>
            <ac:spMk id="3" creationId="{E810EF63-D833-5D0E-8CB9-6F365905433D}"/>
          </ac:spMkLst>
        </pc:spChg>
        <pc:spChg chg="del">
          <ac:chgData name="Hartanto Tantriawan" userId="82e33306d5002250" providerId="LiveId" clId="{5753A697-1038-5003-83F6-CC341650460F}" dt="2026-02-24T17:40:03.512" v="8464" actId="478"/>
          <ac:spMkLst>
            <pc:docMk/>
            <pc:sldMk cId="3584400459" sldId="421"/>
            <ac:spMk id="4" creationId="{578AAF8B-5142-87A3-C075-AF44A1FC91EB}"/>
          </ac:spMkLst>
        </pc:spChg>
        <pc:spChg chg="del">
          <ac:chgData name="Hartanto Tantriawan" userId="82e33306d5002250" providerId="LiveId" clId="{5753A697-1038-5003-83F6-CC341650460F}" dt="2026-02-24T17:40:03.512" v="8464" actId="478"/>
          <ac:spMkLst>
            <pc:docMk/>
            <pc:sldMk cId="3584400459" sldId="421"/>
            <ac:spMk id="5" creationId="{D46484AE-BBA5-E20C-1DC9-9F6A0D94F380}"/>
          </ac:spMkLst>
        </pc:spChg>
        <pc:spChg chg="del">
          <ac:chgData name="Hartanto Tantriawan" userId="82e33306d5002250" providerId="LiveId" clId="{5753A697-1038-5003-83F6-CC341650460F}" dt="2026-02-24T17:40:03.512" v="8464" actId="478"/>
          <ac:spMkLst>
            <pc:docMk/>
            <pc:sldMk cId="3584400459" sldId="421"/>
            <ac:spMk id="6" creationId="{B3B239E8-F434-5889-A3AD-91E140A1CDDF}"/>
          </ac:spMkLst>
        </pc:spChg>
        <pc:spChg chg="add mod">
          <ac:chgData name="Hartanto Tantriawan" userId="82e33306d5002250" providerId="LiveId" clId="{5753A697-1038-5003-83F6-CC341650460F}" dt="2026-02-24T17:51:41.781" v="8754" actId="255"/>
          <ac:spMkLst>
            <pc:docMk/>
            <pc:sldMk cId="3584400459" sldId="421"/>
            <ac:spMk id="7" creationId="{6B0C8572-0726-04C8-A5F6-1933AB26EEAA}"/>
          </ac:spMkLst>
        </pc:spChg>
        <pc:spChg chg="add mod">
          <ac:chgData name="Hartanto Tantriawan" userId="82e33306d5002250" providerId="LiveId" clId="{5753A697-1038-5003-83F6-CC341650460F}" dt="2026-02-24T17:51:41.781" v="8754" actId="255"/>
          <ac:spMkLst>
            <pc:docMk/>
            <pc:sldMk cId="3584400459" sldId="421"/>
            <ac:spMk id="8" creationId="{A2B898D0-987D-1640-F38A-B59DB945351D}"/>
          </ac:spMkLst>
        </pc:spChg>
        <pc:spChg chg="add mod">
          <ac:chgData name="Hartanto Tantriawan" userId="82e33306d5002250" providerId="LiveId" clId="{5753A697-1038-5003-83F6-CC341650460F}" dt="2026-02-24T17:51:41.781" v="8754" actId="255"/>
          <ac:spMkLst>
            <pc:docMk/>
            <pc:sldMk cId="3584400459" sldId="421"/>
            <ac:spMk id="9" creationId="{908578BD-BD4C-D8AE-636F-2D55D8D67203}"/>
          </ac:spMkLst>
        </pc:spChg>
        <pc:spChg chg="add mod">
          <ac:chgData name="Hartanto Tantriawan" userId="82e33306d5002250" providerId="LiveId" clId="{5753A697-1038-5003-83F6-CC341650460F}" dt="2026-02-24T17:51:48.515" v="8755" actId="255"/>
          <ac:spMkLst>
            <pc:docMk/>
            <pc:sldMk cId="3584400459" sldId="421"/>
            <ac:spMk id="20" creationId="{34E4CCC8-B73C-611E-5528-EB7C3710D94D}"/>
          </ac:spMkLst>
        </pc:spChg>
        <pc:spChg chg="add mod">
          <ac:chgData name="Hartanto Tantriawan" userId="82e33306d5002250" providerId="LiveId" clId="{5753A697-1038-5003-83F6-CC341650460F}" dt="2026-02-24T17:51:41.781" v="8754" actId="255"/>
          <ac:spMkLst>
            <pc:docMk/>
            <pc:sldMk cId="3584400459" sldId="421"/>
            <ac:spMk id="21" creationId="{22E8F101-6A07-4FDC-6AEC-C6762C6D802E}"/>
          </ac:spMkLst>
        </pc:spChg>
        <pc:spChg chg="add mod">
          <ac:chgData name="Hartanto Tantriawan" userId="82e33306d5002250" providerId="LiveId" clId="{5753A697-1038-5003-83F6-CC341650460F}" dt="2026-02-24T17:51:41.781" v="8754" actId="255"/>
          <ac:spMkLst>
            <pc:docMk/>
            <pc:sldMk cId="3584400459" sldId="421"/>
            <ac:spMk id="22" creationId="{FB6E2B1D-F65C-055D-4B8E-45D72A2A8AF3}"/>
          </ac:spMkLst>
        </pc:spChg>
        <pc:spChg chg="add mod">
          <ac:chgData name="Hartanto Tantriawan" userId="82e33306d5002250" providerId="LiveId" clId="{5753A697-1038-5003-83F6-CC341650460F}" dt="2026-02-24T17:51:41.781" v="8754" actId="255"/>
          <ac:spMkLst>
            <pc:docMk/>
            <pc:sldMk cId="3584400459" sldId="421"/>
            <ac:spMk id="26" creationId="{367DE7A2-438F-6317-8FD6-22849253272A}"/>
          </ac:spMkLst>
        </pc:spChg>
        <pc:spChg chg="add mod">
          <ac:chgData name="Hartanto Tantriawan" userId="82e33306d5002250" providerId="LiveId" clId="{5753A697-1038-5003-83F6-CC341650460F}" dt="2026-02-24T17:51:41.781" v="8754" actId="255"/>
          <ac:spMkLst>
            <pc:docMk/>
            <pc:sldMk cId="3584400459" sldId="421"/>
            <ac:spMk id="27" creationId="{5C0FCB13-C351-49F8-192B-31BB4E01D77E}"/>
          </ac:spMkLst>
        </pc:spChg>
        <pc:spChg chg="add mod">
          <ac:chgData name="Hartanto Tantriawan" userId="82e33306d5002250" providerId="LiveId" clId="{5753A697-1038-5003-83F6-CC341650460F}" dt="2026-02-24T17:51:54.859" v="8757" actId="404"/>
          <ac:spMkLst>
            <pc:docMk/>
            <pc:sldMk cId="3584400459" sldId="421"/>
            <ac:spMk id="28" creationId="{3DAA1714-4A97-3F21-5106-E5106F72CEE1}"/>
          </ac:spMkLst>
        </pc:spChg>
        <pc:spChg chg="add mod">
          <ac:chgData name="Hartanto Tantriawan" userId="82e33306d5002250" providerId="LiveId" clId="{5753A697-1038-5003-83F6-CC341650460F}" dt="2026-02-24T17:40:59.089" v="8480" actId="20577"/>
          <ac:spMkLst>
            <pc:docMk/>
            <pc:sldMk cId="3584400459" sldId="421"/>
            <ac:spMk id="33" creationId="{D2171339-D809-F237-F042-DA72AC6F07F1}"/>
          </ac:spMkLst>
        </pc:spChg>
        <pc:spChg chg="add mod">
          <ac:chgData name="Hartanto Tantriawan" userId="82e33306d5002250" providerId="LiveId" clId="{5753A697-1038-5003-83F6-CC341650460F}" dt="2026-02-24T17:40:51.113" v="8469"/>
          <ac:spMkLst>
            <pc:docMk/>
            <pc:sldMk cId="3584400459" sldId="421"/>
            <ac:spMk id="34" creationId="{02D2ED62-EE01-3411-B2BF-6E60477E98A5}"/>
          </ac:spMkLst>
        </pc:spChg>
        <pc:grpChg chg="add mod">
          <ac:chgData name="Hartanto Tantriawan" userId="82e33306d5002250" providerId="LiveId" clId="{5753A697-1038-5003-83F6-CC341650460F}" dt="2026-02-24T17:40:04.799" v="8465"/>
          <ac:grpSpMkLst>
            <pc:docMk/>
            <pc:sldMk cId="3584400459" sldId="421"/>
            <ac:grpSpMk id="10" creationId="{F9C7347A-D414-6822-F930-2486C9AC35A6}"/>
          </ac:grpSpMkLst>
        </pc:grpChg>
        <pc:grpChg chg="add mod">
          <ac:chgData name="Hartanto Tantriawan" userId="82e33306d5002250" providerId="LiveId" clId="{5753A697-1038-5003-83F6-CC341650460F}" dt="2026-02-24T17:40:23.919" v="8468" actId="14100"/>
          <ac:grpSpMkLst>
            <pc:docMk/>
            <pc:sldMk cId="3584400459" sldId="421"/>
            <ac:grpSpMk id="32" creationId="{50C48A6B-4525-D4D0-910D-6B1D307C9CD1}"/>
          </ac:grpSpMkLst>
        </pc:grpChg>
      </pc:sldChg>
      <pc:sldChg chg="addSp delSp modSp new mod">
        <pc:chgData name="Hartanto Tantriawan" userId="82e33306d5002250" providerId="LiveId" clId="{5753A697-1038-5003-83F6-CC341650460F}" dt="2026-02-25T02:03:22.488" v="9001" actId="20577"/>
        <pc:sldMkLst>
          <pc:docMk/>
          <pc:sldMk cId="334301703" sldId="422"/>
        </pc:sldMkLst>
        <pc:spChg chg="mod">
          <ac:chgData name="Hartanto Tantriawan" userId="82e33306d5002250" providerId="LiveId" clId="{5753A697-1038-5003-83F6-CC341650460F}" dt="2026-02-25T02:03:22.488" v="9001" actId="20577"/>
          <ac:spMkLst>
            <pc:docMk/>
            <pc:sldMk cId="334301703" sldId="422"/>
            <ac:spMk id="2" creationId="{8BE3BF6B-0307-1E03-5196-BBD4CED62705}"/>
          </ac:spMkLst>
        </pc:spChg>
        <pc:spChg chg="del">
          <ac:chgData name="Hartanto Tantriawan" userId="82e33306d5002250" providerId="LiveId" clId="{5753A697-1038-5003-83F6-CC341650460F}" dt="2026-02-24T17:41:50.563" v="8492" actId="478"/>
          <ac:spMkLst>
            <pc:docMk/>
            <pc:sldMk cId="334301703" sldId="422"/>
            <ac:spMk id="3" creationId="{76E4CEE8-03FC-DA3D-D22F-14CCBE6DB064}"/>
          </ac:spMkLst>
        </pc:spChg>
        <pc:spChg chg="del">
          <ac:chgData name="Hartanto Tantriawan" userId="82e33306d5002250" providerId="LiveId" clId="{5753A697-1038-5003-83F6-CC341650460F}" dt="2026-02-24T17:41:50.563" v="8492" actId="478"/>
          <ac:spMkLst>
            <pc:docMk/>
            <pc:sldMk cId="334301703" sldId="422"/>
            <ac:spMk id="4" creationId="{D8738943-25F6-2FE1-E90D-9431460F8A1D}"/>
          </ac:spMkLst>
        </pc:spChg>
        <pc:spChg chg="del">
          <ac:chgData name="Hartanto Tantriawan" userId="82e33306d5002250" providerId="LiveId" clId="{5753A697-1038-5003-83F6-CC341650460F}" dt="2026-02-24T17:41:50.563" v="8492" actId="478"/>
          <ac:spMkLst>
            <pc:docMk/>
            <pc:sldMk cId="334301703" sldId="422"/>
            <ac:spMk id="5" creationId="{7DD09CEC-F7C1-23C1-1E4D-4C52A6B1FEA7}"/>
          </ac:spMkLst>
        </pc:spChg>
        <pc:spChg chg="del">
          <ac:chgData name="Hartanto Tantriawan" userId="82e33306d5002250" providerId="LiveId" clId="{5753A697-1038-5003-83F6-CC341650460F}" dt="2026-02-24T17:41:50.563" v="8492" actId="478"/>
          <ac:spMkLst>
            <pc:docMk/>
            <pc:sldMk cId="334301703" sldId="422"/>
            <ac:spMk id="6" creationId="{F2B17AC3-AC34-BEF4-6835-C69D5F8A8C00}"/>
          </ac:spMkLst>
        </pc:spChg>
        <pc:spChg chg="add mod">
          <ac:chgData name="Hartanto Tantriawan" userId="82e33306d5002250" providerId="LiveId" clId="{5753A697-1038-5003-83F6-CC341650460F}" dt="2026-02-24T17:42:44.178" v="8501" actId="255"/>
          <ac:spMkLst>
            <pc:docMk/>
            <pc:sldMk cId="334301703" sldId="422"/>
            <ac:spMk id="7" creationId="{E08870CD-9BB2-0DF9-2E0C-F11467DB17E3}"/>
          </ac:spMkLst>
        </pc:spChg>
        <pc:spChg chg="add mod">
          <ac:chgData name="Hartanto Tantriawan" userId="82e33306d5002250" providerId="LiveId" clId="{5753A697-1038-5003-83F6-CC341650460F}" dt="2026-02-24T17:42:44.178" v="8501" actId="255"/>
          <ac:spMkLst>
            <pc:docMk/>
            <pc:sldMk cId="334301703" sldId="422"/>
            <ac:spMk id="8" creationId="{488F738A-51E7-F200-EF28-DD38717E7E8F}"/>
          </ac:spMkLst>
        </pc:spChg>
        <pc:spChg chg="add mod">
          <ac:chgData name="Hartanto Tantriawan" userId="82e33306d5002250" providerId="LiveId" clId="{5753A697-1038-5003-83F6-CC341650460F}" dt="2026-02-24T17:42:44.178" v="8501" actId="255"/>
          <ac:spMkLst>
            <pc:docMk/>
            <pc:sldMk cId="334301703" sldId="422"/>
            <ac:spMk id="11" creationId="{4DA342D4-EA49-4F2E-76B6-D6BD57222AE3}"/>
          </ac:spMkLst>
        </pc:spChg>
        <pc:spChg chg="add mod">
          <ac:chgData name="Hartanto Tantriawan" userId="82e33306d5002250" providerId="LiveId" clId="{5753A697-1038-5003-83F6-CC341650460F}" dt="2026-02-24T17:42:44.178" v="8501" actId="255"/>
          <ac:spMkLst>
            <pc:docMk/>
            <pc:sldMk cId="334301703" sldId="422"/>
            <ac:spMk id="14" creationId="{B86F37B3-5EAE-0293-E2F7-7D722F0C13B5}"/>
          </ac:spMkLst>
        </pc:spChg>
        <pc:spChg chg="add mod">
          <ac:chgData name="Hartanto Tantriawan" userId="82e33306d5002250" providerId="LiveId" clId="{5753A697-1038-5003-83F6-CC341650460F}" dt="2026-02-24T17:43:04.631" v="8510" actId="20577"/>
          <ac:spMkLst>
            <pc:docMk/>
            <pc:sldMk cId="334301703" sldId="422"/>
            <ac:spMk id="16" creationId="{F994D2DB-4465-4155-0340-2596882CE7C4}"/>
          </ac:spMkLst>
        </pc:spChg>
        <pc:spChg chg="add mod">
          <ac:chgData name="Hartanto Tantriawan" userId="82e33306d5002250" providerId="LiveId" clId="{5753A697-1038-5003-83F6-CC341650460F}" dt="2026-02-24T17:42:49.883" v="8502" actId="1076"/>
          <ac:spMkLst>
            <pc:docMk/>
            <pc:sldMk cId="334301703" sldId="422"/>
            <ac:spMk id="17" creationId="{49DB19DF-A443-EA90-69F7-A189A1DB3E07}"/>
          </ac:spMkLst>
        </pc:spChg>
        <pc:grpChg chg="add mod">
          <ac:chgData name="Hartanto Tantriawan" userId="82e33306d5002250" providerId="LiveId" clId="{5753A697-1038-5003-83F6-CC341650460F}" dt="2026-02-24T17:42:41.485" v="8500" actId="14100"/>
          <ac:grpSpMkLst>
            <pc:docMk/>
            <pc:sldMk cId="334301703" sldId="422"/>
            <ac:grpSpMk id="20" creationId="{60639E99-E2B9-97CF-941E-DA8811439FBB}"/>
          </ac:grpSpMkLst>
        </pc:grpChg>
        <pc:cxnChg chg="add mod">
          <ac:chgData name="Hartanto Tantriawan" userId="82e33306d5002250" providerId="LiveId" clId="{5753A697-1038-5003-83F6-CC341650460F}" dt="2026-02-24T17:42:28.790" v="8498" actId="14100"/>
          <ac:cxnSpMkLst>
            <pc:docMk/>
            <pc:sldMk cId="334301703" sldId="422"/>
            <ac:cxnSpMk id="9" creationId="{4D3E8E28-47E3-1846-81E9-DE567C9A352F}"/>
          </ac:cxnSpMkLst>
        </pc:cxnChg>
        <pc:cxnChg chg="add mod">
          <ac:chgData name="Hartanto Tantriawan" userId="82e33306d5002250" providerId="LiveId" clId="{5753A697-1038-5003-83F6-CC341650460F}" dt="2026-02-24T17:42:28.790" v="8498" actId="14100"/>
          <ac:cxnSpMkLst>
            <pc:docMk/>
            <pc:sldMk cId="334301703" sldId="422"/>
            <ac:cxnSpMk id="10" creationId="{BAA118FE-BC4A-56FA-4691-B46869E2CB3E}"/>
          </ac:cxnSpMkLst>
        </pc:cxnChg>
        <pc:cxnChg chg="add mod">
          <ac:chgData name="Hartanto Tantriawan" userId="82e33306d5002250" providerId="LiveId" clId="{5753A697-1038-5003-83F6-CC341650460F}" dt="2026-02-24T17:41:55.619" v="8494" actId="1076"/>
          <ac:cxnSpMkLst>
            <pc:docMk/>
            <pc:sldMk cId="334301703" sldId="422"/>
            <ac:cxnSpMk id="12" creationId="{CF32CB4E-0F0A-E8FB-4D8C-6FEE5AE63C77}"/>
          </ac:cxnSpMkLst>
        </pc:cxnChg>
        <pc:cxnChg chg="add mod">
          <ac:chgData name="Hartanto Tantriawan" userId="82e33306d5002250" providerId="LiveId" clId="{5753A697-1038-5003-83F6-CC341650460F}" dt="2026-02-24T17:41:55.619" v="8494" actId="1076"/>
          <ac:cxnSpMkLst>
            <pc:docMk/>
            <pc:sldMk cId="334301703" sldId="422"/>
            <ac:cxnSpMk id="13" creationId="{A911F383-1789-57EC-70EF-247ADDAA1156}"/>
          </ac:cxnSpMkLst>
        </pc:cxnChg>
        <pc:cxnChg chg="add mod">
          <ac:chgData name="Hartanto Tantriawan" userId="82e33306d5002250" providerId="LiveId" clId="{5753A697-1038-5003-83F6-CC341650460F}" dt="2026-02-24T17:41:55.619" v="8494" actId="1076"/>
          <ac:cxnSpMkLst>
            <pc:docMk/>
            <pc:sldMk cId="334301703" sldId="422"/>
            <ac:cxnSpMk id="15" creationId="{0AC96CA7-DE69-A0AC-8381-1E6BBAF1F407}"/>
          </ac:cxnSpMkLst>
        </pc:cxnChg>
      </pc:sldChg>
      <pc:sldChg chg="addSp modSp new mod">
        <pc:chgData name="Hartanto Tantriawan" userId="82e33306d5002250" providerId="LiveId" clId="{5753A697-1038-5003-83F6-CC341650460F}" dt="2026-02-24T17:45:15.949" v="8539" actId="20577"/>
        <pc:sldMkLst>
          <pc:docMk/>
          <pc:sldMk cId="1253269546" sldId="423"/>
        </pc:sldMkLst>
        <pc:spChg chg="mod">
          <ac:chgData name="Hartanto Tantriawan" userId="82e33306d5002250" providerId="LiveId" clId="{5753A697-1038-5003-83F6-CC341650460F}" dt="2026-02-24T17:45:15.949" v="8539" actId="20577"/>
          <ac:spMkLst>
            <pc:docMk/>
            <pc:sldMk cId="1253269546" sldId="423"/>
            <ac:spMk id="2" creationId="{51702144-1CDC-00B9-332E-0E4F72B37700}"/>
          </ac:spMkLst>
        </pc:spChg>
        <pc:spChg chg="add mod">
          <ac:chgData name="Hartanto Tantriawan" userId="82e33306d5002250" providerId="LiveId" clId="{5753A697-1038-5003-83F6-CC341650460F}" dt="2026-02-24T17:44:36.338" v="8528" actId="255"/>
          <ac:spMkLst>
            <pc:docMk/>
            <pc:sldMk cId="1253269546" sldId="423"/>
            <ac:spMk id="7" creationId="{1D5CF352-4D43-93B1-53F9-479B2E7A7DD2}"/>
          </ac:spMkLst>
        </pc:spChg>
        <pc:spChg chg="add mod">
          <ac:chgData name="Hartanto Tantriawan" userId="82e33306d5002250" providerId="LiveId" clId="{5753A697-1038-5003-83F6-CC341650460F}" dt="2026-02-24T17:44:36.338" v="8528" actId="255"/>
          <ac:spMkLst>
            <pc:docMk/>
            <pc:sldMk cId="1253269546" sldId="423"/>
            <ac:spMk id="8" creationId="{F54DDD6C-26B1-EF4C-8155-CB5568A593C8}"/>
          </ac:spMkLst>
        </pc:spChg>
        <pc:spChg chg="add mod">
          <ac:chgData name="Hartanto Tantriawan" userId="82e33306d5002250" providerId="LiveId" clId="{5753A697-1038-5003-83F6-CC341650460F}" dt="2026-02-24T17:44:36.338" v="8528" actId="255"/>
          <ac:spMkLst>
            <pc:docMk/>
            <pc:sldMk cId="1253269546" sldId="423"/>
            <ac:spMk id="9" creationId="{C5F20280-0383-C48F-AFD8-355447658E21}"/>
          </ac:spMkLst>
        </pc:spChg>
        <pc:spChg chg="add mod">
          <ac:chgData name="Hartanto Tantriawan" userId="82e33306d5002250" providerId="LiveId" clId="{5753A697-1038-5003-83F6-CC341650460F}" dt="2026-02-24T17:44:36.338" v="8528" actId="255"/>
          <ac:spMkLst>
            <pc:docMk/>
            <pc:sldMk cId="1253269546" sldId="423"/>
            <ac:spMk id="10" creationId="{7566E8F1-5D3C-B876-4813-342FF16E4632}"/>
          </ac:spMkLst>
        </pc:spChg>
        <pc:spChg chg="add mod">
          <ac:chgData name="Hartanto Tantriawan" userId="82e33306d5002250" providerId="LiveId" clId="{5753A697-1038-5003-83F6-CC341650460F}" dt="2026-02-24T17:44:36.338" v="8528" actId="255"/>
          <ac:spMkLst>
            <pc:docMk/>
            <pc:sldMk cId="1253269546" sldId="423"/>
            <ac:spMk id="21" creationId="{80685862-1252-5A50-7A96-3B75171A23A3}"/>
          </ac:spMkLst>
        </pc:spChg>
        <pc:spChg chg="add mod">
          <ac:chgData name="Hartanto Tantriawan" userId="82e33306d5002250" providerId="LiveId" clId="{5753A697-1038-5003-83F6-CC341650460F}" dt="2026-02-24T17:44:36.338" v="8528" actId="255"/>
          <ac:spMkLst>
            <pc:docMk/>
            <pc:sldMk cId="1253269546" sldId="423"/>
            <ac:spMk id="22" creationId="{AD602FB6-7D34-1878-11B1-33F00199647F}"/>
          </ac:spMkLst>
        </pc:spChg>
        <pc:spChg chg="mod">
          <ac:chgData name="Hartanto Tantriawan" userId="82e33306d5002250" providerId="LiveId" clId="{5753A697-1038-5003-83F6-CC341650460F}" dt="2026-02-24T17:44:36.338" v="8528" actId="255"/>
          <ac:spMkLst>
            <pc:docMk/>
            <pc:sldMk cId="1253269546" sldId="423"/>
            <ac:spMk id="28" creationId="{2045C8DC-FFAA-A423-4842-9FDAFD2C13E6}"/>
          </ac:spMkLst>
        </pc:spChg>
        <pc:spChg chg="add mod">
          <ac:chgData name="Hartanto Tantriawan" userId="82e33306d5002250" providerId="LiveId" clId="{5753A697-1038-5003-83F6-CC341650460F}" dt="2026-02-24T17:44:36.338" v="8528" actId="255"/>
          <ac:spMkLst>
            <pc:docMk/>
            <pc:sldMk cId="1253269546" sldId="423"/>
            <ac:spMk id="35" creationId="{93BE55EC-35E4-27C7-92AE-B436E461E4EF}"/>
          </ac:spMkLst>
        </pc:spChg>
        <pc:spChg chg="add mod">
          <ac:chgData name="Hartanto Tantriawan" userId="82e33306d5002250" providerId="LiveId" clId="{5753A697-1038-5003-83F6-CC341650460F}" dt="2026-02-24T17:44:36.338" v="8528" actId="255"/>
          <ac:spMkLst>
            <pc:docMk/>
            <pc:sldMk cId="1253269546" sldId="423"/>
            <ac:spMk id="37" creationId="{95BA349B-7883-3F19-3C99-C0CAF4FFE4EA}"/>
          </ac:spMkLst>
        </pc:spChg>
        <pc:spChg chg="add mod">
          <ac:chgData name="Hartanto Tantriawan" userId="82e33306d5002250" providerId="LiveId" clId="{5753A697-1038-5003-83F6-CC341650460F}" dt="2026-02-24T17:44:36.338" v="8528" actId="255"/>
          <ac:spMkLst>
            <pc:docMk/>
            <pc:sldMk cId="1253269546" sldId="423"/>
            <ac:spMk id="39" creationId="{9A804898-3BF5-870D-72DE-3D4599EA7F45}"/>
          </ac:spMkLst>
        </pc:spChg>
        <pc:grpChg chg="add mod">
          <ac:chgData name="Hartanto Tantriawan" userId="82e33306d5002250" providerId="LiveId" clId="{5753A697-1038-5003-83F6-CC341650460F}" dt="2026-02-24T17:44:26.916" v="8526" actId="14100"/>
          <ac:grpSpMkLst>
            <pc:docMk/>
            <pc:sldMk cId="1253269546" sldId="423"/>
            <ac:grpSpMk id="40" creationId="{99FE23DE-6D07-0A36-8B76-A1803FE40771}"/>
          </ac:grpSpMkLst>
        </pc:grpChg>
      </pc:sldChg>
      <pc:sldChg chg="addSp delSp modSp new mod">
        <pc:chgData name="Hartanto Tantriawan" userId="82e33306d5002250" providerId="LiveId" clId="{5753A697-1038-5003-83F6-CC341650460F}" dt="2026-02-24T17:49:08.411" v="8720" actId="1038"/>
        <pc:sldMkLst>
          <pc:docMk/>
          <pc:sldMk cId="413650314" sldId="424"/>
        </pc:sldMkLst>
        <pc:spChg chg="mod">
          <ac:chgData name="Hartanto Tantriawan" userId="82e33306d5002250" providerId="LiveId" clId="{5753A697-1038-5003-83F6-CC341650460F}" dt="2026-02-24T17:48:58.179" v="8698" actId="20577"/>
          <ac:spMkLst>
            <pc:docMk/>
            <pc:sldMk cId="413650314" sldId="424"/>
            <ac:spMk id="2" creationId="{C9FCC3F5-9080-4051-396A-04228AE58693}"/>
          </ac:spMkLst>
        </pc:spChg>
        <pc:spChg chg="mod">
          <ac:chgData name="Hartanto Tantriawan" userId="82e33306d5002250" providerId="LiveId" clId="{5753A697-1038-5003-83F6-CC341650460F}" dt="2026-02-24T17:49:08.411" v="8720" actId="1038"/>
          <ac:spMkLst>
            <pc:docMk/>
            <pc:sldMk cId="413650314" sldId="424"/>
            <ac:spMk id="3" creationId="{18B938F6-2091-815B-9A88-E684CC4C9D5E}"/>
          </ac:spMkLst>
        </pc:spChg>
        <pc:spChg chg="mod">
          <ac:chgData name="Hartanto Tantriawan" userId="82e33306d5002250" providerId="LiveId" clId="{5753A697-1038-5003-83F6-CC341650460F}" dt="2026-02-24T17:49:08.411" v="8720" actId="1038"/>
          <ac:spMkLst>
            <pc:docMk/>
            <pc:sldMk cId="413650314" sldId="424"/>
            <ac:spMk id="4" creationId="{FF54D01F-BF09-D641-2640-71E84130C24E}"/>
          </ac:spMkLst>
        </pc:spChg>
        <pc:spChg chg="mod">
          <ac:chgData name="Hartanto Tantriawan" userId="82e33306d5002250" providerId="LiveId" clId="{5753A697-1038-5003-83F6-CC341650460F}" dt="2026-02-24T17:49:08.411" v="8720" actId="1038"/>
          <ac:spMkLst>
            <pc:docMk/>
            <pc:sldMk cId="413650314" sldId="424"/>
            <ac:spMk id="5" creationId="{087448E3-D97C-CD88-0175-7F80798A62FF}"/>
          </ac:spMkLst>
        </pc:spChg>
        <pc:spChg chg="mod">
          <ac:chgData name="Hartanto Tantriawan" userId="82e33306d5002250" providerId="LiveId" clId="{5753A697-1038-5003-83F6-CC341650460F}" dt="2026-02-24T17:49:08.411" v="8720" actId="1038"/>
          <ac:spMkLst>
            <pc:docMk/>
            <pc:sldMk cId="413650314" sldId="424"/>
            <ac:spMk id="6" creationId="{35A1EF12-E154-CAE5-C67D-F7900688B629}"/>
          </ac:spMkLst>
        </pc:spChg>
        <pc:spChg chg="add del">
          <ac:chgData name="Hartanto Tantriawan" userId="82e33306d5002250" providerId="LiveId" clId="{5753A697-1038-5003-83F6-CC341650460F}" dt="2026-02-24T17:47:27.028" v="8634" actId="22"/>
          <ac:spMkLst>
            <pc:docMk/>
            <pc:sldMk cId="413650314" sldId="424"/>
            <ac:spMk id="8" creationId="{09B95374-021F-7292-A306-5BBCB7920C1D}"/>
          </ac:spMkLst>
        </pc:spChg>
        <pc:spChg chg="add mod">
          <ac:chgData name="Hartanto Tantriawan" userId="82e33306d5002250" providerId="LiveId" clId="{5753A697-1038-5003-83F6-CC341650460F}" dt="2026-02-24T17:49:08.411" v="8720" actId="1038"/>
          <ac:spMkLst>
            <pc:docMk/>
            <pc:sldMk cId="413650314" sldId="424"/>
            <ac:spMk id="12" creationId="{145CB0BF-60D6-1841-A1D9-CB7CD0C90667}"/>
          </ac:spMkLst>
        </pc:spChg>
        <pc:spChg chg="add mod">
          <ac:chgData name="Hartanto Tantriawan" userId="82e33306d5002250" providerId="LiveId" clId="{5753A697-1038-5003-83F6-CC341650460F}" dt="2026-02-24T17:49:08.411" v="8720" actId="1038"/>
          <ac:spMkLst>
            <pc:docMk/>
            <pc:sldMk cId="413650314" sldId="424"/>
            <ac:spMk id="13" creationId="{4A518881-6BA3-C944-D46C-2CB0064A3951}"/>
          </ac:spMkLst>
        </pc:spChg>
        <pc:spChg chg="add mod">
          <ac:chgData name="Hartanto Tantriawan" userId="82e33306d5002250" providerId="LiveId" clId="{5753A697-1038-5003-83F6-CC341650460F}" dt="2026-02-24T17:49:08.411" v="8720" actId="1038"/>
          <ac:spMkLst>
            <pc:docMk/>
            <pc:sldMk cId="413650314" sldId="424"/>
            <ac:spMk id="14" creationId="{7D9FDC29-DD40-2640-39E3-0E33FA733410}"/>
          </ac:spMkLst>
        </pc:spChg>
        <pc:graphicFrameChg chg="add mod">
          <ac:chgData name="Hartanto Tantriawan" userId="82e33306d5002250" providerId="LiveId" clId="{5753A697-1038-5003-83F6-CC341650460F}" dt="2026-02-24T17:49:08.411" v="8720" actId="1038"/>
          <ac:graphicFrameMkLst>
            <pc:docMk/>
            <pc:sldMk cId="413650314" sldId="424"/>
            <ac:graphicFrameMk id="9" creationId="{CA5558D4-FC7D-03D6-A66E-10EC87CBA662}"/>
          </ac:graphicFrameMkLst>
        </pc:graphicFrameChg>
        <pc:graphicFrameChg chg="add mod">
          <ac:chgData name="Hartanto Tantriawan" userId="82e33306d5002250" providerId="LiveId" clId="{5753A697-1038-5003-83F6-CC341650460F}" dt="2026-02-24T17:49:08.411" v="8720" actId="1038"/>
          <ac:graphicFrameMkLst>
            <pc:docMk/>
            <pc:sldMk cId="413650314" sldId="424"/>
            <ac:graphicFrameMk id="10" creationId="{40483E11-C23E-1CAD-621E-AC7B360DB073}"/>
          </ac:graphicFrameMkLst>
        </pc:graphicFrameChg>
        <pc:graphicFrameChg chg="add mod">
          <ac:chgData name="Hartanto Tantriawan" userId="82e33306d5002250" providerId="LiveId" clId="{5753A697-1038-5003-83F6-CC341650460F}" dt="2026-02-24T17:49:08.411" v="8720" actId="1038"/>
          <ac:graphicFrameMkLst>
            <pc:docMk/>
            <pc:sldMk cId="413650314" sldId="424"/>
            <ac:graphicFrameMk id="11" creationId="{A319E677-53DA-D79A-FB89-7AFF8F001373}"/>
          </ac:graphicFrameMkLst>
        </pc:graphicFrameChg>
      </pc:sldChg>
      <pc:sldChg chg="new del">
        <pc:chgData name="Hartanto Tantriawan" userId="82e33306d5002250" providerId="LiveId" clId="{5753A697-1038-5003-83F6-CC341650460F}" dt="2026-02-24T17:53:18.682" v="8760" actId="2696"/>
        <pc:sldMkLst>
          <pc:docMk/>
          <pc:sldMk cId="2369499255" sldId="425"/>
        </pc:sldMkLst>
      </pc:sldChg>
      <pc:sldChg chg="modSp add mod">
        <pc:chgData name="Hartanto Tantriawan" userId="82e33306d5002250" providerId="LiveId" clId="{5753A697-1038-5003-83F6-CC341650460F}" dt="2026-02-24T17:56:10.593" v="8809" actId="404"/>
        <pc:sldMkLst>
          <pc:docMk/>
          <pc:sldMk cId="748970084" sldId="426"/>
        </pc:sldMkLst>
        <pc:spChg chg="mod">
          <ac:chgData name="Hartanto Tantriawan" userId="82e33306d5002250" providerId="LiveId" clId="{5753A697-1038-5003-83F6-CC341650460F}" dt="2026-02-24T17:54:01.260" v="8767" actId="404"/>
          <ac:spMkLst>
            <pc:docMk/>
            <pc:sldMk cId="748970084" sldId="426"/>
            <ac:spMk id="761" creationId="{AE91DC68-AD45-AD48-7212-962C266AD4E8}"/>
          </ac:spMkLst>
        </pc:spChg>
        <pc:spChg chg="mod">
          <ac:chgData name="Hartanto Tantriawan" userId="82e33306d5002250" providerId="LiveId" clId="{5753A697-1038-5003-83F6-CC341650460F}" dt="2026-02-24T17:56:10.593" v="8809" actId="404"/>
          <ac:spMkLst>
            <pc:docMk/>
            <pc:sldMk cId="748970084" sldId="426"/>
            <ac:spMk id="763" creationId="{90A4121B-A44C-6358-7BEA-9B4FCEE56EDF}"/>
          </ac:spMkLst>
        </pc:spChg>
      </pc:sldChg>
      <pc:sldChg chg="modSp add mod">
        <pc:chgData name="Hartanto Tantriawan" userId="82e33306d5002250" providerId="LiveId" clId="{5753A697-1038-5003-83F6-CC341650460F}" dt="2026-02-24T17:59:40.635" v="8863" actId="179"/>
        <pc:sldMkLst>
          <pc:docMk/>
          <pc:sldMk cId="1064163638" sldId="427"/>
        </pc:sldMkLst>
        <pc:spChg chg="mod">
          <ac:chgData name="Hartanto Tantriawan" userId="82e33306d5002250" providerId="LiveId" clId="{5753A697-1038-5003-83F6-CC341650460F}" dt="2026-02-24T17:56:42.157" v="8811"/>
          <ac:spMkLst>
            <pc:docMk/>
            <pc:sldMk cId="1064163638" sldId="427"/>
            <ac:spMk id="761" creationId="{34C9FAB0-E900-CD1B-5B26-555BFCA79534}"/>
          </ac:spMkLst>
        </pc:spChg>
        <pc:spChg chg="mod">
          <ac:chgData name="Hartanto Tantriawan" userId="82e33306d5002250" providerId="LiveId" clId="{5753A697-1038-5003-83F6-CC341650460F}" dt="2026-02-24T17:59:40.635" v="8863" actId="179"/>
          <ac:spMkLst>
            <pc:docMk/>
            <pc:sldMk cId="1064163638" sldId="427"/>
            <ac:spMk id="763" creationId="{A3C9DC8C-9FFE-B6FA-7B04-BA86F5875AE2}"/>
          </ac:spMkLst>
        </pc:spChg>
      </pc:sldChg>
      <pc:sldChg chg="modSp add mod">
        <pc:chgData name="Hartanto Tantriawan" userId="82e33306d5002250" providerId="LiveId" clId="{5753A697-1038-5003-83F6-CC341650460F}" dt="2026-02-24T18:05:00.508" v="8930" actId="20577"/>
        <pc:sldMkLst>
          <pc:docMk/>
          <pc:sldMk cId="2277218935" sldId="428"/>
        </pc:sldMkLst>
        <pc:spChg chg="mod">
          <ac:chgData name="Hartanto Tantriawan" userId="82e33306d5002250" providerId="LiveId" clId="{5753A697-1038-5003-83F6-CC341650460F}" dt="2026-02-24T18:01:19.157" v="8871" actId="404"/>
          <ac:spMkLst>
            <pc:docMk/>
            <pc:sldMk cId="2277218935" sldId="428"/>
            <ac:spMk id="761" creationId="{1ADBDE9B-33DD-0243-E40F-A9552AA759E0}"/>
          </ac:spMkLst>
        </pc:spChg>
        <pc:spChg chg="mod">
          <ac:chgData name="Hartanto Tantriawan" userId="82e33306d5002250" providerId="LiveId" clId="{5753A697-1038-5003-83F6-CC341650460F}" dt="2026-02-24T18:05:00.508" v="8930" actId="20577"/>
          <ac:spMkLst>
            <pc:docMk/>
            <pc:sldMk cId="2277218935" sldId="428"/>
            <ac:spMk id="763" creationId="{EACD259C-773A-7F2E-83A2-F9F8712C323B}"/>
          </ac:spMkLst>
        </pc:spChg>
      </pc:sldChg>
      <pc:sldChg chg="addSp modSp add mod">
        <pc:chgData name="Hartanto Tantriawan" userId="82e33306d5002250" providerId="LiveId" clId="{5753A697-1038-5003-83F6-CC341650460F}" dt="2026-02-24T18:06:35.936" v="8950" actId="20577"/>
        <pc:sldMkLst>
          <pc:docMk/>
          <pc:sldMk cId="972348206" sldId="429"/>
        </pc:sldMkLst>
        <pc:spChg chg="mod">
          <ac:chgData name="Hartanto Tantriawan" userId="82e33306d5002250" providerId="LiveId" clId="{5753A697-1038-5003-83F6-CC341650460F}" dt="2026-02-24T18:06:35.936" v="8950" actId="20577"/>
          <ac:spMkLst>
            <pc:docMk/>
            <pc:sldMk cId="972348206" sldId="429"/>
            <ac:spMk id="763" creationId="{E3632382-E119-F426-F2C6-3F5FE07B882C}"/>
          </ac:spMkLst>
        </pc:spChg>
        <pc:picChg chg="add mod">
          <ac:chgData name="Hartanto Tantriawan" userId="82e33306d5002250" providerId="LiveId" clId="{5753A697-1038-5003-83F6-CC341650460F}" dt="2026-02-24T18:05:58.044" v="8935" actId="1076"/>
          <ac:picMkLst>
            <pc:docMk/>
            <pc:sldMk cId="972348206" sldId="429"/>
            <ac:picMk id="2" creationId="{9A330FF8-49AD-73AD-F4AC-378A844DD453}"/>
          </ac:picMkLst>
        </pc:picChg>
      </pc:sldChg>
      <pc:sldChg chg="delSp modSp add mod">
        <pc:chgData name="Hartanto Tantriawan" userId="82e33306d5002250" providerId="LiveId" clId="{5753A697-1038-5003-83F6-CC341650460F}" dt="2026-02-24T18:08:59.169" v="8991"/>
        <pc:sldMkLst>
          <pc:docMk/>
          <pc:sldMk cId="2742912767" sldId="430"/>
        </pc:sldMkLst>
        <pc:spChg chg="mod">
          <ac:chgData name="Hartanto Tantriawan" userId="82e33306d5002250" providerId="LiveId" clId="{5753A697-1038-5003-83F6-CC341650460F}" dt="2026-02-24T18:07:08.466" v="8969" actId="403"/>
          <ac:spMkLst>
            <pc:docMk/>
            <pc:sldMk cId="2742912767" sldId="430"/>
            <ac:spMk id="761" creationId="{5530E0B9-5F74-8F63-43C2-41C04C0AA4D0}"/>
          </ac:spMkLst>
        </pc:spChg>
        <pc:spChg chg="mod">
          <ac:chgData name="Hartanto Tantriawan" userId="82e33306d5002250" providerId="LiveId" clId="{5753A697-1038-5003-83F6-CC341650460F}" dt="2026-02-24T18:08:59.169" v="8991"/>
          <ac:spMkLst>
            <pc:docMk/>
            <pc:sldMk cId="2742912767" sldId="430"/>
            <ac:spMk id="763" creationId="{0063F7B5-A563-D301-A13E-A4E62E8B0966}"/>
          </ac:spMkLst>
        </pc:spChg>
        <pc:picChg chg="del">
          <ac:chgData name="Hartanto Tantriawan" userId="82e33306d5002250" providerId="LiveId" clId="{5753A697-1038-5003-83F6-CC341650460F}" dt="2026-02-24T18:07:11.071" v="8970" actId="478"/>
          <ac:picMkLst>
            <pc:docMk/>
            <pc:sldMk cId="2742912767" sldId="430"/>
            <ac:picMk id="2" creationId="{06ECEA20-2FC6-D462-3A4E-8059830BD382}"/>
          </ac:picMkLst>
        </pc:picChg>
      </pc:sldChg>
      <pc:sldChg chg="new del">
        <pc:chgData name="Hartanto Tantriawan" userId="82e33306d5002250" providerId="LiveId" clId="{5753A697-1038-5003-83F6-CC341650460F}" dt="2026-02-25T02:06:43.306" v="9004" actId="2696"/>
        <pc:sldMkLst>
          <pc:docMk/>
          <pc:sldMk cId="1863352258" sldId="431"/>
        </pc:sldMkLst>
      </pc:sldChg>
      <pc:sldChg chg="addSp modSp add mod">
        <pc:chgData name="Hartanto Tantriawan" userId="82e33306d5002250" providerId="LiveId" clId="{5753A697-1038-5003-83F6-CC341650460F}" dt="2026-02-25T02:07:44.350" v="9012" actId="1076"/>
        <pc:sldMkLst>
          <pc:docMk/>
          <pc:sldMk cId="1150418237" sldId="432"/>
        </pc:sldMkLst>
        <pc:spChg chg="mod">
          <ac:chgData name="Hartanto Tantriawan" userId="82e33306d5002250" providerId="LiveId" clId="{5753A697-1038-5003-83F6-CC341650460F}" dt="2026-02-25T02:06:58.496" v="9006" actId="20577"/>
          <ac:spMkLst>
            <pc:docMk/>
            <pc:sldMk cId="1150418237" sldId="432"/>
            <ac:spMk id="2" creationId="{5D43CB17-FF83-002C-9F79-8E0852F9E388}"/>
          </ac:spMkLst>
        </pc:spChg>
        <pc:spChg chg="mod">
          <ac:chgData name="Hartanto Tantriawan" userId="82e33306d5002250" providerId="LiveId" clId="{5753A697-1038-5003-83F6-CC341650460F}" dt="2026-02-25T02:07:35.951" v="9010" actId="255"/>
          <ac:spMkLst>
            <pc:docMk/>
            <pc:sldMk cId="1150418237" sldId="432"/>
            <ac:spMk id="4" creationId="{599DBA5D-5457-E9B7-9413-AA319D6C9A16}"/>
          </ac:spMkLst>
        </pc:spChg>
        <pc:spChg chg="mod">
          <ac:chgData name="Hartanto Tantriawan" userId="82e33306d5002250" providerId="LiveId" clId="{5753A697-1038-5003-83F6-CC341650460F}" dt="2026-02-25T02:07:35.951" v="9010" actId="255"/>
          <ac:spMkLst>
            <pc:docMk/>
            <pc:sldMk cId="1150418237" sldId="432"/>
            <ac:spMk id="5" creationId="{C08D42D0-F9AB-E859-C963-BF83D6410890}"/>
          </ac:spMkLst>
        </pc:spChg>
        <pc:spChg chg="mod">
          <ac:chgData name="Hartanto Tantriawan" userId="82e33306d5002250" providerId="LiveId" clId="{5753A697-1038-5003-83F6-CC341650460F}" dt="2026-02-25T02:07:35.951" v="9010" actId="255"/>
          <ac:spMkLst>
            <pc:docMk/>
            <pc:sldMk cId="1150418237" sldId="432"/>
            <ac:spMk id="6" creationId="{76A265CA-999A-45E2-2F08-4C9472CD7EE0}"/>
          </ac:spMkLst>
        </pc:spChg>
        <pc:spChg chg="mod">
          <ac:chgData name="Hartanto Tantriawan" userId="82e33306d5002250" providerId="LiveId" clId="{5753A697-1038-5003-83F6-CC341650460F}" dt="2026-02-25T02:07:35.951" v="9010" actId="255"/>
          <ac:spMkLst>
            <pc:docMk/>
            <pc:sldMk cId="1150418237" sldId="432"/>
            <ac:spMk id="18" creationId="{B9E216CA-FBAF-FAC0-8295-51524FFA4534}"/>
          </ac:spMkLst>
        </pc:spChg>
        <pc:spChg chg="mod">
          <ac:chgData name="Hartanto Tantriawan" userId="82e33306d5002250" providerId="LiveId" clId="{5753A697-1038-5003-83F6-CC341650460F}" dt="2026-02-25T02:07:35.951" v="9010" actId="255"/>
          <ac:spMkLst>
            <pc:docMk/>
            <pc:sldMk cId="1150418237" sldId="432"/>
            <ac:spMk id="20" creationId="{DD4C0669-8A1E-CC28-18B8-0B2137B719A7}"/>
          </ac:spMkLst>
        </pc:spChg>
        <pc:spChg chg="mod">
          <ac:chgData name="Hartanto Tantriawan" userId="82e33306d5002250" providerId="LiveId" clId="{5753A697-1038-5003-83F6-CC341650460F}" dt="2026-02-25T02:07:35.951" v="9010" actId="255"/>
          <ac:spMkLst>
            <pc:docMk/>
            <pc:sldMk cId="1150418237" sldId="432"/>
            <ac:spMk id="21" creationId="{FF539798-33B6-284D-9943-088E2557ADE2}"/>
          </ac:spMkLst>
        </pc:spChg>
        <pc:spChg chg="mod">
          <ac:chgData name="Hartanto Tantriawan" userId="82e33306d5002250" providerId="LiveId" clId="{5753A697-1038-5003-83F6-CC341650460F}" dt="2026-02-25T02:07:35.951" v="9010" actId="255"/>
          <ac:spMkLst>
            <pc:docMk/>
            <pc:sldMk cId="1150418237" sldId="432"/>
            <ac:spMk id="22" creationId="{A41C966D-2BB6-51EE-273A-1BB8CF5D04E6}"/>
          </ac:spMkLst>
        </pc:spChg>
        <pc:spChg chg="mod">
          <ac:chgData name="Hartanto Tantriawan" userId="82e33306d5002250" providerId="LiveId" clId="{5753A697-1038-5003-83F6-CC341650460F}" dt="2026-02-25T02:07:35.951" v="9010" actId="255"/>
          <ac:spMkLst>
            <pc:docMk/>
            <pc:sldMk cId="1150418237" sldId="432"/>
            <ac:spMk id="29" creationId="{D9F692B6-3DB8-4086-E45A-A46D5673642E}"/>
          </ac:spMkLst>
        </pc:spChg>
        <pc:spChg chg="mod">
          <ac:chgData name="Hartanto Tantriawan" userId="82e33306d5002250" providerId="LiveId" clId="{5753A697-1038-5003-83F6-CC341650460F}" dt="2026-02-25T02:07:35.951" v="9010" actId="255"/>
          <ac:spMkLst>
            <pc:docMk/>
            <pc:sldMk cId="1150418237" sldId="432"/>
            <ac:spMk id="32" creationId="{F6B5F206-7AF9-DDF7-D384-1093890CF271}"/>
          </ac:spMkLst>
        </pc:spChg>
        <pc:grpChg chg="add mod">
          <ac:chgData name="Hartanto Tantriawan" userId="82e33306d5002250" providerId="LiveId" clId="{5753A697-1038-5003-83F6-CC341650460F}" dt="2026-02-25T02:07:44.350" v="9012" actId="1076"/>
          <ac:grpSpMkLst>
            <pc:docMk/>
            <pc:sldMk cId="1150418237" sldId="432"/>
            <ac:grpSpMk id="3" creationId="{317D0F5C-C987-7809-7460-D38863924F5F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448D0B6-00C7-CC96-4C3D-2054E8E2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78881C4-FA86-275C-E622-2FC4DE47A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B4E4A9B-E076-A339-AE5F-D363C0CF7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82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B4B9C76-F48E-A53B-330D-131E970D1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A00412C-AAB2-05EA-2E6E-E179ECE09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8D9C2FE-0E52-1406-3294-F176DBC1F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5603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810090A-88F1-B619-6554-05221222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D41C23A-9B0C-52F5-8368-6EE20B8DB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0A5165D-6F9D-4B30-0094-FEE75BCD3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774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E0514EDF-EE5E-B17F-9688-F467AAE0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4DA4355-EFAC-70CF-BED3-AD204FAA4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BF1C434-4FCD-E4C7-6B1F-778C63366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032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2B7C1FF-8919-C782-78A9-BEFA5717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26018C3-9C24-A1CC-68D6-26D4C4B039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4A1A8EF-6A26-916D-9B19-A05730A7C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4126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59E914F-329D-4119-EF5C-9722A7E7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F5EDD74-80B9-9D08-9591-1B4D2D837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1A191D7-A866-5D62-9FA2-BB79F179F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4058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: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Komposit</a:t>
            </a:r>
            <a:r>
              <a:rPr lang="en-US" dirty="0"/>
              <a:t> yang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Nama (</a:t>
            </a:r>
            <a:r>
              <a:rPr lang="en-US" dirty="0" err="1"/>
              <a:t>nama_depan</a:t>
            </a:r>
            <a:r>
              <a:rPr lang="en-US" dirty="0"/>
              <a:t>, </a:t>
            </a:r>
            <a:r>
              <a:rPr lang="en-US" dirty="0" err="1"/>
              <a:t>nama_Tengah</a:t>
            </a:r>
            <a:r>
              <a:rPr lang="en-US" dirty="0"/>
              <a:t>, </a:t>
            </a:r>
            <a:r>
              <a:rPr lang="en-US" dirty="0" err="1"/>
              <a:t>nama_blkng</a:t>
            </a:r>
            <a:r>
              <a:rPr lang="en-US" dirty="0"/>
              <a:t>)</a:t>
            </a:r>
          </a:p>
          <a:p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: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Kompoist</a:t>
            </a:r>
            <a:r>
              <a:rPr lang="en-US" dirty="0"/>
              <a:t> yang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Alamat (RT/RW, Desa, </a:t>
            </a:r>
            <a:r>
              <a:rPr lang="en-US" dirty="0" err="1"/>
              <a:t>Kec</a:t>
            </a:r>
            <a:r>
              <a:rPr lang="en-US" dirty="0"/>
              <a:t>)</a:t>
            </a:r>
          </a:p>
          <a:p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ketiga</a:t>
            </a:r>
            <a:r>
              <a:rPr lang="en-US" dirty="0"/>
              <a:t>: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ERD </a:t>
            </a:r>
            <a:r>
              <a:rPr lang="en-US" dirty="0" err="1"/>
              <a:t>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459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B714C28E-39AB-F3F6-C9AC-050F9E75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B20C3651-8729-D3E4-E84C-66355BC98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4EB13C1-B44A-10B0-0DAB-98D91B857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84371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D4EF523C-0E7B-75A8-7BD1-B39FD134A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6BA0BA2-2532-1EB5-84A1-14441AACB9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E2EB525-3CB8-79EE-F0D5-BE61869FD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52299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DEAD9E2C-EC0E-2771-30CE-C2349AC86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DCCB773-6908-A8A5-DE66-628262684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FF4D04E-5A65-9D44-7476-381265B42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dirty="0"/>
              <a:t>Dalam </a:t>
            </a:r>
            <a:r>
              <a:rPr lang="en-ID" dirty="0" err="1"/>
              <a:t>desain</a:t>
            </a:r>
            <a:r>
              <a:rPr lang="en-ID" dirty="0"/>
              <a:t> database (Model ER), </a:t>
            </a:r>
            <a:r>
              <a:rPr lang="en-ID" b="1" dirty="0" err="1"/>
              <a:t>relasi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menghubungkan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data </a:t>
            </a:r>
            <a:r>
              <a:rPr lang="en-ID" dirty="0" err="1"/>
              <a:t>dengan</a:t>
            </a:r>
            <a:r>
              <a:rPr lang="en-ID" dirty="0"/>
              <a:t> data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r>
              <a:rPr lang="en-ID" b="1" dirty="0" err="1"/>
              <a:t>Entitas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objeknya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Rekening</a:t>
            </a:r>
            <a:r>
              <a:rPr lang="en-ID" dirty="0"/>
              <a:t>).</a:t>
            </a:r>
          </a:p>
          <a:p>
            <a:r>
              <a:rPr lang="en-ID" b="1" dirty="0"/>
              <a:t>Relationship Set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kumpulan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hubungan-hubungan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daftar </a:t>
            </a:r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rekening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78419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Relationship Set Borrower </a:t>
            </a:r>
            <a:r>
              <a:rPr lang="en-US" dirty="0" err="1"/>
              <a:t>terbentuk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Entitas</a:t>
            </a:r>
            <a:r>
              <a:rPr lang="en-US" dirty="0"/>
              <a:t> Customer dan </a:t>
            </a:r>
            <a:r>
              <a:rPr lang="en-US" dirty="0" err="1"/>
              <a:t>Entitas</a:t>
            </a:r>
            <a:r>
              <a:rPr lang="en-US" dirty="0"/>
              <a:t> Loan.</a:t>
            </a:r>
          </a:p>
        </p:txBody>
      </p:sp>
    </p:spTree>
    <p:extLst>
      <p:ext uri="{BB962C8B-B14F-4D97-AF65-F5344CB8AC3E}">
        <p14:creationId xmlns:p14="http://schemas.microsoft.com/office/powerpoint/2010/main" val="2229122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F8E95F9-33A7-F69E-07C3-51A35B075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D2572389-713F-B139-ABCC-08E8CCBAA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1E01E1B-A9F7-6ECE-865B-E2A10E1DB4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b="1" dirty="0" err="1"/>
              <a:t>Keterangan</a:t>
            </a:r>
            <a:r>
              <a:rPr lang="en-ID" b="1" dirty="0"/>
              <a:t> Gambar:</a:t>
            </a:r>
            <a:endParaRPr lang="en-ID" dirty="0"/>
          </a:p>
          <a:p>
            <a:r>
              <a:rPr lang="en-ID" b="1" dirty="0"/>
              <a:t>customer(customer-name)</a:t>
            </a:r>
            <a:r>
              <a:rPr lang="en-ID" dirty="0"/>
              <a:t>: Daftar nama </a:t>
            </a:r>
            <a:r>
              <a:rPr lang="en-ID" dirty="0" err="1"/>
              <a:t>nasabah</a:t>
            </a:r>
            <a:r>
              <a:rPr lang="en-ID" dirty="0"/>
              <a:t> (Johnson, Smith, Hayes, Turner, Jones, Lindsay).</a:t>
            </a:r>
          </a:p>
          <a:p>
            <a:r>
              <a:rPr lang="en-ID" b="1" dirty="0"/>
              <a:t>depositor(access-date)</a:t>
            </a:r>
            <a:r>
              <a:rPr lang="en-ID" dirty="0"/>
              <a:t>: Daftar </a:t>
            </a:r>
            <a:r>
              <a:rPr lang="en-ID" dirty="0" err="1"/>
              <a:t>tanggal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yang </a:t>
            </a:r>
            <a:r>
              <a:rPr lang="en-ID" dirty="0" err="1"/>
              <a:t>menghubungkan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rekening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r>
              <a:rPr lang="en-ID" b="1" dirty="0"/>
              <a:t>account(account-number)</a:t>
            </a:r>
            <a:r>
              <a:rPr lang="en-ID" dirty="0"/>
              <a:t>: Daftar </a:t>
            </a:r>
            <a:r>
              <a:rPr lang="en-ID" dirty="0" err="1"/>
              <a:t>nomor</a:t>
            </a:r>
            <a:r>
              <a:rPr lang="en-ID" dirty="0"/>
              <a:t> </a:t>
            </a:r>
            <a:r>
              <a:rPr lang="en-ID" dirty="0" err="1"/>
              <a:t>rekening</a:t>
            </a:r>
            <a:r>
              <a:rPr lang="en-ID" dirty="0"/>
              <a:t> (A-101, A-215, A-102, A-305, A-201, A-222, A-217).</a:t>
            </a:r>
          </a:p>
        </p:txBody>
      </p:sp>
    </p:spTree>
    <p:extLst>
      <p:ext uri="{BB962C8B-B14F-4D97-AF65-F5344CB8AC3E}">
        <p14:creationId xmlns:p14="http://schemas.microsoft.com/office/powerpoint/2010/main" val="795478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2BECB746-F71C-A619-D243-E7150274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502A1471-B99E-6348-4549-ADE548D44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9A6CEF0-90D3-C4CA-2649-7E11271E6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47996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D70BD1D-9F7D-A9F5-DC88-A44D4FF9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D6BEFF18-F9C4-1D69-405E-072BFF4718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4521FFF-15B0-AABD-2988-BF1DFBC2D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21775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0DCC534-4135-4AE9-F47F-6F61C76A0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5F63B3CC-6D80-1AB6-6622-B0DA8D916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C73D807-5BE5-A8B8-C2F9-54FB557E31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568909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E35B5AF8-D2F3-0008-BB4E-932A54257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D0E4680-959C-E5FE-018A-E8F74F2A5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86F1FAD-FC30-96C2-825C-21A73E6C3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545070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8ECB9D1F-FE40-49A3-98AF-5948A123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59FEFC9-4E9A-C896-2584-88E13CC52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22FBB0F-8173-772D-FC39-5662D883C9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15099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5B9DF7E-07BE-D616-2E37-42200B2E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78EAF74-395D-71AF-F52D-E55D8D813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E91E2E73-82A5-B7B5-CB3F-1EE6A7741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085505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CA44C85-1DA3-BBD2-4200-3D979744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6B04346E-574B-3F2D-44B8-368CB67BD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7EEA0D0-B130-7F8F-85F9-A213CA36F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491954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5225FF6-E1E3-933B-1762-6E86B481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0A024DA6-A8E8-D3D6-D2D4-8F739CC345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EB271B24-6E5B-1336-2854-7556385C9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467540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8FDF69B-5989-9FC6-9810-206D1F30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01CC552A-1639-DE88-1101-D0714DC26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6DAF0DD-4DB3-9153-B6CF-B451AC9840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245758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F16110A-E2C8-1459-07E2-E44209EE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7117EC3-9F92-AD25-E122-E11D497A64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E1D6AF2D-6DD4-1A88-1A6D-A578630736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232152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014F455-E583-734D-69AF-ED007724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C53A61C-1478-60BB-7E91-AE07DDF45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DA9A1AD8-662A-C788-92D6-80C1097271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176064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1D9D5DB-1C3F-D0EA-6E4E-757B47A4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3B17396-1876-C4FD-22D4-EA7411DAD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D733187F-0037-793D-2CF6-69E5A9C36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812733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7621A0F-36BD-D52A-D970-D16E9F12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A45EC2F9-B420-9F65-E90F-1AA416F5D1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B6833F6-DADF-B296-128D-88FE26B8BE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764324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B5D50CF9-ECBA-B590-781E-8B84D50D5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2529364-96D6-3B3A-BAA3-D633E3175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45711C3-55EA-3534-F5E3-7C10C689BF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293623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70433787-3D00-8BC5-6609-AFF69C7E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1D07E2F0-C9C6-E05E-1CBA-F3C1A95181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74852D98-EF6B-A3AE-6C88-7B8A2558AC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59340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5D6DBD2-548F-F99F-AF65-DB7B053A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039EFAE6-68E8-2D53-0B98-824D1B3FF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52D3685-EF26-B7E0-B061-3242ECB88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70463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8AB41E46-4B39-7BB5-A147-137577C36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4D28E391-F4E1-C6F1-88FE-EDBA29277F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DD142E6-B284-93A8-B312-176D40E64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178644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E5707683-3D94-943C-D0F3-F8517167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76EF238-9F7E-F720-7FAB-8766D6E492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5948EE2-2C26-58B5-6C79-0E4BEB367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770846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D1EAACC9-5428-D1AE-2286-10AEDB47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ABBC52E4-621F-AFEA-4585-712F47EA9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78E3F5E-9A2B-D01E-C6DB-671CBBD24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610273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B7A9A2BA-152B-11F2-4D3C-254DBB39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32CFCF17-3BEE-D561-B852-DCC550AA4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D9418F2-BCDD-EA75-002F-798DF3A660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ID" b="1" dirty="0" err="1"/>
              <a:t>Keterangan</a:t>
            </a:r>
            <a:r>
              <a:rPr lang="en-ID" b="1" dirty="0"/>
              <a:t> pada Gambar:</a:t>
            </a:r>
            <a:endParaRPr lang="en-ID" dirty="0"/>
          </a:p>
          <a:p>
            <a:r>
              <a:rPr lang="en-ID" b="1" dirty="0"/>
              <a:t>customer</a:t>
            </a:r>
            <a:r>
              <a:rPr lang="en-ID" dirty="0"/>
              <a:t>: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i="1" dirty="0"/>
              <a:t>customer-id</a:t>
            </a:r>
            <a:r>
              <a:rPr lang="en-ID" dirty="0"/>
              <a:t> (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), </a:t>
            </a:r>
            <a:r>
              <a:rPr lang="en-ID" i="1" dirty="0"/>
              <a:t>customer-name</a:t>
            </a:r>
            <a:r>
              <a:rPr lang="en-ID" dirty="0"/>
              <a:t>, </a:t>
            </a:r>
            <a:r>
              <a:rPr lang="en-ID" i="1" dirty="0"/>
              <a:t>customer-street</a:t>
            </a:r>
            <a:r>
              <a:rPr lang="en-ID" dirty="0"/>
              <a:t>, dan </a:t>
            </a:r>
            <a:r>
              <a:rPr lang="en-ID" i="1" dirty="0"/>
              <a:t>customer-city</a:t>
            </a:r>
            <a:r>
              <a:rPr lang="en-ID" dirty="0"/>
              <a:t>.</a:t>
            </a:r>
          </a:p>
          <a:p>
            <a:r>
              <a:rPr lang="en-ID" b="1" dirty="0"/>
              <a:t>borrower</a:t>
            </a:r>
            <a:r>
              <a:rPr lang="en-ID" dirty="0"/>
              <a:t>: </a:t>
            </a:r>
            <a:r>
              <a:rPr lang="en-ID" dirty="0" err="1"/>
              <a:t>Relasi</a:t>
            </a:r>
            <a:r>
              <a:rPr lang="en-ID" dirty="0"/>
              <a:t> yang </a:t>
            </a:r>
            <a:r>
              <a:rPr lang="en-ID" dirty="0" err="1"/>
              <a:t>menghubungkan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pinjaman</a:t>
            </a:r>
            <a:r>
              <a:rPr lang="en-ID" dirty="0"/>
              <a:t>.</a:t>
            </a:r>
          </a:p>
          <a:p>
            <a:r>
              <a:rPr lang="en-ID" b="1" dirty="0"/>
              <a:t>loan</a:t>
            </a:r>
            <a:r>
              <a:rPr lang="en-ID" dirty="0"/>
              <a:t>: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pinjaman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i="1" dirty="0"/>
              <a:t>loan-number</a:t>
            </a:r>
            <a:r>
              <a:rPr lang="en-ID" dirty="0"/>
              <a:t> (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) dan </a:t>
            </a:r>
            <a:r>
              <a:rPr lang="en-ID" i="1" dirty="0"/>
              <a:t>amount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467119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84034C42-CE86-E5BC-A99E-2287562B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915F588-01E5-4778-1597-D5BBC4D8C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B6DA253-0E6F-19F2-5C27-4CE682CE6C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764294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AD5211DA-F50D-14D9-30F9-6E9023BA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7B8FD8F-FD21-C979-64D6-930C95E63A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320E9CD-195B-6E33-256A-2B47ADAAA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904113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72B0BE-A1C6-42E1-A9EC-3896A9C7DD13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In a many-to-one relationship a loan is associated with several (including 0) customers via </a:t>
            </a:r>
            <a:r>
              <a:rPr lang="en-US" i="1" dirty="0"/>
              <a:t>borrower</a:t>
            </a:r>
            <a:r>
              <a:rPr lang="en-US" dirty="0"/>
              <a:t>, a customer is associated with at most one loan via </a:t>
            </a:r>
            <a:r>
              <a:rPr lang="en-US" i="1" dirty="0"/>
              <a:t>borrower</a:t>
            </a:r>
            <a:endParaRPr lang="en-US" dirty="0"/>
          </a:p>
          <a:p>
            <a:endParaRPr lang="en-US" dirty="0"/>
          </a:p>
          <a:p>
            <a:r>
              <a:rPr lang="en-US" dirty="0"/>
              <a:t>In a many-to-many relationship:</a:t>
            </a:r>
          </a:p>
          <a:p>
            <a:pPr lvl="1">
              <a:buFontTx/>
              <a:buChar char="•"/>
            </a:pPr>
            <a:r>
              <a:rPr lang="en-US" dirty="0"/>
              <a:t>A customer is associated with several (possibly 0) loans via borrower</a:t>
            </a:r>
          </a:p>
          <a:p>
            <a:pPr lvl="1">
              <a:buFontTx/>
              <a:buChar char="•"/>
            </a:pPr>
            <a:r>
              <a:rPr lang="en-US" dirty="0"/>
              <a:t>A loan is associated with several (possibly 0) customers via borrower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632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062FB1E-209A-CDE8-E5AF-16DE9482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56339E5-BBF0-F0C0-4A1E-DB0E1F794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C64A841-E268-9445-D6C7-6190E031B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438843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8BF8772-A9FF-8893-1D91-F32F8D383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1E46C8D-9F44-B367-9124-456208A2BD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AE1C373-DEFD-31FA-84D5-B74CC47CE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855347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EE865B6-C52E-BBCE-389A-62E21F073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F92093A-7E0E-DA13-EF08-9C563CB93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35520B7-43B0-1CEB-42DB-1413821A6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337453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EF7E5D3-9B58-1C6A-D121-577385BF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92A34DA-9CF1-4A05-66C2-12AC8C6A9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8D52336-3E6B-9510-D5E3-50254A585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70364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3F2C2DA-9376-AF51-8AA7-53EF77820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4FC2136-31C5-E825-1369-7E6F8B743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A8195A9-1AA8-C097-AAB7-3F69415618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169871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20257182-5B70-51AE-8DA2-537827A0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11682DB4-2A38-D518-6274-32BBB84E9A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744A0E13-D669-08C3-6731-01987F770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53606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3B74FF9-63E6-6FD7-3175-FB0A4414A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419DF0D-FFB2-81A5-7B45-CCABB202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30D012A-48C6-277E-13D1-53594471A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184083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5BD2D9A-1212-E7C5-61F9-E525F72B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44C3429-9FF9-EF75-CC34-662104EC1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3CED5B1-BA40-7765-A4A2-D9CF34222A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827198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EBB8B814-7126-59EB-81F5-D5B19362A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732A51A-56E6-3A56-E236-C96140F81D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AA1DD49-C905-C08A-E764-C9D3B98DC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1026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6EEB-BA7B-4E3F-85BA-AC1D11E4D574}" type="datetime1">
              <a:rPr lang="en-US" smtClean="0"/>
              <a:pPr/>
              <a:t>2/25/26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 Modeling (Taken from the slides of the original books and modified by TW)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A008-1658-481F-B325-0100205FD8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4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6738-FD4E-49B9-AD9A-CDCF0CA1122B}" type="datetime1">
              <a:rPr lang="en-US" smtClean="0"/>
              <a:pPr/>
              <a:t>2/25/26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 Modeling (Taken from the slides of the original books and modified by TW)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A008-1658-481F-B325-0100205FD8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90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  <p:sldLayoutId id="2147483658" r:id="rId6"/>
    <p:sldLayoutId id="2147483669" r:id="rId7"/>
    <p:sldLayoutId id="2147483670" r:id="rId8"/>
    <p:sldLayoutId id="2147483674" r:id="rId9"/>
    <p:sldLayoutId id="214748367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11431" y="1580601"/>
            <a:ext cx="7124472" cy="7386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Entity Relationship </a:t>
            </a:r>
            <a:br>
              <a:rPr lang="en" dirty="0"/>
            </a:br>
            <a:r>
              <a:rPr lang="en" dirty="0"/>
              <a:t>Modelling</a:t>
            </a:r>
            <a:endParaRPr dirty="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36900" y="2621351"/>
            <a:ext cx="4384800" cy="1283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Oleh:</a:t>
            </a:r>
          </a:p>
          <a:p>
            <a:pPr marL="0" lvl="0" indent="0"/>
            <a:r>
              <a:rPr lang="es-ES" b="1" dirty="0"/>
              <a:t>Ir. </a:t>
            </a:r>
            <a:r>
              <a:rPr lang="es-ES" b="1" dirty="0" err="1"/>
              <a:t>Hira</a:t>
            </a:r>
            <a:r>
              <a:rPr lang="es-ES" b="1" dirty="0"/>
              <a:t> </a:t>
            </a:r>
            <a:r>
              <a:rPr lang="es-ES" b="1" dirty="0" err="1"/>
              <a:t>Laksmiwati</a:t>
            </a:r>
            <a:r>
              <a:rPr lang="es-ES" b="1" dirty="0"/>
              <a:t> </a:t>
            </a:r>
            <a:r>
              <a:rPr lang="es-ES" b="1" dirty="0" err="1"/>
              <a:t>Soemitro</a:t>
            </a:r>
            <a:r>
              <a:rPr lang="es-ES" b="1" dirty="0"/>
              <a:t>, </a:t>
            </a:r>
            <a:r>
              <a:rPr lang="es-ES" b="1" dirty="0" err="1"/>
              <a:t>M.Sc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Hartanto Tantriawan, S.Kom., M.Kom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Arief Ichwani, S.Kom., M.Cs</a:t>
            </a:r>
            <a:endParaRPr b="1"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09335" y="143296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BDBD1D-B19A-2CFF-AF17-E22C0572092A}"/>
              </a:ext>
            </a:extLst>
          </p:cNvPr>
          <p:cNvSpPr txBox="1"/>
          <p:nvPr/>
        </p:nvSpPr>
        <p:spPr>
          <a:xfrm>
            <a:off x="1136900" y="4049092"/>
            <a:ext cx="51413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Program Studi Teknik Informatika</a:t>
            </a:r>
          </a:p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Institut Teknologi Sumatera</a:t>
            </a:r>
            <a:endParaRPr lang="en-US" b="1" dirty="0">
              <a:solidFill>
                <a:schemeClr val="tx1"/>
              </a:solidFill>
              <a:latin typeface="Hanken Grotesk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Hanken Grotesk" charset="0"/>
              </a:rPr>
              <a:t>2026</a:t>
            </a:r>
            <a:endParaRPr lang="en-ID" b="1" dirty="0">
              <a:solidFill>
                <a:schemeClr val="tx1"/>
              </a:solidFill>
              <a:latin typeface="Hanken Grotesk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Capaian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dirty="0"/>
          </a:p>
        </p:txBody>
      </p:sp>
      <p:sp>
        <p:nvSpPr>
          <p:cNvPr id="700" name="Google Shape;700;p29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3480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800" b="1" dirty="0" err="1"/>
              <a:t>Mendefinisikan</a:t>
            </a:r>
            <a:r>
              <a:rPr lang="en-ID" sz="2800" b="1" dirty="0"/>
              <a:t> </a:t>
            </a:r>
            <a:r>
              <a:rPr lang="en-ID" sz="2800" b="1" dirty="0" err="1"/>
              <a:t>terminologi</a:t>
            </a:r>
            <a:r>
              <a:rPr lang="en-ID" sz="2800" b="1" dirty="0"/>
              <a:t> </a:t>
            </a:r>
            <a:r>
              <a:rPr lang="en-ID" sz="2800" b="1" dirty="0" err="1"/>
              <a:t>dasar</a:t>
            </a:r>
            <a:r>
              <a:rPr lang="en-ID" sz="2800" b="1" dirty="0"/>
              <a:t> yang </a:t>
            </a:r>
            <a:r>
              <a:rPr lang="en-ID" sz="2800" b="1" dirty="0" err="1"/>
              <a:t>digunakan</a:t>
            </a:r>
            <a:r>
              <a:rPr lang="en-ID" sz="2800" b="1" dirty="0"/>
              <a:t> </a:t>
            </a:r>
            <a:r>
              <a:rPr lang="en-ID" sz="2800" b="1" dirty="0" err="1"/>
              <a:t>dalam</a:t>
            </a:r>
            <a:r>
              <a:rPr lang="en-ID" sz="2800" b="1" dirty="0"/>
              <a:t> model data ER</a:t>
            </a:r>
            <a:r>
              <a:rPr lang="en-ID" sz="2800" dirty="0"/>
              <a:t>. </a:t>
            </a:r>
          </a:p>
          <a:p>
            <a:r>
              <a:rPr lang="en-ID" sz="2800" b="1" dirty="0" err="1"/>
              <a:t>Menjelaskan</a:t>
            </a:r>
            <a:r>
              <a:rPr lang="en-ID" sz="2800" b="1" dirty="0"/>
              <a:t> </a:t>
            </a:r>
            <a:r>
              <a:rPr lang="en-ID" sz="2800" b="1" dirty="0" err="1"/>
              <a:t>prinsip-prinsip</a:t>
            </a:r>
            <a:r>
              <a:rPr lang="en-ID" sz="2800" b="1" dirty="0"/>
              <a:t> </a:t>
            </a:r>
            <a:r>
              <a:rPr lang="en-ID" sz="2800" b="1" dirty="0" err="1"/>
              <a:t>dasar</a:t>
            </a:r>
            <a:r>
              <a:rPr lang="en-ID" sz="2800" b="1" dirty="0"/>
              <a:t> </a:t>
            </a:r>
            <a:r>
              <a:rPr lang="en-ID" sz="2800" b="1" dirty="0" err="1"/>
              <a:t>dari</a:t>
            </a:r>
            <a:r>
              <a:rPr lang="en-ID" sz="2800" b="1" dirty="0"/>
              <a:t> model data ER</a:t>
            </a:r>
            <a:r>
              <a:rPr lang="en-ID" sz="2800" dirty="0"/>
              <a:t>. </a:t>
            </a:r>
          </a:p>
          <a:p>
            <a:r>
              <a:rPr lang="en-ID" sz="2800" b="1" dirty="0" err="1"/>
              <a:t>Menerapkan</a:t>
            </a:r>
            <a:r>
              <a:rPr lang="en-ID" sz="2800" b="1" dirty="0"/>
              <a:t> </a:t>
            </a:r>
            <a:r>
              <a:rPr lang="en-ID" sz="2800" b="1" dirty="0" err="1"/>
              <a:t>konsep</a:t>
            </a:r>
            <a:r>
              <a:rPr lang="en-ID" sz="2800" b="1" dirty="0"/>
              <a:t> </a:t>
            </a:r>
            <a:r>
              <a:rPr lang="en-ID" sz="2800" b="1" dirty="0" err="1"/>
              <a:t>pemodelan</a:t>
            </a:r>
            <a:r>
              <a:rPr lang="en-ID" sz="2800" b="1" dirty="0"/>
              <a:t> </a:t>
            </a:r>
            <a:r>
              <a:rPr lang="en-ID" sz="2800" b="1" dirty="0" err="1"/>
              <a:t>dasar</a:t>
            </a:r>
            <a:r>
              <a:rPr lang="en-ID" sz="2800" b="1" dirty="0"/>
              <a:t> dan </a:t>
            </a:r>
            <a:r>
              <a:rPr lang="en-ID" sz="2800" b="1" dirty="0" err="1"/>
              <a:t>notasi</a:t>
            </a:r>
            <a:r>
              <a:rPr lang="en-ID" sz="2800" b="1" dirty="0"/>
              <a:t> </a:t>
            </a:r>
            <a:r>
              <a:rPr lang="en-ID" sz="2800" b="1" dirty="0" err="1"/>
              <a:t>dari</a:t>
            </a:r>
            <a:r>
              <a:rPr lang="en-ID" sz="2800" b="1" dirty="0"/>
              <a:t> model data ER</a:t>
            </a:r>
            <a:r>
              <a:rPr lang="en-ID" sz="2800" dirty="0"/>
              <a:t>. </a:t>
            </a:r>
          </a:p>
          <a:p>
            <a:r>
              <a:rPr lang="en-ID" sz="2800" b="1" dirty="0" err="1"/>
              <a:t>Menerapkan</a:t>
            </a:r>
            <a:r>
              <a:rPr lang="en-ID" sz="2800" b="1" dirty="0"/>
              <a:t> </a:t>
            </a:r>
            <a:r>
              <a:rPr lang="en-ID" sz="2800" b="1" dirty="0" err="1"/>
              <a:t>konsep</a:t>
            </a:r>
            <a:r>
              <a:rPr lang="en-ID" sz="2800" b="1" dirty="0"/>
              <a:t> </a:t>
            </a:r>
            <a:r>
              <a:rPr lang="en-ID" sz="2800" b="1" dirty="0" err="1"/>
              <a:t>pemodelan</a:t>
            </a:r>
            <a:r>
              <a:rPr lang="en-ID" sz="2800" b="1" dirty="0"/>
              <a:t> </a:t>
            </a:r>
            <a:r>
              <a:rPr lang="en-ID" sz="2800" b="1" dirty="0" err="1"/>
              <a:t>lanjutan</a:t>
            </a:r>
            <a:r>
              <a:rPr lang="en-ID" sz="2800" b="1" dirty="0"/>
              <a:t> dan </a:t>
            </a:r>
            <a:r>
              <a:rPr lang="en-ID" sz="2800" b="1" dirty="0" err="1"/>
              <a:t>notasi</a:t>
            </a:r>
            <a:r>
              <a:rPr lang="en-ID" sz="2800" b="1" dirty="0"/>
              <a:t> </a:t>
            </a:r>
            <a:r>
              <a:rPr lang="en-ID" sz="2800" b="1" dirty="0" err="1"/>
              <a:t>dari</a:t>
            </a:r>
            <a:r>
              <a:rPr lang="en-ID" sz="2800" b="1" dirty="0"/>
              <a:t> model data ER</a:t>
            </a:r>
            <a:r>
              <a:rPr lang="en-ID" sz="2800" dirty="0"/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Kumpulan </a:t>
            </a:r>
            <a:r>
              <a:rPr lang="en" dirty="0" err="1"/>
              <a:t>Entitas</a:t>
            </a:r>
            <a:r>
              <a:rPr lang="en" dirty="0"/>
              <a:t> (Entity Sets)</a:t>
            </a:r>
            <a:endParaRPr dirty="0"/>
          </a:p>
        </p:txBody>
      </p:sp>
      <p:sp>
        <p:nvSpPr>
          <p:cNvPr id="763" name="Google Shape;763;p33"/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1800" b="1" dirty="0" err="1"/>
              <a:t>Sebuah</a:t>
            </a:r>
            <a:r>
              <a:rPr lang="en-ID" sz="1800" b="1" dirty="0"/>
              <a:t> basis data </a:t>
            </a:r>
            <a:r>
              <a:rPr lang="en-ID" sz="1800" b="1" dirty="0" err="1"/>
              <a:t>dapat</a:t>
            </a:r>
            <a:r>
              <a:rPr lang="en-ID" sz="1800" b="1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dimodelkan</a:t>
            </a:r>
            <a:r>
              <a:rPr lang="en-ID" sz="1800" b="1" dirty="0"/>
              <a:t> </a:t>
            </a:r>
            <a:r>
              <a:rPr lang="en-ID" sz="1800" b="1" dirty="0" err="1"/>
              <a:t>sebagai</a:t>
            </a:r>
            <a:r>
              <a:rPr lang="en-ID" sz="1800" dirty="0"/>
              <a:t>:</a:t>
            </a:r>
            <a:endParaRPr lang="en-ID" sz="2000" dirty="0"/>
          </a:p>
          <a:p>
            <a:pPr lvl="1" algn="l">
              <a:buFont typeface="Wingdings" pitchFamily="2" charset="2"/>
              <a:buChar char="Ø"/>
            </a:pPr>
            <a:r>
              <a:rPr lang="en-ID" sz="1600" dirty="0"/>
              <a:t>Kumpulan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entitas-entitas</a:t>
            </a:r>
            <a:r>
              <a:rPr lang="en-ID" sz="1600" dirty="0"/>
              <a:t>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600" dirty="0" err="1"/>
              <a:t>Hubungan</a:t>
            </a:r>
            <a:r>
              <a:rPr lang="en-ID" sz="1600" dirty="0"/>
              <a:t> (</a:t>
            </a:r>
            <a:r>
              <a:rPr lang="en-ID" sz="1600" i="1" dirty="0"/>
              <a:t>relationship</a:t>
            </a:r>
            <a:r>
              <a:rPr lang="en-ID" sz="1600" dirty="0"/>
              <a:t>) </a:t>
            </a:r>
            <a:r>
              <a:rPr lang="en-ID" sz="1600" dirty="0" err="1"/>
              <a:t>antar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.</a:t>
            </a:r>
            <a:endParaRPr lang="en-ID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1800" b="1" dirty="0" err="1">
                <a:solidFill>
                  <a:srgbClr val="FFC000"/>
                </a:solidFill>
              </a:rPr>
              <a:t>Entitas</a:t>
            </a:r>
            <a:r>
              <a:rPr lang="en-ID" sz="1800" b="1" dirty="0"/>
              <a:t> (</a:t>
            </a:r>
            <a:r>
              <a:rPr lang="en-ID" sz="1800" b="1" i="1" dirty="0">
                <a:solidFill>
                  <a:srgbClr val="FF0000"/>
                </a:solidFill>
              </a:rPr>
              <a:t>Entity</a:t>
            </a:r>
            <a:r>
              <a:rPr lang="en-ID" sz="1800" b="1" dirty="0"/>
              <a:t>)</a:t>
            </a:r>
            <a:r>
              <a:rPr lang="en-ID" sz="1800" dirty="0"/>
              <a:t>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/>
              <a:t>objek</a:t>
            </a:r>
            <a:r>
              <a:rPr lang="en-ID" sz="1800" dirty="0"/>
              <a:t> yang </a:t>
            </a:r>
            <a:r>
              <a:rPr lang="en-ID" sz="1800" dirty="0" err="1"/>
              <a:t>eksis</a:t>
            </a:r>
            <a:r>
              <a:rPr lang="en-ID" sz="1800" dirty="0"/>
              <a:t> dan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dibedakan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objek</a:t>
            </a:r>
            <a:r>
              <a:rPr lang="en-ID" sz="1800" dirty="0"/>
              <a:t> </a:t>
            </a:r>
            <a:r>
              <a:rPr lang="en-ID" sz="1800" dirty="0" err="1"/>
              <a:t>lainnya</a:t>
            </a:r>
            <a:r>
              <a:rPr lang="en-ID" sz="1800" dirty="0"/>
              <a:t>. </a:t>
            </a:r>
            <a:r>
              <a:rPr lang="en-ID" sz="1800" dirty="0" err="1"/>
              <a:t>Contohnya</a:t>
            </a:r>
            <a:r>
              <a:rPr lang="en-ID" sz="1800" dirty="0"/>
              <a:t> </a:t>
            </a:r>
            <a:r>
              <a:rPr lang="en-ID" sz="1800" dirty="0" err="1"/>
              <a:t>mencakup</a:t>
            </a:r>
            <a:r>
              <a:rPr lang="en-ID" sz="1800" dirty="0"/>
              <a:t>:</a:t>
            </a:r>
            <a:endParaRPr lang="en-ID" sz="2000" dirty="0"/>
          </a:p>
          <a:p>
            <a:pPr lvl="1" algn="l">
              <a:buFont typeface="Wingdings" pitchFamily="2" charset="2"/>
              <a:buChar char="Ø"/>
            </a:pPr>
            <a:r>
              <a:rPr lang="en-ID" sz="1600" b="1" dirty="0"/>
              <a:t>Orang</a:t>
            </a:r>
            <a:r>
              <a:rPr lang="en-ID" sz="1600" dirty="0"/>
              <a:t>: </a:t>
            </a:r>
            <a:r>
              <a:rPr lang="en-ID" sz="1600" dirty="0" err="1"/>
              <a:t>karyawan</a:t>
            </a:r>
            <a:r>
              <a:rPr lang="en-ID" sz="1600" dirty="0"/>
              <a:t>, </a:t>
            </a:r>
            <a:r>
              <a:rPr lang="en-ID" sz="1600" dirty="0" err="1"/>
              <a:t>mahasiswa</a:t>
            </a:r>
            <a:r>
              <a:rPr lang="en-ID" sz="1600" dirty="0"/>
              <a:t>, </a:t>
            </a:r>
            <a:r>
              <a:rPr lang="en-ID" sz="1600" dirty="0" err="1"/>
              <a:t>pasien</a:t>
            </a:r>
            <a:r>
              <a:rPr lang="en-ID" sz="1600" dirty="0"/>
              <a:t>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600" b="1" dirty="0" err="1"/>
              <a:t>Tempat</a:t>
            </a:r>
            <a:r>
              <a:rPr lang="en-ID" sz="1600" dirty="0"/>
              <a:t>: toko, </a:t>
            </a:r>
            <a:r>
              <a:rPr lang="en-ID" sz="1600" dirty="0" err="1"/>
              <a:t>gudang</a:t>
            </a:r>
            <a:r>
              <a:rPr lang="en-ID" sz="1600" dirty="0"/>
              <a:t>, negara.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600" b="1" dirty="0" err="1"/>
              <a:t>Objek</a:t>
            </a:r>
            <a:r>
              <a:rPr lang="en-ID" sz="1600" dirty="0"/>
              <a:t>: </a:t>
            </a:r>
            <a:r>
              <a:rPr lang="en-ID" sz="1600" dirty="0" err="1"/>
              <a:t>mesin</a:t>
            </a:r>
            <a:r>
              <a:rPr lang="en-ID" sz="1600" dirty="0"/>
              <a:t>, </a:t>
            </a:r>
            <a:r>
              <a:rPr lang="en-ID" sz="1600" dirty="0" err="1"/>
              <a:t>gedung</a:t>
            </a:r>
            <a:r>
              <a:rPr lang="en-ID" sz="1600" dirty="0"/>
              <a:t>, </a:t>
            </a:r>
            <a:r>
              <a:rPr lang="en-ID" sz="1600" dirty="0" err="1"/>
              <a:t>mobil</a:t>
            </a:r>
            <a:r>
              <a:rPr lang="en-ID" sz="1600" dirty="0"/>
              <a:t>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600" b="1" dirty="0" err="1"/>
              <a:t>Peristiwa</a:t>
            </a:r>
            <a:r>
              <a:rPr lang="en-ID" sz="1600" dirty="0"/>
              <a:t>: </a:t>
            </a:r>
            <a:r>
              <a:rPr lang="en-ID" sz="1600" dirty="0" err="1"/>
              <a:t>penjualan</a:t>
            </a:r>
            <a:r>
              <a:rPr lang="en-ID" sz="1600" dirty="0"/>
              <a:t>, </a:t>
            </a:r>
            <a:r>
              <a:rPr lang="en-ID" sz="1600" dirty="0" err="1"/>
              <a:t>registrasi</a:t>
            </a:r>
            <a:r>
              <a:rPr lang="en-ID" sz="1600" dirty="0"/>
              <a:t>, </a:t>
            </a:r>
            <a:r>
              <a:rPr lang="en-ID" sz="1600" dirty="0" err="1"/>
              <a:t>pembaruan</a:t>
            </a:r>
            <a:r>
              <a:rPr lang="en-ID" sz="1600" dirty="0"/>
              <a:t>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600" b="1" dirty="0" err="1"/>
              <a:t>Konsep</a:t>
            </a:r>
            <a:r>
              <a:rPr lang="en-ID" sz="1600" dirty="0"/>
              <a:t>: </a:t>
            </a:r>
            <a:r>
              <a:rPr lang="en-ID" sz="1600" dirty="0" err="1"/>
              <a:t>akun</a:t>
            </a:r>
            <a:r>
              <a:rPr lang="en-ID" sz="1600" dirty="0"/>
              <a:t>, </a:t>
            </a:r>
            <a:r>
              <a:rPr lang="en-ID" sz="1600" dirty="0" err="1"/>
              <a:t>mata</a:t>
            </a:r>
            <a:r>
              <a:rPr lang="en-ID" sz="1600" dirty="0"/>
              <a:t> </a:t>
            </a:r>
            <a:r>
              <a:rPr lang="en-ID" sz="1600" dirty="0" err="1"/>
              <a:t>kuliah</a:t>
            </a:r>
            <a:r>
              <a:rPr lang="en-ID" sz="1600" dirty="0"/>
              <a:t>, </a:t>
            </a:r>
            <a:r>
              <a:rPr lang="en-ID" sz="1600" dirty="0" err="1"/>
              <a:t>pusat</a:t>
            </a:r>
            <a:r>
              <a:rPr lang="en-ID" sz="1600" dirty="0"/>
              <a:t> </a:t>
            </a:r>
            <a:r>
              <a:rPr lang="en-ID" sz="1600" dirty="0" err="1"/>
              <a:t>kerja</a:t>
            </a:r>
            <a:r>
              <a:rPr lang="en-ID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b="1" dirty="0" err="1">
                <a:solidFill>
                  <a:srgbClr val="FFC000"/>
                </a:solidFill>
              </a:rPr>
              <a:t>Entitas</a:t>
            </a:r>
            <a:r>
              <a:rPr lang="en-ID" sz="1800" b="1" dirty="0"/>
              <a:t> </a:t>
            </a:r>
            <a:r>
              <a:rPr lang="en-ID" sz="1800" b="1" dirty="0" err="1"/>
              <a:t>memiliki</a:t>
            </a:r>
            <a:r>
              <a:rPr lang="en-ID" sz="1800" b="1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atribut</a:t>
            </a:r>
            <a:r>
              <a:rPr lang="en-ID" sz="1800" dirty="0"/>
              <a:t>. </a:t>
            </a:r>
            <a:r>
              <a:rPr lang="en-ID" sz="1800" dirty="0" err="1"/>
              <a:t>Contoh</a:t>
            </a:r>
            <a:r>
              <a:rPr lang="en-ID" sz="1800" dirty="0"/>
              <a:t>: orang </a:t>
            </a:r>
            <a:r>
              <a:rPr lang="en-ID" sz="1800" dirty="0" err="1"/>
              <a:t>memiliki</a:t>
            </a:r>
            <a:r>
              <a:rPr lang="en-ID" sz="1800" dirty="0"/>
              <a:t> nama dan </a:t>
            </a:r>
            <a:r>
              <a:rPr lang="en-ID" sz="1800" dirty="0" err="1"/>
              <a:t>alamat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b="1" dirty="0"/>
              <a:t>Kumpulan </a:t>
            </a:r>
            <a:r>
              <a:rPr lang="en-ID" sz="1800" b="1" dirty="0" err="1"/>
              <a:t>Entitas</a:t>
            </a:r>
            <a:r>
              <a:rPr lang="en-ID" sz="1800" b="1" dirty="0"/>
              <a:t> (</a:t>
            </a:r>
            <a:r>
              <a:rPr lang="en-ID" sz="1800" b="1" i="1" dirty="0">
                <a:solidFill>
                  <a:srgbClr val="FF0000"/>
                </a:solidFill>
              </a:rPr>
              <a:t>Entity</a:t>
            </a:r>
            <a:r>
              <a:rPr lang="en-ID" sz="1800" b="1" i="1" dirty="0"/>
              <a:t> </a:t>
            </a:r>
            <a:r>
              <a:rPr lang="en-ID" sz="1800" b="1" i="1" dirty="0">
                <a:solidFill>
                  <a:srgbClr val="FF0000"/>
                </a:solidFill>
              </a:rPr>
              <a:t>Set</a:t>
            </a:r>
            <a:r>
              <a:rPr lang="en-ID" sz="1800" b="1" dirty="0"/>
              <a:t>)</a:t>
            </a:r>
            <a:r>
              <a:rPr lang="en-ID" sz="1800" dirty="0"/>
              <a:t>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dirty="0" err="1">
                <a:solidFill>
                  <a:srgbClr val="FFC000"/>
                </a:solidFill>
              </a:rPr>
              <a:t>sekumpulan</a:t>
            </a:r>
            <a:r>
              <a:rPr lang="en-ID" sz="1800" dirty="0">
                <a:solidFill>
                  <a:srgbClr val="FFC000"/>
                </a:solidFill>
              </a:rPr>
              <a:t> </a:t>
            </a:r>
            <a:r>
              <a:rPr lang="en-ID" sz="1800" dirty="0" err="1">
                <a:solidFill>
                  <a:srgbClr val="FFC000"/>
                </a:solidFill>
              </a:rPr>
              <a:t>entitas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>
                <a:solidFill>
                  <a:srgbClr val="FFC000"/>
                </a:solidFill>
              </a:rPr>
              <a:t>tipe</a:t>
            </a:r>
            <a:r>
              <a:rPr lang="en-ID" sz="1800" dirty="0">
                <a:solidFill>
                  <a:srgbClr val="FFC000"/>
                </a:solidFill>
              </a:rPr>
              <a:t> yang </a:t>
            </a:r>
            <a:r>
              <a:rPr lang="en-ID" sz="1800" dirty="0" err="1">
                <a:solidFill>
                  <a:srgbClr val="FFC000"/>
                </a:solidFill>
              </a:rPr>
              <a:t>sama</a:t>
            </a:r>
            <a:r>
              <a:rPr lang="en-ID" sz="1800" dirty="0"/>
              <a:t> yang </a:t>
            </a:r>
            <a:r>
              <a:rPr lang="en-ID" sz="1800" dirty="0" err="1"/>
              <a:t>berbagi</a:t>
            </a:r>
            <a:r>
              <a:rPr lang="en-ID" sz="1800" dirty="0"/>
              <a:t> </a:t>
            </a:r>
            <a:r>
              <a:rPr lang="en-ID" sz="1800" dirty="0" err="1"/>
              <a:t>properti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ciri</a:t>
            </a:r>
            <a:r>
              <a:rPr lang="en-ID" sz="1800" dirty="0"/>
              <a:t> yang </a:t>
            </a:r>
            <a:r>
              <a:rPr lang="en-ID" sz="1800" dirty="0" err="1"/>
              <a:t>sama</a:t>
            </a:r>
            <a:r>
              <a:rPr lang="en-ID" sz="1800" dirty="0"/>
              <a:t>. </a:t>
            </a:r>
            <a:r>
              <a:rPr lang="en-ID" sz="1800" dirty="0" err="1"/>
              <a:t>Contoh</a:t>
            </a:r>
            <a:r>
              <a:rPr lang="en-ID" sz="1800" dirty="0"/>
              <a:t>: </a:t>
            </a:r>
            <a:r>
              <a:rPr lang="en-ID" sz="1800" dirty="0" err="1"/>
              <a:t>kumpulan</a:t>
            </a:r>
            <a:r>
              <a:rPr lang="en-ID" sz="1800" dirty="0"/>
              <a:t> </a:t>
            </a:r>
            <a:r>
              <a:rPr lang="en-ID" sz="1800" dirty="0" err="1"/>
              <a:t>semua</a:t>
            </a:r>
            <a:r>
              <a:rPr lang="en-ID" sz="1800" dirty="0"/>
              <a:t> orang, </a:t>
            </a:r>
            <a:r>
              <a:rPr lang="en-ID" sz="1800" dirty="0" err="1"/>
              <a:t>perusahaan</a:t>
            </a:r>
            <a:r>
              <a:rPr lang="en-ID" sz="1800" dirty="0"/>
              <a:t>, </a:t>
            </a:r>
            <a:r>
              <a:rPr lang="en-ID" sz="1800" dirty="0" err="1"/>
              <a:t>pohon</a:t>
            </a:r>
            <a:r>
              <a:rPr lang="en-ID" sz="1800" dirty="0"/>
              <a:t>,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hari</a:t>
            </a:r>
            <a:r>
              <a:rPr lang="en-ID" sz="1800" dirty="0"/>
              <a:t> </a:t>
            </a:r>
            <a:r>
              <a:rPr lang="en-ID" sz="1800" dirty="0" err="1"/>
              <a:t>libur</a:t>
            </a:r>
            <a:r>
              <a:rPr lang="en-ID" sz="1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50EFEB5-D5A7-07C1-61D7-049927C10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E4691C3-0CAD-E0F1-A23D-2B77F6EF9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Apa </a:t>
            </a:r>
            <a:r>
              <a:rPr lang="en" dirty="0" err="1"/>
              <a:t>saja</a:t>
            </a:r>
            <a:r>
              <a:rPr lang="en" dirty="0"/>
              <a:t> yang </a:t>
            </a:r>
            <a:r>
              <a:rPr lang="en" dirty="0" err="1"/>
              <a:t>bisa</a:t>
            </a:r>
            <a:r>
              <a:rPr lang="en" dirty="0"/>
              <a:t> </a:t>
            </a:r>
            <a:r>
              <a:rPr lang="en" dirty="0" err="1"/>
              <a:t>menjadi</a:t>
            </a:r>
            <a:r>
              <a:rPr lang="en" dirty="0"/>
              <a:t> </a:t>
            </a:r>
            <a:r>
              <a:rPr lang="en" dirty="0">
                <a:solidFill>
                  <a:srgbClr val="FFC000"/>
                </a:solidFill>
              </a:rPr>
              <a:t>“</a:t>
            </a:r>
            <a:r>
              <a:rPr lang="en" dirty="0" err="1">
                <a:solidFill>
                  <a:srgbClr val="FFC000"/>
                </a:solidFill>
              </a:rPr>
              <a:t>Entitas</a:t>
            </a:r>
            <a:r>
              <a:rPr lang="en" dirty="0">
                <a:solidFill>
                  <a:srgbClr val="FFC000"/>
                </a:solidFill>
              </a:rPr>
              <a:t>”</a:t>
            </a:r>
            <a:r>
              <a:rPr lang="en" dirty="0"/>
              <a:t>?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D4ABF2E5-2711-8885-3163-78A36359861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2000" b="1" dirty="0" err="1">
                <a:solidFill>
                  <a:srgbClr val="FFC000"/>
                </a:solidFill>
              </a:rPr>
              <a:t>Seharusnya</a:t>
            </a:r>
            <a:r>
              <a:rPr lang="en-ID" sz="2000" b="1" dirty="0"/>
              <a:t> (</a:t>
            </a:r>
            <a:r>
              <a:rPr lang="en-ID" sz="2000" b="1" dirty="0">
                <a:solidFill>
                  <a:srgbClr val="92D050"/>
                </a:solidFill>
              </a:rPr>
              <a:t>Bisa </a:t>
            </a:r>
            <a:r>
              <a:rPr lang="en-ID" sz="2000" b="1" dirty="0" err="1">
                <a:solidFill>
                  <a:srgbClr val="92D050"/>
                </a:solidFill>
              </a:rPr>
              <a:t>menjadi</a:t>
            </a:r>
            <a:r>
              <a:rPr lang="en-ID" sz="2000" b="1" dirty="0">
                <a:solidFill>
                  <a:srgbClr val="92D050"/>
                </a:solidFill>
              </a:rPr>
              <a:t> Entity</a:t>
            </a:r>
            <a:r>
              <a:rPr lang="en-ID" sz="2000" b="1" dirty="0"/>
              <a:t>):</a:t>
            </a:r>
            <a:endParaRPr lang="en-ID" sz="2000" dirty="0"/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objek</a:t>
            </a:r>
            <a:r>
              <a:rPr lang="en-ID" sz="2000" dirty="0"/>
              <a:t> yang </a:t>
            </a:r>
            <a:r>
              <a:rPr lang="en-ID" sz="2000" dirty="0" err="1"/>
              <a:t>akan</a:t>
            </a:r>
            <a:r>
              <a:rPr lang="en-ID" sz="2000" dirty="0"/>
              <a:t>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banyak</a:t>
            </a:r>
            <a:r>
              <a:rPr lang="en-ID" sz="2000" dirty="0"/>
              <a:t> </a:t>
            </a:r>
            <a:r>
              <a:rPr lang="en-ID" sz="2000" i="1" dirty="0"/>
              <a:t>instances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basis data.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objek</a:t>
            </a:r>
            <a:r>
              <a:rPr lang="en-ID" sz="2000" dirty="0"/>
              <a:t> yang </a:t>
            </a:r>
            <a:r>
              <a:rPr lang="en-ID" sz="2000" dirty="0" err="1"/>
              <a:t>akan</a:t>
            </a:r>
            <a:r>
              <a:rPr lang="en-ID" sz="2000" dirty="0"/>
              <a:t> </a:t>
            </a:r>
            <a:r>
              <a:rPr lang="en-ID" sz="2000" dirty="0" err="1"/>
              <a:t>terdiri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banyak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.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objek</a:t>
            </a:r>
            <a:r>
              <a:rPr lang="en-ID" sz="2000" dirty="0"/>
              <a:t> yang </a:t>
            </a:r>
            <a:r>
              <a:rPr lang="en-ID" sz="2000" dirty="0" err="1"/>
              <a:t>memang</a:t>
            </a:r>
            <a:r>
              <a:rPr lang="en-ID" sz="2000" dirty="0"/>
              <a:t> </a:t>
            </a:r>
            <a:r>
              <a:rPr lang="en-ID" sz="2000" dirty="0" err="1"/>
              <a:t>sedang</a:t>
            </a:r>
            <a:r>
              <a:rPr lang="en-ID" sz="2000" dirty="0"/>
              <a:t> </a:t>
            </a:r>
            <a:r>
              <a:rPr lang="en-ID" sz="2000" dirty="0" err="1"/>
              <a:t>kita</a:t>
            </a:r>
            <a:r>
              <a:rPr lang="en-ID" sz="2000" dirty="0"/>
              <a:t> </a:t>
            </a:r>
            <a:r>
              <a:rPr lang="en-ID" sz="2000" dirty="0" err="1"/>
              <a:t>coba</a:t>
            </a:r>
            <a:r>
              <a:rPr lang="en-ID" sz="2000" dirty="0"/>
              <a:t> </a:t>
            </a:r>
            <a:r>
              <a:rPr lang="en-ID" sz="2000" dirty="0" err="1"/>
              <a:t>modelkan</a:t>
            </a:r>
            <a:r>
              <a:rPr lang="en-ID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b="1" dirty="0" err="1"/>
              <a:t>Seharusnya</a:t>
            </a:r>
            <a:r>
              <a:rPr lang="en-ID" sz="2000" b="1" dirty="0"/>
              <a:t> </a:t>
            </a:r>
            <a:r>
              <a:rPr lang="en-ID" sz="2000" b="1" dirty="0">
                <a:solidFill>
                  <a:srgbClr val="FF0000"/>
                </a:solidFill>
              </a:rPr>
              <a:t>TIDAK</a:t>
            </a:r>
            <a:r>
              <a:rPr lang="en-ID" sz="2000" b="1" dirty="0"/>
              <a:t> </a:t>
            </a:r>
            <a:r>
              <a:rPr lang="en-ID" sz="2000" b="1" dirty="0" err="1"/>
              <a:t>Menjadi</a:t>
            </a:r>
            <a:r>
              <a:rPr lang="en-ID" sz="2000" b="1" dirty="0"/>
              <a:t> </a:t>
            </a:r>
            <a:r>
              <a:rPr lang="en-ID" sz="2000" b="1" dirty="0" err="1"/>
              <a:t>Entitas</a:t>
            </a:r>
            <a:r>
              <a:rPr lang="en-ID" sz="2000" b="1" dirty="0"/>
              <a:t>:</a:t>
            </a:r>
            <a:endParaRPr lang="en-ID" sz="2000" dirty="0"/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dirty="0" err="1"/>
              <a:t>Pengguna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basis data (</a:t>
            </a:r>
            <a:r>
              <a:rPr lang="en-ID" sz="2000" dirty="0" err="1"/>
              <a:t>contoh</a:t>
            </a:r>
            <a:r>
              <a:rPr lang="en-ID" sz="2000" dirty="0"/>
              <a:t>: </a:t>
            </a:r>
            <a:r>
              <a:rPr lang="en-ID" sz="2000" dirty="0" err="1"/>
              <a:t>bendahara</a:t>
            </a:r>
            <a:r>
              <a:rPr lang="en-ID" sz="2000" dirty="0"/>
              <a:t>).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dirty="0" err="1"/>
              <a:t>Luaran</a:t>
            </a:r>
            <a:r>
              <a:rPr lang="en-ID" sz="2000" dirty="0"/>
              <a:t> (</a:t>
            </a:r>
            <a:r>
              <a:rPr lang="en-ID" sz="2000" i="1" dirty="0"/>
              <a:t>output</a:t>
            </a:r>
            <a:r>
              <a:rPr lang="en-ID" sz="2000" dirty="0"/>
              <a:t>)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basis data (</a:t>
            </a:r>
            <a:r>
              <a:rPr lang="en-ID" sz="2000" dirty="0" err="1"/>
              <a:t>contoh</a:t>
            </a:r>
            <a:r>
              <a:rPr lang="en-ID" sz="2000" dirty="0"/>
              <a:t>: </a:t>
            </a:r>
            <a:r>
              <a:rPr lang="en-ID" sz="2000" dirty="0" err="1"/>
              <a:t>laporan</a:t>
            </a:r>
            <a:r>
              <a:rPr lang="en-ID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0870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CC570BCE-7652-A800-F8E2-866E3F64A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6720BB5-EE6F-77B6-366C-177B9FAA64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Himpunan</a:t>
            </a:r>
            <a:r>
              <a:rPr lang="en" dirty="0"/>
              <a:t> </a:t>
            </a:r>
            <a:r>
              <a:rPr lang="en" dirty="0" err="1"/>
              <a:t>entitas</a:t>
            </a:r>
            <a:r>
              <a:rPr lang="en" dirty="0"/>
              <a:t> (set entity) “Customer”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F11B88-6EA6-908B-49AC-AC38498D4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903" y="1432980"/>
            <a:ext cx="3964194" cy="3666661"/>
          </a:xfrm>
          <a:prstGeom prst="rect">
            <a:avLst/>
          </a:prstGeom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F6DE02EF-9C00-2EB5-19A7-367A3E387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903" y="1098635"/>
            <a:ext cx="497437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  <a:latin typeface="Helvetica" pitchFamily="34" charset="0"/>
              </a:rPr>
              <a:t>customer-id   | customer-name | customer-street  | customer-city</a:t>
            </a:r>
          </a:p>
        </p:txBody>
      </p:sp>
    </p:spTree>
    <p:extLst>
      <p:ext uri="{BB962C8B-B14F-4D97-AF65-F5344CB8AC3E}">
        <p14:creationId xmlns:p14="http://schemas.microsoft.com/office/powerpoint/2010/main" val="81963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D8E396B8-AE0A-B87D-FC87-53E49E521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E042D031-BD44-5CC9-D9CA-A11D9412E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Himpunan</a:t>
            </a:r>
            <a:r>
              <a:rPr lang="en" dirty="0"/>
              <a:t> </a:t>
            </a:r>
            <a:r>
              <a:rPr lang="en" dirty="0" err="1"/>
              <a:t>entitas</a:t>
            </a:r>
            <a:r>
              <a:rPr lang="en" dirty="0"/>
              <a:t> (set entity) “Loan”</a:t>
            </a:r>
            <a:endParaRPr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B65E8EF-C1C2-3065-42D2-4A1259A7E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022" y="1098635"/>
            <a:ext cx="171315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  <a:latin typeface="Helvetica" pitchFamily="34" charset="0"/>
              </a:rPr>
              <a:t>loan-number   | amount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52028-1665-1D86-8A78-22B75CAC3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059" y="1441155"/>
            <a:ext cx="1299882" cy="357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91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BA35C63-5B0B-0F89-3857-AFF6FC2F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DB814BC-F45D-545B-3AFA-7C50C4AB91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Attributes (</a:t>
            </a:r>
            <a:r>
              <a:rPr lang="en" dirty="0" err="1"/>
              <a:t>Atribut</a:t>
            </a:r>
            <a:r>
              <a:rPr lang="en" dirty="0"/>
              <a:t>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3F818024-4840-05B2-6FCE-8879B3665B8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2000" dirty="0" err="1">
                <a:solidFill>
                  <a:srgbClr val="FFC000"/>
                </a:solidFill>
              </a:rPr>
              <a:t>Sebuah</a:t>
            </a:r>
            <a:r>
              <a:rPr lang="en-ID" sz="2000" dirty="0">
                <a:solidFill>
                  <a:srgbClr val="FFC000"/>
                </a:solidFill>
              </a:rPr>
              <a:t> </a:t>
            </a:r>
            <a:r>
              <a:rPr lang="en-ID" sz="2000" dirty="0" err="1">
                <a:solidFill>
                  <a:srgbClr val="FFC000"/>
                </a:solidFill>
              </a:rPr>
              <a:t>entitas</a:t>
            </a:r>
            <a:r>
              <a:rPr lang="en-ID" sz="2000" dirty="0"/>
              <a:t> </a:t>
            </a:r>
            <a:r>
              <a:rPr lang="en-ID" sz="2000" dirty="0" err="1"/>
              <a:t>direpresentasikan</a:t>
            </a:r>
            <a:r>
              <a:rPr lang="en-ID" sz="2000" dirty="0"/>
              <a:t> oleh </a:t>
            </a:r>
            <a:r>
              <a:rPr lang="en-ID" sz="2000" dirty="0" err="1">
                <a:solidFill>
                  <a:srgbClr val="FFC000"/>
                </a:solidFill>
              </a:rPr>
              <a:t>sekumpulan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0000"/>
                </a:solidFill>
              </a:rPr>
              <a:t>atribut</a:t>
            </a:r>
            <a:r>
              <a:rPr lang="en-ID" sz="2000" dirty="0"/>
              <a:t>, </a:t>
            </a:r>
            <a:r>
              <a:rPr lang="en-ID" sz="2000" dirty="0" err="1"/>
              <a:t>yaitu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FFC000"/>
                </a:solidFill>
              </a:rPr>
              <a:t>properti</a:t>
            </a:r>
            <a:r>
              <a:rPr lang="en-ID" sz="2000" dirty="0">
                <a:solidFill>
                  <a:srgbClr val="FFC000"/>
                </a:solidFill>
              </a:rPr>
              <a:t> </a:t>
            </a:r>
            <a:r>
              <a:rPr lang="en-ID" sz="2000" dirty="0" err="1">
                <a:solidFill>
                  <a:srgbClr val="FFC000"/>
                </a:solidFill>
              </a:rPr>
              <a:t>deskriptif</a:t>
            </a:r>
            <a:r>
              <a:rPr lang="en-ID" sz="2000" dirty="0"/>
              <a:t> yang </a:t>
            </a:r>
            <a:r>
              <a:rPr lang="en-ID" sz="2000" dirty="0" err="1"/>
              <a:t>dimiliki</a:t>
            </a:r>
            <a:r>
              <a:rPr lang="en-ID" sz="2000" dirty="0"/>
              <a:t> oleh </a:t>
            </a:r>
            <a:r>
              <a:rPr lang="en-ID" sz="2000" dirty="0" err="1">
                <a:solidFill>
                  <a:srgbClr val="FFC000"/>
                </a:solidFill>
              </a:rPr>
              <a:t>semua</a:t>
            </a:r>
            <a:r>
              <a:rPr lang="en-ID" sz="2000" dirty="0"/>
              <a:t> </a:t>
            </a:r>
            <a:r>
              <a:rPr lang="en-ID" sz="2000" dirty="0" err="1"/>
              <a:t>anggota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FFC000"/>
                </a:solidFill>
              </a:rPr>
              <a:t>kumpulan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. </a:t>
            </a:r>
            <a:r>
              <a:rPr lang="en-ID" sz="2000" dirty="0" err="1"/>
              <a:t>Contoh</a:t>
            </a:r>
            <a:r>
              <a:rPr lang="en-ID" sz="2000" dirty="0"/>
              <a:t>: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2000" i="1" dirty="0"/>
              <a:t>Customer</a:t>
            </a:r>
            <a:r>
              <a:rPr lang="en-ID" sz="2000" dirty="0"/>
              <a:t> = (ID </a:t>
            </a:r>
            <a:r>
              <a:rPr lang="en-ID" sz="2000" dirty="0" err="1"/>
              <a:t>pelanggan</a:t>
            </a:r>
            <a:r>
              <a:rPr lang="en-ID" sz="2000" dirty="0"/>
              <a:t>, nama </a:t>
            </a:r>
            <a:r>
              <a:rPr lang="en-ID" sz="2000" dirty="0" err="1"/>
              <a:t>pelanggan</a:t>
            </a:r>
            <a:r>
              <a:rPr lang="en-ID" sz="2000" dirty="0"/>
              <a:t>, </a:t>
            </a:r>
            <a:r>
              <a:rPr lang="en-ID" sz="2000" dirty="0" err="1"/>
              <a:t>jalan</a:t>
            </a:r>
            <a:r>
              <a:rPr lang="en-ID" sz="2000" dirty="0"/>
              <a:t>, </a:t>
            </a:r>
            <a:r>
              <a:rPr lang="en-ID" sz="2000" dirty="0" err="1"/>
              <a:t>kota</a:t>
            </a:r>
            <a:r>
              <a:rPr lang="en-ID" sz="2000" dirty="0"/>
              <a:t>).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2000" i="1" dirty="0"/>
              <a:t>Loan</a:t>
            </a:r>
            <a:r>
              <a:rPr lang="en-ID" sz="2000" dirty="0"/>
              <a:t> (</a:t>
            </a:r>
            <a:r>
              <a:rPr lang="en-ID" sz="2000" dirty="0" err="1"/>
              <a:t>Pinjaman</a:t>
            </a:r>
            <a:r>
              <a:rPr lang="en-ID" sz="2000" dirty="0"/>
              <a:t>) = (</a:t>
            </a:r>
            <a:r>
              <a:rPr lang="en-ID" sz="2000" dirty="0" err="1"/>
              <a:t>nomor</a:t>
            </a:r>
            <a:r>
              <a:rPr lang="en-ID" sz="2000" dirty="0"/>
              <a:t> </a:t>
            </a:r>
            <a:r>
              <a:rPr lang="en-ID" sz="2000" dirty="0" err="1"/>
              <a:t>pinjaman</a:t>
            </a:r>
            <a:r>
              <a:rPr lang="en-ID" sz="2000" dirty="0"/>
              <a:t>, </a:t>
            </a:r>
            <a:r>
              <a:rPr lang="en-ID" sz="2000" dirty="0" err="1"/>
              <a:t>jumlah</a:t>
            </a:r>
            <a:r>
              <a:rPr lang="en-ID" sz="20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b="1" dirty="0">
                <a:solidFill>
                  <a:srgbClr val="FFC000"/>
                </a:solidFill>
              </a:rPr>
              <a:t>Domain</a:t>
            </a:r>
            <a:r>
              <a:rPr lang="en-ID" sz="2000" dirty="0"/>
              <a:t>: Kumpulan </a:t>
            </a:r>
            <a:r>
              <a:rPr lang="en-ID" sz="2000" dirty="0" err="1"/>
              <a:t>nilai</a:t>
            </a:r>
            <a:r>
              <a:rPr lang="en-ID" sz="2000" dirty="0"/>
              <a:t> yang </a:t>
            </a:r>
            <a:r>
              <a:rPr lang="en-ID" sz="2000" dirty="0" err="1"/>
              <a:t>diizinkan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setiap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b="1" dirty="0" err="1">
                <a:solidFill>
                  <a:srgbClr val="FFC000"/>
                </a:solidFill>
              </a:rPr>
              <a:t>Tipe-tipe</a:t>
            </a:r>
            <a:r>
              <a:rPr lang="en-ID" sz="2000" b="1" dirty="0"/>
              <a:t> </a:t>
            </a:r>
            <a:r>
              <a:rPr lang="en-ID" sz="2000" b="1" dirty="0" err="1"/>
              <a:t>Atribut</a:t>
            </a:r>
            <a:r>
              <a:rPr lang="en-ID" sz="2000" dirty="0"/>
              <a:t>: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ID" sz="2000" b="1" dirty="0" err="1"/>
              <a:t>Sederhana</a:t>
            </a:r>
            <a:r>
              <a:rPr lang="en-ID" sz="2000" b="1" dirty="0"/>
              <a:t> (</a:t>
            </a:r>
            <a:r>
              <a:rPr lang="en-ID" sz="2000" b="1" i="1" dirty="0">
                <a:solidFill>
                  <a:srgbClr val="FF0000"/>
                </a:solidFill>
              </a:rPr>
              <a:t>Simple</a:t>
            </a:r>
            <a:r>
              <a:rPr lang="en-ID" sz="2000" b="1" dirty="0"/>
              <a:t>)</a:t>
            </a:r>
            <a:r>
              <a:rPr lang="en-ID" sz="2000" dirty="0"/>
              <a:t> dan </a:t>
            </a:r>
            <a:r>
              <a:rPr lang="en-ID" sz="2000" b="1" dirty="0" err="1"/>
              <a:t>Komposit</a:t>
            </a:r>
            <a:r>
              <a:rPr lang="en-ID" sz="2000" b="1" dirty="0"/>
              <a:t> (</a:t>
            </a:r>
            <a:r>
              <a:rPr lang="en-ID" sz="2000" b="1" i="1" dirty="0">
                <a:solidFill>
                  <a:srgbClr val="FF0000"/>
                </a:solidFill>
              </a:rPr>
              <a:t>Composite</a:t>
            </a:r>
            <a:r>
              <a:rPr lang="en-ID" sz="2000" b="1" dirty="0"/>
              <a:t>)</a:t>
            </a:r>
            <a:r>
              <a:rPr lang="en-ID" sz="2000" dirty="0"/>
              <a:t>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ID" sz="2000" b="1" dirty="0" err="1"/>
              <a:t>Bernilai-tunggal</a:t>
            </a:r>
            <a:r>
              <a:rPr lang="en-ID" sz="2000" b="1" dirty="0"/>
              <a:t> (</a:t>
            </a:r>
            <a:r>
              <a:rPr lang="en-ID" sz="2000" b="1" i="1" dirty="0">
                <a:solidFill>
                  <a:srgbClr val="FF0000"/>
                </a:solidFill>
              </a:rPr>
              <a:t>Single-valued</a:t>
            </a:r>
            <a:r>
              <a:rPr lang="en-ID" sz="2000" b="1" dirty="0"/>
              <a:t>)</a:t>
            </a:r>
            <a:r>
              <a:rPr lang="en-ID" sz="2000" dirty="0"/>
              <a:t> dan </a:t>
            </a:r>
            <a:r>
              <a:rPr lang="en-ID" sz="2000" b="1" dirty="0" err="1"/>
              <a:t>Bernilai-banyak</a:t>
            </a:r>
            <a:r>
              <a:rPr lang="en-ID" sz="2000" b="1" dirty="0"/>
              <a:t> (</a:t>
            </a:r>
            <a:r>
              <a:rPr lang="en-ID" sz="2000" b="1" i="1" dirty="0">
                <a:solidFill>
                  <a:srgbClr val="FF0000"/>
                </a:solidFill>
              </a:rPr>
              <a:t>Multi-valued</a:t>
            </a:r>
            <a:r>
              <a:rPr lang="en-ID" sz="2000" b="1" dirty="0"/>
              <a:t>)</a:t>
            </a:r>
            <a:r>
              <a:rPr lang="en-ID" sz="2000" dirty="0"/>
              <a:t>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ID" sz="2000" b="1" dirty="0" err="1"/>
              <a:t>Turunan</a:t>
            </a:r>
            <a:r>
              <a:rPr lang="en-ID" sz="2000" b="1" dirty="0"/>
              <a:t> (</a:t>
            </a:r>
            <a:r>
              <a:rPr lang="en-ID" sz="2000" b="1" i="1" dirty="0">
                <a:solidFill>
                  <a:srgbClr val="FF0000"/>
                </a:solidFill>
              </a:rPr>
              <a:t>Derived</a:t>
            </a:r>
            <a:r>
              <a:rPr lang="en-ID" sz="2000" b="1" dirty="0"/>
              <a:t>)</a:t>
            </a:r>
            <a:r>
              <a:rPr lang="en-ID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69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A787B34-D432-07D4-4819-AFA2D914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8E84B55-8C37-3BF3-FBF2-A58F72B0F6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Atribut</a:t>
            </a:r>
            <a:r>
              <a:rPr lang="en-ID" b="1" dirty="0"/>
              <a:t> </a:t>
            </a:r>
            <a:r>
              <a:rPr lang="en-ID" b="1" dirty="0" err="1"/>
              <a:t>Komposit</a:t>
            </a:r>
            <a:endParaRPr lang="en-ID" b="1" dirty="0"/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F15D6255-4B72-4C57-A9F1-9D615479C15C}"/>
              </a:ext>
            </a:extLst>
          </p:cNvPr>
          <p:cNvSpPr txBox="1">
            <a:spLocks/>
          </p:cNvSpPr>
          <p:nvPr/>
        </p:nvSpPr>
        <p:spPr>
          <a:xfrm>
            <a:off x="720000" y="1202022"/>
            <a:ext cx="7703999" cy="369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6350" indent="0"/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Atribut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komposit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adalah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atribut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yang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dapat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dipecah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lagi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menjadi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sub-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atribut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yang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lebih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kecil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dan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memiliki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makna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mandiri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Atribut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digunakan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ketika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sebuah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informasi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terdiri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dari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beberapa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komponen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sz="2000" b="1" dirty="0" err="1">
                <a:solidFill>
                  <a:srgbClr val="FFC000"/>
                </a:solidFill>
                <a:latin typeface="Arial" panose="020B0604020202020204" pitchFamily="34" charset="0"/>
              </a:rPr>
              <a:t>Karakteristik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Membentuk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hierarki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sz="2000" b="1" dirty="0" err="1">
                <a:solidFill>
                  <a:srgbClr val="FFC000"/>
                </a:solidFill>
                <a:latin typeface="Arial" panose="020B0604020202020204" pitchFamily="34" charset="0"/>
              </a:rPr>
              <a:t>Contoh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Atribut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rgbClr val="FFC000"/>
                </a:solidFill>
                <a:latin typeface="Arial" panose="020B0604020202020204" pitchFamily="34" charset="0"/>
              </a:rPr>
              <a:t>Nama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bisa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dipecah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menjadi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>
                <a:solidFill>
                  <a:srgbClr val="92D050"/>
                </a:solidFill>
                <a:latin typeface="Arial" panose="020B0604020202020204" pitchFamily="34" charset="0"/>
              </a:rPr>
              <a:t>Nama </a:t>
            </a:r>
            <a:r>
              <a:rPr lang="en-US" altLang="en-US" sz="2000" i="1" dirty="0" err="1">
                <a:solidFill>
                  <a:srgbClr val="92D050"/>
                </a:solidFill>
                <a:latin typeface="Arial" panose="020B0604020202020204" pitchFamily="34" charset="0"/>
              </a:rPr>
              <a:t>Depan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i="1" dirty="0">
                <a:solidFill>
                  <a:srgbClr val="FFC000"/>
                </a:solidFill>
                <a:latin typeface="Arial" panose="020B0604020202020204" pitchFamily="34" charset="0"/>
              </a:rPr>
              <a:t>Nama Tengah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dan </a:t>
            </a:r>
            <a:r>
              <a:rPr lang="en-US" altLang="en-US" sz="2000" i="1" dirty="0">
                <a:solidFill>
                  <a:srgbClr val="FF0000"/>
                </a:solidFill>
                <a:latin typeface="Arial" panose="020B0604020202020204" pitchFamily="34" charset="0"/>
              </a:rPr>
              <a:t>Nama </a:t>
            </a:r>
            <a:r>
              <a:rPr lang="en-US" altLang="en-US" sz="2000" i="1" dirty="0" err="1">
                <a:solidFill>
                  <a:srgbClr val="FF0000"/>
                </a:solidFill>
                <a:latin typeface="Arial" panose="020B0604020202020204" pitchFamily="34" charset="0"/>
              </a:rPr>
              <a:t>Belakang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 Atau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atribut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Alamat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yang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terdiri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dari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Jalan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Kota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i="1" dirty="0" err="1">
                <a:solidFill>
                  <a:schemeClr val="tx1"/>
                </a:solidFill>
                <a:latin typeface="Arial" panose="020B0604020202020204" pitchFamily="34" charset="0"/>
              </a:rPr>
              <a:t>Provinsi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dan 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Kode Pos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lang="en-US" altLang="en-US" sz="2000" b="1" dirty="0">
                <a:solidFill>
                  <a:srgbClr val="FFC000"/>
                </a:solidFill>
                <a:latin typeface="Arial" panose="020B0604020202020204" pitchFamily="34" charset="0"/>
              </a:rPr>
              <a:t>Tujuan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Memudahkan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pencarian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atau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pengurutan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data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berdasarkan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bagian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tertentu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misalnya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hanya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ingin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mencari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penduduk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di </a:t>
            </a:r>
            <a:r>
              <a:rPr lang="en-US" altLang="en-US" sz="2000" i="1" dirty="0">
                <a:solidFill>
                  <a:schemeClr val="tx1"/>
                </a:solidFill>
                <a:latin typeface="Arial" panose="020B0604020202020204" pitchFamily="34" charset="0"/>
              </a:rPr>
              <a:t>Kota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tertentu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algn="l">
              <a:buFont typeface="Wingdings" pitchFamily="2" charset="2"/>
              <a:buChar char="Ø"/>
            </a:pP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2482314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78B4E07-BAF5-59B9-8AAE-9A992F34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FF199A36-F090-D6C7-6A13-90F19A8615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</a:t>
            </a:r>
            <a:r>
              <a:rPr lang="en" dirty="0" err="1"/>
              <a:t>atribut</a:t>
            </a:r>
            <a:r>
              <a:rPr lang="en" dirty="0"/>
              <a:t> </a:t>
            </a:r>
            <a:r>
              <a:rPr lang="en" dirty="0" err="1"/>
              <a:t>komposit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DB3FFF00-A21A-E221-060B-3593DA8B56F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ID" sz="2000"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722AE82-57D4-3BD0-FDE8-A38EC9400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147" t="29082" r="1913" b="28827"/>
          <a:stretch>
            <a:fillRect/>
          </a:stretch>
        </p:blipFill>
        <p:spPr bwMode="auto">
          <a:xfrm>
            <a:off x="736600" y="1620838"/>
            <a:ext cx="7735888" cy="2519362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063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D470-303C-A965-6731-A5C3CE22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Komposit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52186-05DC-612E-ABC6-15ACDC7052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BDE4C4E-ADB6-038C-AEBD-70F950DFAC0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E6657E-19F0-C690-AEE0-721467F33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00" y="1329331"/>
            <a:ext cx="7772400" cy="3220735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153FCD1F-2171-1BFF-B4A4-120FC1A3C0AA}"/>
              </a:ext>
            </a:extLst>
          </p:cNvPr>
          <p:cNvSpPr/>
          <p:nvPr/>
        </p:nvSpPr>
        <p:spPr>
          <a:xfrm>
            <a:off x="651600" y="2161953"/>
            <a:ext cx="4699604" cy="1446049"/>
          </a:xfrm>
          <a:custGeom>
            <a:avLst/>
            <a:gdLst>
              <a:gd name="csX0" fmla="*/ 539385 w 4713919"/>
              <a:gd name="csY0" fmla="*/ 666307 h 1446049"/>
              <a:gd name="csX1" fmla="*/ 1588464 w 4713919"/>
              <a:gd name="csY1" fmla="*/ 524540 h 1446049"/>
              <a:gd name="csX2" fmla="*/ 1694789 w 4713919"/>
              <a:gd name="csY2" fmla="*/ 155945 h 1446049"/>
              <a:gd name="csX3" fmla="*/ 2290213 w 4713919"/>
              <a:gd name="csY3" fmla="*/ 0 h 1446049"/>
              <a:gd name="csX4" fmla="*/ 2899813 w 4713919"/>
              <a:gd name="csY4" fmla="*/ 155945 h 1446049"/>
              <a:gd name="csX5" fmla="*/ 3027403 w 4713919"/>
              <a:gd name="csY5" fmla="*/ 432391 h 1446049"/>
              <a:gd name="csX6" fmla="*/ 3984334 w 4713919"/>
              <a:gd name="csY6" fmla="*/ 793898 h 1446049"/>
              <a:gd name="csX7" fmla="*/ 4608110 w 4713919"/>
              <a:gd name="csY7" fmla="*/ 921489 h 1446049"/>
              <a:gd name="csX8" fmla="*/ 4707348 w 4713919"/>
              <a:gd name="csY8" fmla="*/ 1155405 h 1446049"/>
              <a:gd name="csX9" fmla="*/ 4537227 w 4713919"/>
              <a:gd name="csY9" fmla="*/ 1339703 h 1446049"/>
              <a:gd name="csX10" fmla="*/ 3991422 w 4713919"/>
              <a:gd name="csY10" fmla="*/ 1389321 h 1446049"/>
              <a:gd name="csX11" fmla="*/ 3183348 w 4713919"/>
              <a:gd name="csY11" fmla="*/ 1389321 h 1446049"/>
              <a:gd name="csX12" fmla="*/ 1978324 w 4713919"/>
              <a:gd name="csY12" fmla="*/ 1446028 h 1446049"/>
              <a:gd name="csX13" fmla="*/ 312557 w 4713919"/>
              <a:gd name="csY13" fmla="*/ 1382233 h 1446049"/>
              <a:gd name="csX14" fmla="*/ 14845 w 4713919"/>
              <a:gd name="csY14" fmla="*/ 1282996 h 1446049"/>
              <a:gd name="csX15" fmla="*/ 64464 w 4713919"/>
              <a:gd name="csY15" fmla="*/ 1056168 h 1446049"/>
              <a:gd name="csX16" fmla="*/ 234585 w 4713919"/>
              <a:gd name="csY16" fmla="*/ 871870 h 1446049"/>
              <a:gd name="csX17" fmla="*/ 539385 w 4713919"/>
              <a:gd name="csY17" fmla="*/ 666307 h 1446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713919" h="1446049">
                <a:moveTo>
                  <a:pt x="539385" y="666307"/>
                </a:moveTo>
                <a:cubicBezTo>
                  <a:pt x="765031" y="608419"/>
                  <a:pt x="1395897" y="609600"/>
                  <a:pt x="1588464" y="524540"/>
                </a:cubicBezTo>
                <a:cubicBezTo>
                  <a:pt x="1781031" y="439480"/>
                  <a:pt x="1577831" y="243368"/>
                  <a:pt x="1694789" y="155945"/>
                </a:cubicBezTo>
                <a:cubicBezTo>
                  <a:pt x="1811747" y="68522"/>
                  <a:pt x="2089376" y="0"/>
                  <a:pt x="2290213" y="0"/>
                </a:cubicBezTo>
                <a:cubicBezTo>
                  <a:pt x="2491050" y="0"/>
                  <a:pt x="2776948" y="83880"/>
                  <a:pt x="2899813" y="155945"/>
                </a:cubicBezTo>
                <a:cubicBezTo>
                  <a:pt x="3022678" y="228010"/>
                  <a:pt x="2846650" y="326066"/>
                  <a:pt x="3027403" y="432391"/>
                </a:cubicBezTo>
                <a:cubicBezTo>
                  <a:pt x="3208156" y="538716"/>
                  <a:pt x="3720883" y="712382"/>
                  <a:pt x="3984334" y="793898"/>
                </a:cubicBezTo>
                <a:cubicBezTo>
                  <a:pt x="4247785" y="875414"/>
                  <a:pt x="4487608" y="861238"/>
                  <a:pt x="4608110" y="921489"/>
                </a:cubicBezTo>
                <a:cubicBezTo>
                  <a:pt x="4728612" y="981740"/>
                  <a:pt x="4719162" y="1085703"/>
                  <a:pt x="4707348" y="1155405"/>
                </a:cubicBezTo>
                <a:cubicBezTo>
                  <a:pt x="4695534" y="1225107"/>
                  <a:pt x="4656548" y="1300717"/>
                  <a:pt x="4537227" y="1339703"/>
                </a:cubicBezTo>
                <a:cubicBezTo>
                  <a:pt x="4417906" y="1378689"/>
                  <a:pt x="4217068" y="1381051"/>
                  <a:pt x="3991422" y="1389321"/>
                </a:cubicBezTo>
                <a:cubicBezTo>
                  <a:pt x="3765776" y="1397591"/>
                  <a:pt x="3518864" y="1379870"/>
                  <a:pt x="3183348" y="1389321"/>
                </a:cubicBezTo>
                <a:cubicBezTo>
                  <a:pt x="2847832" y="1398772"/>
                  <a:pt x="2456789" y="1447209"/>
                  <a:pt x="1978324" y="1446028"/>
                </a:cubicBezTo>
                <a:cubicBezTo>
                  <a:pt x="1499859" y="1444847"/>
                  <a:pt x="639803" y="1409405"/>
                  <a:pt x="312557" y="1382233"/>
                </a:cubicBezTo>
                <a:cubicBezTo>
                  <a:pt x="-14689" y="1355061"/>
                  <a:pt x="56194" y="1337340"/>
                  <a:pt x="14845" y="1282996"/>
                </a:cubicBezTo>
                <a:cubicBezTo>
                  <a:pt x="-26504" y="1228652"/>
                  <a:pt x="27841" y="1124689"/>
                  <a:pt x="64464" y="1056168"/>
                </a:cubicBezTo>
                <a:cubicBezTo>
                  <a:pt x="101087" y="987647"/>
                  <a:pt x="155432" y="934484"/>
                  <a:pt x="234585" y="871870"/>
                </a:cubicBezTo>
                <a:cubicBezTo>
                  <a:pt x="313738" y="809256"/>
                  <a:pt x="313739" y="724195"/>
                  <a:pt x="539385" y="666307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0721A18-F1B5-71BF-8F0D-02F6C71F7DA4}"/>
              </a:ext>
            </a:extLst>
          </p:cNvPr>
          <p:cNvSpPr/>
          <p:nvPr/>
        </p:nvSpPr>
        <p:spPr>
          <a:xfrm>
            <a:off x="5401321" y="2182971"/>
            <a:ext cx="3028720" cy="1399453"/>
          </a:xfrm>
          <a:custGeom>
            <a:avLst/>
            <a:gdLst>
              <a:gd name="csX0" fmla="*/ 7107 w 3028720"/>
              <a:gd name="csY0" fmla="*/ 1070592 h 1399453"/>
              <a:gd name="csX1" fmla="*/ 113432 w 3028720"/>
              <a:gd name="csY1" fmla="*/ 893382 h 1399453"/>
              <a:gd name="csX2" fmla="*/ 389879 w 3028720"/>
              <a:gd name="csY2" fmla="*/ 865029 h 1399453"/>
              <a:gd name="csX3" fmla="*/ 928595 w 3028720"/>
              <a:gd name="csY3" fmla="*/ 609848 h 1399453"/>
              <a:gd name="csX4" fmla="*/ 1190865 w 3028720"/>
              <a:gd name="csY4" fmla="*/ 524787 h 1399453"/>
              <a:gd name="csX5" fmla="*/ 1020744 w 3028720"/>
              <a:gd name="csY5" fmla="*/ 375931 h 1399453"/>
              <a:gd name="csX6" fmla="*/ 1049098 w 3028720"/>
              <a:gd name="csY6" fmla="*/ 134927 h 1399453"/>
              <a:gd name="csX7" fmla="*/ 1516930 w 3028720"/>
              <a:gd name="csY7" fmla="*/ 248 h 1399453"/>
              <a:gd name="csX8" fmla="*/ 1942232 w 3028720"/>
              <a:gd name="csY8" fmla="*/ 106573 h 1399453"/>
              <a:gd name="csX9" fmla="*/ 2076912 w 3028720"/>
              <a:gd name="csY9" fmla="*/ 283782 h 1399453"/>
              <a:gd name="csX10" fmla="*/ 1956409 w 3028720"/>
              <a:gd name="csY10" fmla="*/ 482257 h 1399453"/>
              <a:gd name="csX11" fmla="*/ 1906791 w 3028720"/>
              <a:gd name="csY11" fmla="*/ 517699 h 1399453"/>
              <a:gd name="csX12" fmla="*/ 2254121 w 3028720"/>
              <a:gd name="csY12" fmla="*/ 631113 h 1399453"/>
              <a:gd name="csX13" fmla="*/ 2636893 w 3028720"/>
              <a:gd name="csY13" fmla="*/ 794145 h 1399453"/>
              <a:gd name="csX14" fmla="*/ 3005488 w 3028720"/>
              <a:gd name="csY14" fmla="*/ 886294 h 1399453"/>
              <a:gd name="csX15" fmla="*/ 2991312 w 3028720"/>
              <a:gd name="csY15" fmla="*/ 1035150 h 1399453"/>
              <a:gd name="csX16" fmla="*/ 2998400 w 3028720"/>
              <a:gd name="csY16" fmla="*/ 1198182 h 1399453"/>
              <a:gd name="csX17" fmla="*/ 2785749 w 3028720"/>
              <a:gd name="csY17" fmla="*/ 1283243 h 1399453"/>
              <a:gd name="csX18" fmla="*/ 2126530 w 3028720"/>
              <a:gd name="csY18" fmla="*/ 1339950 h 1399453"/>
              <a:gd name="csX19" fmla="*/ 992391 w 3028720"/>
              <a:gd name="csY19" fmla="*/ 1375392 h 1399453"/>
              <a:gd name="csX20" fmla="*/ 304819 w 3028720"/>
              <a:gd name="csY20" fmla="*/ 1396657 h 1399453"/>
              <a:gd name="csX21" fmla="*/ 42549 w 3028720"/>
              <a:gd name="csY21" fmla="*/ 1311596 h 1399453"/>
              <a:gd name="csX22" fmla="*/ 7107 w 3028720"/>
              <a:gd name="csY22" fmla="*/ 1070592 h 1399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028720" h="1399453">
                <a:moveTo>
                  <a:pt x="7107" y="1070592"/>
                </a:moveTo>
                <a:cubicBezTo>
                  <a:pt x="18921" y="1000890"/>
                  <a:pt x="49637" y="927642"/>
                  <a:pt x="113432" y="893382"/>
                </a:cubicBezTo>
                <a:cubicBezTo>
                  <a:pt x="177227" y="859122"/>
                  <a:pt x="254019" y="912285"/>
                  <a:pt x="389879" y="865029"/>
                </a:cubicBezTo>
                <a:cubicBezTo>
                  <a:pt x="525739" y="817773"/>
                  <a:pt x="795097" y="666555"/>
                  <a:pt x="928595" y="609848"/>
                </a:cubicBezTo>
                <a:cubicBezTo>
                  <a:pt x="1062093" y="553141"/>
                  <a:pt x="1175507" y="563773"/>
                  <a:pt x="1190865" y="524787"/>
                </a:cubicBezTo>
                <a:cubicBezTo>
                  <a:pt x="1206223" y="485801"/>
                  <a:pt x="1044372" y="440908"/>
                  <a:pt x="1020744" y="375931"/>
                </a:cubicBezTo>
                <a:cubicBezTo>
                  <a:pt x="997116" y="310954"/>
                  <a:pt x="966400" y="197541"/>
                  <a:pt x="1049098" y="134927"/>
                </a:cubicBezTo>
                <a:cubicBezTo>
                  <a:pt x="1131796" y="72313"/>
                  <a:pt x="1368074" y="4974"/>
                  <a:pt x="1516930" y="248"/>
                </a:cubicBezTo>
                <a:cubicBezTo>
                  <a:pt x="1665786" y="-4478"/>
                  <a:pt x="1848902" y="59317"/>
                  <a:pt x="1942232" y="106573"/>
                </a:cubicBezTo>
                <a:cubicBezTo>
                  <a:pt x="2035562" y="153829"/>
                  <a:pt x="2074549" y="221168"/>
                  <a:pt x="2076912" y="283782"/>
                </a:cubicBezTo>
                <a:cubicBezTo>
                  <a:pt x="2079275" y="346396"/>
                  <a:pt x="1984763" y="443271"/>
                  <a:pt x="1956409" y="482257"/>
                </a:cubicBezTo>
                <a:cubicBezTo>
                  <a:pt x="1928055" y="521243"/>
                  <a:pt x="1857172" y="492890"/>
                  <a:pt x="1906791" y="517699"/>
                </a:cubicBezTo>
                <a:cubicBezTo>
                  <a:pt x="1956410" y="542508"/>
                  <a:pt x="2132437" y="585039"/>
                  <a:pt x="2254121" y="631113"/>
                </a:cubicBezTo>
                <a:cubicBezTo>
                  <a:pt x="2375805" y="677187"/>
                  <a:pt x="2511665" y="751615"/>
                  <a:pt x="2636893" y="794145"/>
                </a:cubicBezTo>
                <a:cubicBezTo>
                  <a:pt x="2762121" y="836675"/>
                  <a:pt x="2946418" y="846127"/>
                  <a:pt x="3005488" y="886294"/>
                </a:cubicBezTo>
                <a:cubicBezTo>
                  <a:pt x="3064558" y="926461"/>
                  <a:pt x="2992493" y="983169"/>
                  <a:pt x="2991312" y="1035150"/>
                </a:cubicBezTo>
                <a:cubicBezTo>
                  <a:pt x="2990131" y="1087131"/>
                  <a:pt x="3032660" y="1156833"/>
                  <a:pt x="2998400" y="1198182"/>
                </a:cubicBezTo>
                <a:cubicBezTo>
                  <a:pt x="2964140" y="1239531"/>
                  <a:pt x="2931061" y="1259615"/>
                  <a:pt x="2785749" y="1283243"/>
                </a:cubicBezTo>
                <a:cubicBezTo>
                  <a:pt x="2640437" y="1306871"/>
                  <a:pt x="2425423" y="1324592"/>
                  <a:pt x="2126530" y="1339950"/>
                </a:cubicBezTo>
                <a:cubicBezTo>
                  <a:pt x="1827637" y="1355308"/>
                  <a:pt x="992391" y="1375392"/>
                  <a:pt x="992391" y="1375392"/>
                </a:cubicBezTo>
                <a:cubicBezTo>
                  <a:pt x="688773" y="1384843"/>
                  <a:pt x="463126" y="1407290"/>
                  <a:pt x="304819" y="1396657"/>
                </a:cubicBezTo>
                <a:cubicBezTo>
                  <a:pt x="146512" y="1386024"/>
                  <a:pt x="92168" y="1361215"/>
                  <a:pt x="42549" y="1311596"/>
                </a:cubicBezTo>
                <a:cubicBezTo>
                  <a:pt x="-7070" y="1261977"/>
                  <a:pt x="-4707" y="1140294"/>
                  <a:pt x="7107" y="1070592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EBAC9-B30A-477D-DBE9-4976D89593F8}"/>
              </a:ext>
            </a:extLst>
          </p:cNvPr>
          <p:cNvSpPr/>
          <p:nvPr/>
        </p:nvSpPr>
        <p:spPr>
          <a:xfrm>
            <a:off x="737191" y="3664688"/>
            <a:ext cx="7563293" cy="87120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2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B65B9532-C46D-B9B2-FB11-715E8C54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51BA0A0-3D85-F461-AEE6-7132C5FF3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Atribut</a:t>
            </a:r>
            <a:r>
              <a:rPr lang="en-ID" b="1" dirty="0"/>
              <a:t> </a:t>
            </a:r>
            <a:r>
              <a:rPr lang="en-ID" b="1" dirty="0" err="1"/>
              <a:t>bernilai</a:t>
            </a:r>
            <a:r>
              <a:rPr lang="en-ID" b="1" dirty="0"/>
              <a:t> </a:t>
            </a:r>
            <a:r>
              <a:rPr lang="en-ID" b="1" dirty="0" err="1"/>
              <a:t>banyak</a:t>
            </a:r>
            <a:endParaRPr lang="en-ID" b="1" dirty="0"/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089E4F69-1AD9-81D0-8E5C-0DBF3DC8CD07}"/>
              </a:ext>
            </a:extLst>
          </p:cNvPr>
          <p:cNvSpPr txBox="1">
            <a:spLocks/>
          </p:cNvSpPr>
          <p:nvPr/>
        </p:nvSpPr>
        <p:spPr>
          <a:xfrm>
            <a:off x="720000" y="1202022"/>
            <a:ext cx="7703999" cy="369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ID" sz="2000" b="1" i="1" dirty="0">
                <a:solidFill>
                  <a:srgbClr val="FFC000"/>
                </a:solidFill>
              </a:rPr>
              <a:t>multivalued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yang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b="1" dirty="0" err="1"/>
              <a:t>lebih</a:t>
            </a:r>
            <a:r>
              <a:rPr lang="en-ID" sz="2000" b="1" dirty="0"/>
              <a:t> </a:t>
            </a:r>
            <a:r>
              <a:rPr lang="en-ID" sz="2000" b="1" dirty="0" err="1"/>
              <a:t>dari</a:t>
            </a:r>
            <a:r>
              <a:rPr lang="en-ID" sz="2000" b="1" dirty="0"/>
              <a:t> </a:t>
            </a:r>
            <a:r>
              <a:rPr lang="en-ID" sz="2000" b="1" dirty="0" err="1"/>
              <a:t>satu</a:t>
            </a:r>
            <a:r>
              <a:rPr lang="en-ID" sz="2000" b="1" dirty="0"/>
              <a:t> </a:t>
            </a:r>
            <a:r>
              <a:rPr lang="en-ID" sz="2000" b="1" dirty="0" err="1"/>
              <a:t>nilai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b="1" i="1" dirty="0">
                <a:solidFill>
                  <a:srgbClr val="FFC000"/>
                </a:solidFill>
              </a:rPr>
              <a:t>instance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yang </a:t>
            </a:r>
            <a:r>
              <a:rPr lang="en-ID" sz="2000" dirty="0" err="1"/>
              <a:t>sama</a:t>
            </a:r>
            <a:r>
              <a:rPr lang="en-ID" sz="2000" dirty="0"/>
              <a:t>.</a:t>
            </a:r>
          </a:p>
          <a:p>
            <a:pPr marL="495300" indent="-342900">
              <a:buFont typeface="Wingdings" pitchFamily="2" charset="2"/>
              <a:buChar char="Ø"/>
            </a:pPr>
            <a:r>
              <a:rPr lang="en-ID" sz="2000" b="1" dirty="0" err="1">
                <a:solidFill>
                  <a:srgbClr val="FFC000"/>
                </a:solidFill>
              </a:rPr>
              <a:t>Karakteristik</a:t>
            </a:r>
            <a:r>
              <a:rPr lang="en-ID" sz="2000" b="1" dirty="0"/>
              <a:t>:</a:t>
            </a:r>
            <a:r>
              <a:rPr lang="en-ID" sz="2000" dirty="0"/>
              <a:t> </a:t>
            </a:r>
            <a:r>
              <a:rPr lang="en-ID" sz="2000" dirty="0" err="1"/>
              <a:t>Digambarkan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b="1" dirty="0"/>
              <a:t>garis oval </a:t>
            </a:r>
            <a:r>
              <a:rPr lang="en-ID" sz="2000" b="1" dirty="0" err="1"/>
              <a:t>ganda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ERD.</a:t>
            </a:r>
          </a:p>
          <a:p>
            <a:pPr marL="495300" indent="-342900">
              <a:buFont typeface="Wingdings" pitchFamily="2" charset="2"/>
              <a:buChar char="Ø"/>
            </a:pPr>
            <a:r>
              <a:rPr lang="en-ID" sz="2000" b="1" dirty="0" err="1">
                <a:solidFill>
                  <a:srgbClr val="FFC000"/>
                </a:solidFill>
              </a:rPr>
              <a:t>Contoh</a:t>
            </a:r>
            <a:r>
              <a:rPr lang="en-ID" sz="2000" b="1" dirty="0"/>
              <a:t>:</a:t>
            </a:r>
            <a:r>
              <a:rPr lang="en-ID" sz="2000" dirty="0"/>
              <a:t> </a:t>
            </a:r>
            <a:r>
              <a:rPr lang="en-ID" sz="2000" dirty="0" err="1"/>
              <a:t>Seorang</a:t>
            </a:r>
            <a:r>
              <a:rPr lang="en-ID" sz="2000" dirty="0"/>
              <a:t> </a:t>
            </a:r>
            <a:r>
              <a:rPr lang="en-ID" sz="2000" dirty="0" err="1"/>
              <a:t>dosen</a:t>
            </a:r>
            <a:r>
              <a:rPr lang="en-ID" sz="2000" dirty="0"/>
              <a:t> </a:t>
            </a:r>
            <a:r>
              <a:rPr lang="en-ID" sz="2000" dirty="0" err="1"/>
              <a:t>bisa</a:t>
            </a:r>
            <a:r>
              <a:rPr lang="en-ID" sz="2000" dirty="0"/>
              <a:t>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Nomor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Telepon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Gelar Akademik</a:t>
            </a:r>
            <a:r>
              <a:rPr lang="en-ID" sz="2000" dirty="0"/>
              <a:t>. </a:t>
            </a:r>
            <a:r>
              <a:rPr lang="en-ID" sz="2000" dirty="0" err="1"/>
              <a:t>Seorang</a:t>
            </a:r>
            <a:r>
              <a:rPr lang="en-ID" sz="2000" dirty="0"/>
              <a:t> </a:t>
            </a:r>
            <a:r>
              <a:rPr lang="en-ID" sz="2000" dirty="0" err="1"/>
              <a:t>mahasiswa</a:t>
            </a:r>
            <a:r>
              <a:rPr lang="en-ID" sz="2000" dirty="0"/>
              <a:t> 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beberapa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Hobi</a:t>
            </a:r>
            <a:r>
              <a:rPr lang="en-ID" sz="2000" dirty="0"/>
              <a:t>.</a:t>
            </a:r>
          </a:p>
          <a:p>
            <a:pPr marL="495300" indent="-342900">
              <a:buFont typeface="Wingdings" pitchFamily="2" charset="2"/>
              <a:buChar char="Ø"/>
            </a:pPr>
            <a:r>
              <a:rPr lang="en-ID" sz="2000" b="1" dirty="0" err="1">
                <a:solidFill>
                  <a:srgbClr val="FFC000"/>
                </a:solidFill>
              </a:rPr>
              <a:t>Catatan</a:t>
            </a:r>
            <a:r>
              <a:rPr lang="en-ID" sz="2000" b="1" dirty="0"/>
              <a:t>:</a:t>
            </a:r>
            <a:r>
              <a:rPr lang="en-ID" sz="2000" dirty="0"/>
              <a:t> Dalam </a:t>
            </a:r>
            <a:r>
              <a:rPr lang="en-ID" sz="2000" dirty="0" err="1"/>
              <a:t>implementasi</a:t>
            </a:r>
            <a:r>
              <a:rPr lang="en-ID" sz="2000" dirty="0"/>
              <a:t> database </a:t>
            </a:r>
            <a:r>
              <a:rPr lang="en-ID" sz="2000" dirty="0" err="1"/>
              <a:t>relasional</a:t>
            </a:r>
            <a:r>
              <a:rPr lang="en-ID" sz="2000" dirty="0"/>
              <a:t> (SQL), </a:t>
            </a:r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biasanya</a:t>
            </a:r>
            <a:r>
              <a:rPr lang="en-ID" sz="2000" dirty="0"/>
              <a:t> </a:t>
            </a:r>
            <a:r>
              <a:rPr lang="en-ID" sz="2000" dirty="0" err="1"/>
              <a:t>harus</a:t>
            </a:r>
            <a:r>
              <a:rPr lang="en-ID" sz="2000" dirty="0"/>
              <a:t> </a:t>
            </a:r>
            <a:r>
              <a:rPr lang="en-ID" sz="2000" dirty="0" err="1"/>
              <a:t>dipisah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tabel</a:t>
            </a:r>
            <a:r>
              <a:rPr lang="en-ID" sz="2000" dirty="0"/>
              <a:t> </a:t>
            </a:r>
            <a:r>
              <a:rPr lang="en-ID" sz="2000" dirty="0" err="1"/>
              <a:t>tersendiri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menjaga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92D050"/>
                </a:solidFill>
              </a:rPr>
              <a:t>normalisasi</a:t>
            </a:r>
            <a:r>
              <a:rPr lang="en-ID" sz="2000" dirty="0"/>
              <a:t> (</a:t>
            </a:r>
            <a:r>
              <a:rPr lang="en-ID" sz="2000" b="1" dirty="0">
                <a:solidFill>
                  <a:srgbClr val="92D050"/>
                </a:solidFill>
              </a:rPr>
              <a:t>1NF</a:t>
            </a:r>
            <a:r>
              <a:rPr lang="en-ID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7275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E7B4-93B1-5A61-8385-87A5C87D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multivalue</a:t>
            </a:r>
            <a:r>
              <a:rPr lang="en-US" dirty="0"/>
              <a:t> </a:t>
            </a:r>
            <a:r>
              <a:rPr lang="en-US" dirty="0" err="1"/>
              <a:t>atribute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F1D52-F308-CD17-A236-6418AB9CBC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F45486-0FE4-48BA-5757-41C8F8F7A90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A6239D6-78D5-0DC2-4378-98AAD85B7E84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1F68A02-4AD9-EA9E-8CE7-E28C7367559A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64F2EF-26E1-B99A-6BAB-83245FAD3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7809"/>
            <a:ext cx="7772400" cy="260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16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E043A6EE-827A-D360-22B5-8CF63EF5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5C32A74-B24C-2C0E-AB9A-9E76954F59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Atribut</a:t>
            </a:r>
            <a:r>
              <a:rPr lang="en-ID" b="1" dirty="0"/>
              <a:t> </a:t>
            </a:r>
            <a:r>
              <a:rPr lang="en-ID" b="1" dirty="0" err="1"/>
              <a:t>Turunan</a:t>
            </a:r>
            <a:r>
              <a:rPr lang="en-ID" b="1" dirty="0"/>
              <a:t> (</a:t>
            </a:r>
            <a:r>
              <a:rPr lang="en-ID" sz="2800" b="1" dirty="0"/>
              <a:t>Derived Attribute)</a:t>
            </a:r>
            <a:r>
              <a:rPr lang="en-ID" b="1" dirty="0"/>
              <a:t> </a:t>
            </a:r>
          </a:p>
        </p:txBody>
      </p:sp>
      <p:sp>
        <p:nvSpPr>
          <p:cNvPr id="19" name="Google Shape;763;p33">
            <a:extLst>
              <a:ext uri="{FF2B5EF4-FFF2-40B4-BE49-F238E27FC236}">
                <a16:creationId xmlns:a16="http://schemas.microsoft.com/office/drawing/2014/main" id="{3001B368-6DF7-BFF5-B555-EEBBEF6D556D}"/>
              </a:ext>
            </a:extLst>
          </p:cNvPr>
          <p:cNvSpPr txBox="1">
            <a:spLocks/>
          </p:cNvSpPr>
          <p:nvPr/>
        </p:nvSpPr>
        <p:spPr>
          <a:xfrm>
            <a:off x="720000" y="1202022"/>
            <a:ext cx="7703999" cy="369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ID" sz="2000" dirty="0" err="1"/>
              <a:t>turunan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yang </a:t>
            </a:r>
            <a:r>
              <a:rPr lang="en-ID" sz="2000" dirty="0" err="1"/>
              <a:t>nilainya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tidak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disimpan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secara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permanen</a:t>
            </a:r>
            <a:r>
              <a:rPr lang="en-ID" sz="2000" dirty="0"/>
              <a:t> di database, </a:t>
            </a:r>
            <a:r>
              <a:rPr lang="en-ID" sz="2000" dirty="0" err="1"/>
              <a:t>melainkan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dihasilkan</a:t>
            </a:r>
            <a:r>
              <a:rPr lang="en-ID" sz="2000" dirty="0"/>
              <a:t> (</a:t>
            </a:r>
            <a:r>
              <a:rPr lang="en-ID" sz="2000" dirty="0" err="1">
                <a:solidFill>
                  <a:srgbClr val="FF0000"/>
                </a:solidFill>
              </a:rPr>
              <a:t>dihitung</a:t>
            </a:r>
            <a:r>
              <a:rPr lang="en-ID" sz="2000" dirty="0"/>
              <a:t>)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lain yang </a:t>
            </a:r>
            <a:r>
              <a:rPr lang="en-ID" sz="2000" dirty="0" err="1"/>
              <a:t>sudah</a:t>
            </a:r>
            <a:r>
              <a:rPr lang="en-ID" sz="2000" dirty="0"/>
              <a:t> </a:t>
            </a:r>
            <a:r>
              <a:rPr lang="en-ID" sz="2000" dirty="0" err="1"/>
              <a:t>ada</a:t>
            </a:r>
            <a:r>
              <a:rPr lang="en-ID" sz="2000" dirty="0"/>
              <a:t>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b="1" dirty="0" err="1">
                <a:solidFill>
                  <a:srgbClr val="FFC000"/>
                </a:solidFill>
              </a:rPr>
              <a:t>Karakteristik</a:t>
            </a:r>
            <a:r>
              <a:rPr lang="en-ID" sz="2000" b="1" dirty="0"/>
              <a:t>:</a:t>
            </a:r>
            <a:r>
              <a:rPr lang="en-ID" sz="2000" dirty="0"/>
              <a:t> </a:t>
            </a:r>
            <a:r>
              <a:rPr lang="en-ID" sz="2000" dirty="0" err="1"/>
              <a:t>Digambarkan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b="1" dirty="0"/>
              <a:t>garis oval </a:t>
            </a:r>
            <a:r>
              <a:rPr lang="en-ID" sz="2000" b="1" dirty="0" err="1"/>
              <a:t>putus-putus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ERD.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b="1" dirty="0" err="1">
                <a:solidFill>
                  <a:srgbClr val="FFC000"/>
                </a:solidFill>
              </a:rPr>
              <a:t>Contoh</a:t>
            </a:r>
            <a:r>
              <a:rPr lang="en-ID" sz="2000" b="1" dirty="0"/>
              <a:t>: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Umur</a:t>
            </a:r>
            <a:r>
              <a:rPr lang="en-ID" sz="2000" dirty="0"/>
              <a:t> yang </a:t>
            </a:r>
            <a:r>
              <a:rPr lang="en-ID" sz="2000" dirty="0" err="1"/>
              <a:t>didapat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selisih</a:t>
            </a:r>
            <a:r>
              <a:rPr lang="en-ID" sz="2000" dirty="0"/>
              <a:t> </a:t>
            </a:r>
            <a:r>
              <a:rPr lang="en-ID" sz="2000" i="1" dirty="0" err="1"/>
              <a:t>Tanggal</a:t>
            </a:r>
            <a:r>
              <a:rPr lang="en-ID" sz="2000" i="1" dirty="0"/>
              <a:t> Lahir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tanggal</a:t>
            </a:r>
            <a:r>
              <a:rPr lang="en-ID" sz="2000" dirty="0"/>
              <a:t> </a:t>
            </a:r>
            <a:r>
              <a:rPr lang="en-ID" sz="2000" dirty="0" err="1"/>
              <a:t>sekarang</a:t>
            </a:r>
            <a:r>
              <a:rPr lang="en-ID" sz="2000" dirty="0"/>
              <a:t>. Atau </a:t>
            </a:r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Total Harga</a:t>
            </a:r>
            <a:r>
              <a:rPr lang="en-ID" sz="2000" dirty="0"/>
              <a:t> yang </a:t>
            </a:r>
            <a:r>
              <a:rPr lang="en-ID" sz="2000" dirty="0" err="1"/>
              <a:t>dihitung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i="1" dirty="0"/>
              <a:t>Harga </a:t>
            </a:r>
            <a:r>
              <a:rPr lang="en-ID" sz="2000" i="1" dirty="0" err="1"/>
              <a:t>Satuan</a:t>
            </a:r>
            <a:r>
              <a:rPr lang="en-ID" sz="2000" dirty="0"/>
              <a:t> </a:t>
            </a:r>
            <a:r>
              <a:rPr lang="en-ID" sz="2000" dirty="0" err="1"/>
              <a:t>dikali</a:t>
            </a:r>
            <a:r>
              <a:rPr lang="en-ID" sz="2000" dirty="0"/>
              <a:t> </a:t>
            </a:r>
            <a:r>
              <a:rPr lang="en-ID" sz="2000" i="1" dirty="0" err="1"/>
              <a:t>Jumlah</a:t>
            </a:r>
            <a:r>
              <a:rPr lang="en-ID" sz="2000" i="1" dirty="0"/>
              <a:t> Barang</a:t>
            </a:r>
            <a:r>
              <a:rPr lang="en-ID" sz="2000" dirty="0"/>
              <a:t>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b="1" dirty="0">
                <a:solidFill>
                  <a:srgbClr val="FFC000"/>
                </a:solidFill>
              </a:rPr>
              <a:t>Tujuan</a:t>
            </a:r>
            <a:r>
              <a:rPr lang="en-ID" sz="2000" b="1" dirty="0"/>
              <a:t>: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FF0000"/>
                </a:solidFill>
              </a:rPr>
              <a:t>Menghindari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redundansi</a:t>
            </a:r>
            <a:r>
              <a:rPr lang="en-ID" sz="2000" dirty="0"/>
              <a:t> data dan </a:t>
            </a:r>
            <a:r>
              <a:rPr lang="en-ID" sz="2000" dirty="0" err="1"/>
              <a:t>memastikan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 </a:t>
            </a:r>
            <a:r>
              <a:rPr lang="en-ID" sz="2000" dirty="0" err="1"/>
              <a:t>selalu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92D050"/>
                </a:solidFill>
              </a:rPr>
              <a:t>akurat</a:t>
            </a:r>
            <a:r>
              <a:rPr lang="en-ID" sz="2000" dirty="0"/>
              <a:t> (</a:t>
            </a:r>
            <a:r>
              <a:rPr lang="en-ID" sz="2000" dirty="0" err="1"/>
              <a:t>misalnya</a:t>
            </a:r>
            <a:r>
              <a:rPr lang="en-ID" sz="2000" dirty="0"/>
              <a:t>, </a:t>
            </a:r>
            <a:r>
              <a:rPr lang="en-ID" sz="2000" b="1" dirty="0" err="1">
                <a:solidFill>
                  <a:srgbClr val="92D050"/>
                </a:solidFill>
              </a:rPr>
              <a:t>umur</a:t>
            </a:r>
            <a:r>
              <a:rPr lang="en-ID" sz="2000" b="1" dirty="0">
                <a:solidFill>
                  <a:srgbClr val="92D050"/>
                </a:solidFill>
              </a:rPr>
              <a:t> </a:t>
            </a:r>
            <a:r>
              <a:rPr lang="en-ID" sz="2000" b="1" dirty="0" err="1">
                <a:solidFill>
                  <a:srgbClr val="92D050"/>
                </a:solidFill>
              </a:rPr>
              <a:t>akan</a:t>
            </a:r>
            <a:r>
              <a:rPr lang="en-ID" sz="2000" b="1" dirty="0">
                <a:solidFill>
                  <a:srgbClr val="92D050"/>
                </a:solidFill>
              </a:rPr>
              <a:t> </a:t>
            </a:r>
            <a:r>
              <a:rPr lang="en-ID" sz="2000" b="1" dirty="0" err="1">
                <a:solidFill>
                  <a:srgbClr val="92D050"/>
                </a:solidFill>
              </a:rPr>
              <a:t>bertambah</a:t>
            </a:r>
            <a:r>
              <a:rPr lang="en-ID" sz="2000" b="1" dirty="0">
                <a:solidFill>
                  <a:srgbClr val="92D050"/>
                </a:solidFill>
              </a:rPr>
              <a:t> </a:t>
            </a:r>
            <a:r>
              <a:rPr lang="en-ID" sz="2000" b="1" dirty="0" err="1">
                <a:solidFill>
                  <a:srgbClr val="92D050"/>
                </a:solidFill>
              </a:rPr>
              <a:t>otomatis</a:t>
            </a:r>
            <a:r>
              <a:rPr lang="en-ID" sz="2000" dirty="0"/>
              <a:t> 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perlu</a:t>
            </a:r>
            <a:r>
              <a:rPr lang="en-ID" sz="2000" dirty="0"/>
              <a:t> </a:t>
            </a:r>
            <a:r>
              <a:rPr lang="en-ID" sz="2000" dirty="0" err="1"/>
              <a:t>diedit</a:t>
            </a:r>
            <a:r>
              <a:rPr lang="en-ID" sz="2000" dirty="0"/>
              <a:t> manual </a:t>
            </a:r>
            <a:r>
              <a:rPr lang="en-ID" sz="2000" dirty="0" err="1"/>
              <a:t>setiap</a:t>
            </a:r>
            <a:r>
              <a:rPr lang="en-ID" sz="2000" dirty="0"/>
              <a:t> </a:t>
            </a:r>
            <a:r>
              <a:rPr lang="en-ID" sz="2000" dirty="0" err="1"/>
              <a:t>tahun</a:t>
            </a:r>
            <a:r>
              <a:rPr lang="en-ID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30670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B75B-F6E7-2C63-D234-A32694C54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C582-FCFA-4E1E-C172-BF9C628F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derived </a:t>
            </a:r>
            <a:r>
              <a:rPr lang="en-US" dirty="0" err="1"/>
              <a:t>atribute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D09DD-3F6F-021B-9CFA-B74CB9637D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E055741-A075-BC88-BAAD-F69FB6E2BA39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2830705-D5A5-0D79-5918-6B364EF38BCA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5897690-6380-478C-9616-2444C43D9DC2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7052F-7F6A-E4C2-C961-EE5CE0D6F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1123"/>
            <a:ext cx="7772400" cy="214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50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DBFEFF4-AC0A-283C-A691-113DDE7D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FC97E825-543B-287D-7F53-4A1AD751A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Relationship Sets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4DC3D3F2-C021-6809-32D3-976F690C22D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relasi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hubungan</a:t>
            </a:r>
            <a:r>
              <a:rPr lang="en-ID" sz="2000" dirty="0"/>
              <a:t>/</a:t>
            </a:r>
            <a:r>
              <a:rPr lang="en-ID" sz="2000" dirty="0" err="1"/>
              <a:t>asosiasi</a:t>
            </a:r>
            <a:r>
              <a:rPr lang="en-ID" sz="2000" dirty="0"/>
              <a:t> di </a:t>
            </a:r>
            <a:r>
              <a:rPr lang="en-ID" sz="2000" dirty="0" err="1"/>
              <a:t>antara</a:t>
            </a:r>
            <a:r>
              <a:rPr lang="en-ID" sz="2000" dirty="0"/>
              <a:t> </a:t>
            </a:r>
            <a:r>
              <a:rPr lang="en-ID" sz="2000" dirty="0" err="1"/>
              <a:t>beberapa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b="1" dirty="0" err="1"/>
              <a:t>Contoh</a:t>
            </a:r>
            <a:r>
              <a:rPr lang="en-ID" sz="2000" b="1" dirty="0"/>
              <a:t>:		</a:t>
            </a:r>
            <a:endParaRPr lang="en-ID" sz="2000" dirty="0"/>
          </a:p>
          <a:p>
            <a:pPr marL="609600" lvl="1" indent="0" algn="l"/>
            <a:r>
              <a:rPr lang="en-ID" sz="2000" b="1" dirty="0">
                <a:solidFill>
                  <a:srgbClr val="FFC000"/>
                </a:solidFill>
              </a:rPr>
              <a:t>Hayes		</a:t>
            </a:r>
            <a:r>
              <a:rPr lang="en-ID" sz="2000" dirty="0">
                <a:solidFill>
                  <a:srgbClr val="FFC000"/>
                </a:solidFill>
              </a:rPr>
              <a:t> </a:t>
            </a:r>
            <a:r>
              <a:rPr lang="en-ID" sz="2000" b="1" dirty="0">
                <a:solidFill>
                  <a:srgbClr val="FFC000"/>
                </a:solidFill>
              </a:rPr>
              <a:t>depositor</a:t>
            </a:r>
            <a:r>
              <a:rPr lang="en-ID" sz="2000" dirty="0">
                <a:solidFill>
                  <a:srgbClr val="FFC000"/>
                </a:solidFill>
              </a:rPr>
              <a:t> 		</a:t>
            </a:r>
            <a:r>
              <a:rPr lang="en-ID" sz="2000" b="1" dirty="0">
                <a:solidFill>
                  <a:srgbClr val="FFC000"/>
                </a:solidFill>
              </a:rPr>
              <a:t>A-102</a:t>
            </a:r>
            <a:endParaRPr lang="en-ID" sz="2000" dirty="0">
              <a:solidFill>
                <a:srgbClr val="FFC000"/>
              </a:solidFill>
            </a:endParaRPr>
          </a:p>
          <a:p>
            <a:pPr marL="609600" lvl="1" indent="0" algn="l"/>
            <a:r>
              <a:rPr lang="en-ID" sz="1400" dirty="0">
                <a:solidFill>
                  <a:srgbClr val="FF0000"/>
                </a:solidFill>
              </a:rPr>
              <a:t>(</a:t>
            </a:r>
            <a:r>
              <a:rPr lang="en-ID" sz="1400" i="1" dirty="0" err="1">
                <a:solidFill>
                  <a:srgbClr val="FF0000"/>
                </a:solidFill>
              </a:rPr>
              <a:t>entitas</a:t>
            </a:r>
            <a:r>
              <a:rPr lang="en-ID" sz="1400" i="1" dirty="0">
                <a:solidFill>
                  <a:srgbClr val="FF0000"/>
                </a:solidFill>
              </a:rPr>
              <a:t> customer)	 </a:t>
            </a:r>
            <a:r>
              <a:rPr lang="en-ID" sz="1400" dirty="0">
                <a:solidFill>
                  <a:srgbClr val="FF0000"/>
                </a:solidFill>
              </a:rPr>
              <a:t>(</a:t>
            </a:r>
            <a:r>
              <a:rPr lang="en-ID" sz="1400" i="1" dirty="0" err="1">
                <a:solidFill>
                  <a:srgbClr val="FF0000"/>
                </a:solidFill>
              </a:rPr>
              <a:t>himpunan</a:t>
            </a:r>
            <a:r>
              <a:rPr lang="en-ID" sz="1400" i="1" dirty="0">
                <a:solidFill>
                  <a:srgbClr val="FF0000"/>
                </a:solidFill>
              </a:rPr>
              <a:t> </a:t>
            </a:r>
            <a:r>
              <a:rPr lang="en-ID" sz="1400" i="1" dirty="0" err="1">
                <a:solidFill>
                  <a:srgbClr val="FF0000"/>
                </a:solidFill>
              </a:rPr>
              <a:t>relasi</a:t>
            </a:r>
            <a:r>
              <a:rPr lang="en-ID" sz="1400" dirty="0">
                <a:solidFill>
                  <a:srgbClr val="FF0000"/>
                </a:solidFill>
              </a:rPr>
              <a:t>) 		(</a:t>
            </a:r>
            <a:r>
              <a:rPr lang="en-ID" sz="1400" i="1" dirty="0" err="1">
                <a:solidFill>
                  <a:srgbClr val="FF0000"/>
                </a:solidFill>
              </a:rPr>
              <a:t>entitas</a:t>
            </a:r>
            <a:r>
              <a:rPr lang="en-ID" sz="1400" i="1" dirty="0">
                <a:solidFill>
                  <a:srgbClr val="FF0000"/>
                </a:solidFill>
              </a:rPr>
              <a:t> account</a:t>
            </a:r>
            <a:r>
              <a:rPr lang="en-ID" sz="1400" dirty="0">
                <a:solidFill>
                  <a:srgbClr val="FF0000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relationship set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hubungan</a:t>
            </a:r>
            <a:r>
              <a:rPr lang="en-ID" sz="2000" dirty="0"/>
              <a:t> </a:t>
            </a:r>
            <a:r>
              <a:rPr lang="en-ID" sz="2000" dirty="0" err="1"/>
              <a:t>matematis</a:t>
            </a:r>
            <a:r>
              <a:rPr lang="en-ID" sz="2000" dirty="0"/>
              <a:t> di </a:t>
            </a:r>
            <a:r>
              <a:rPr lang="en-ID" sz="2000" dirty="0" err="1"/>
              <a:t>antara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n &gt;= 2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(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berbeda</a:t>
            </a:r>
            <a:r>
              <a:rPr lang="en-ID" sz="2000" dirty="0"/>
              <a:t>/</a:t>
            </a:r>
            <a:r>
              <a:rPr lang="en-ID" sz="2000" dirty="0">
                <a:solidFill>
                  <a:srgbClr val="FF0000"/>
                </a:solidFill>
              </a:rPr>
              <a:t>not-distinct</a:t>
            </a:r>
            <a:r>
              <a:rPr lang="en-ID" sz="2000" dirty="0"/>
              <a:t>), yang masing-masing </a:t>
            </a:r>
            <a:r>
              <a:rPr lang="en-ID" sz="2000" dirty="0" err="1"/>
              <a:t>diambil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:</a:t>
            </a:r>
          </a:p>
          <a:p>
            <a:pPr marL="152400" indent="0"/>
            <a:r>
              <a:rPr lang="en-US" sz="2000" dirty="0">
                <a:sym typeface="Symbol" pitchFamily="18" charset="2"/>
              </a:rPr>
              <a:t>	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{(</a:t>
            </a:r>
            <a:r>
              <a:rPr lang="en-US" sz="2000" b="1" i="1" dirty="0">
                <a:solidFill>
                  <a:srgbClr val="FFC000"/>
                </a:solidFill>
                <a:sym typeface="Symbol" pitchFamily="18" charset="2"/>
              </a:rPr>
              <a:t>e</a:t>
            </a:r>
            <a:r>
              <a:rPr lang="en-US" sz="2000" b="1" baseline="-25000" dirty="0">
                <a:solidFill>
                  <a:srgbClr val="FFC000"/>
                </a:solidFill>
                <a:sym typeface="Symbol" pitchFamily="18" charset="2"/>
              </a:rPr>
              <a:t>1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, </a:t>
            </a:r>
            <a:r>
              <a:rPr lang="en-US" sz="2000" b="1" i="1" dirty="0">
                <a:solidFill>
                  <a:srgbClr val="FFC000"/>
                </a:solidFill>
                <a:sym typeface="Symbol" pitchFamily="18" charset="2"/>
              </a:rPr>
              <a:t>e</a:t>
            </a:r>
            <a:r>
              <a:rPr lang="en-US" sz="2000" b="1" baseline="-25000" dirty="0">
                <a:solidFill>
                  <a:srgbClr val="FFC000"/>
                </a:solidFill>
                <a:sym typeface="Symbol" pitchFamily="18" charset="2"/>
              </a:rPr>
              <a:t>2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, … </a:t>
            </a:r>
            <a:r>
              <a:rPr lang="en-US" sz="2000" b="1" i="1" dirty="0" err="1">
                <a:solidFill>
                  <a:srgbClr val="FFC000"/>
                </a:solidFill>
                <a:sym typeface="Symbol" pitchFamily="18" charset="2"/>
              </a:rPr>
              <a:t>e</a:t>
            </a:r>
            <a:r>
              <a:rPr lang="en-US" sz="2000" b="1" i="1" baseline="-25000" dirty="0" err="1">
                <a:solidFill>
                  <a:srgbClr val="FFC000"/>
                </a:solidFill>
                <a:sym typeface="Symbol" pitchFamily="18" charset="2"/>
              </a:rPr>
              <a:t>n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) | </a:t>
            </a:r>
            <a:r>
              <a:rPr lang="en-US" sz="2000" b="1" i="1" dirty="0">
                <a:solidFill>
                  <a:srgbClr val="FFC000"/>
                </a:solidFill>
                <a:sym typeface="Symbol" pitchFamily="18" charset="2"/>
              </a:rPr>
              <a:t>e</a:t>
            </a:r>
            <a:r>
              <a:rPr lang="en-US" sz="2000" b="1" baseline="-25000" dirty="0">
                <a:solidFill>
                  <a:srgbClr val="FFC000"/>
                </a:solidFill>
                <a:sym typeface="Symbol" pitchFamily="18" charset="2"/>
              </a:rPr>
              <a:t>1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   </a:t>
            </a:r>
            <a:r>
              <a:rPr lang="en-US" sz="2000" b="1" i="1" dirty="0">
                <a:solidFill>
                  <a:srgbClr val="FFC000"/>
                </a:solidFill>
                <a:sym typeface="Symbol" pitchFamily="18" charset="2"/>
              </a:rPr>
              <a:t>E</a:t>
            </a:r>
            <a:r>
              <a:rPr lang="en-US" sz="2000" b="1" baseline="-25000" dirty="0">
                <a:solidFill>
                  <a:srgbClr val="FFC000"/>
                </a:solidFill>
                <a:sym typeface="Symbol" pitchFamily="18" charset="2"/>
              </a:rPr>
              <a:t>1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, </a:t>
            </a:r>
            <a:r>
              <a:rPr lang="en-US" sz="2000" b="1" i="1" dirty="0">
                <a:solidFill>
                  <a:srgbClr val="FFC000"/>
                </a:solidFill>
                <a:sym typeface="Symbol" pitchFamily="18" charset="2"/>
              </a:rPr>
              <a:t>e</a:t>
            </a:r>
            <a:r>
              <a:rPr lang="en-US" sz="2000" b="1" baseline="-25000" dirty="0">
                <a:solidFill>
                  <a:srgbClr val="FFC000"/>
                </a:solidFill>
                <a:sym typeface="Symbol" pitchFamily="18" charset="2"/>
              </a:rPr>
              <a:t>2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   </a:t>
            </a:r>
            <a:r>
              <a:rPr lang="en-US" sz="2000" b="1" i="1" dirty="0">
                <a:solidFill>
                  <a:srgbClr val="FFC000"/>
                </a:solidFill>
                <a:sym typeface="Symbol" pitchFamily="18" charset="2"/>
              </a:rPr>
              <a:t>E</a:t>
            </a:r>
            <a:r>
              <a:rPr lang="en-US" sz="2000" b="1" baseline="-25000" dirty="0">
                <a:solidFill>
                  <a:srgbClr val="FFC000"/>
                </a:solidFill>
                <a:sym typeface="Symbol" pitchFamily="18" charset="2"/>
              </a:rPr>
              <a:t>2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, …, </a:t>
            </a:r>
            <a:r>
              <a:rPr lang="en-US" sz="2000" b="1" i="1" dirty="0" err="1">
                <a:solidFill>
                  <a:srgbClr val="FFC000"/>
                </a:solidFill>
                <a:sym typeface="Symbol" pitchFamily="18" charset="2"/>
              </a:rPr>
              <a:t>e</a:t>
            </a:r>
            <a:r>
              <a:rPr lang="en-US" sz="2000" b="1" i="1" baseline="-25000" dirty="0" err="1">
                <a:solidFill>
                  <a:srgbClr val="FFC000"/>
                </a:solidFill>
                <a:sym typeface="Symbol" pitchFamily="18" charset="2"/>
              </a:rPr>
              <a:t>n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   </a:t>
            </a:r>
            <a:r>
              <a:rPr lang="en-US" sz="2000" b="1" i="1" dirty="0">
                <a:solidFill>
                  <a:srgbClr val="FFC000"/>
                </a:solidFill>
                <a:sym typeface="Symbol" pitchFamily="18" charset="2"/>
              </a:rPr>
              <a:t>E</a:t>
            </a:r>
            <a:r>
              <a:rPr lang="en-US" sz="2000" b="1" i="1" baseline="-25000" dirty="0">
                <a:solidFill>
                  <a:srgbClr val="FFC000"/>
                </a:solidFill>
                <a:sym typeface="Symbol" pitchFamily="18" charset="2"/>
              </a:rPr>
              <a:t>n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}</a:t>
            </a:r>
          </a:p>
          <a:p>
            <a:pPr>
              <a:buFont typeface="Arial" panose="020B0604020202020204" pitchFamily="34" charset="0"/>
              <a:buChar char="•"/>
            </a:pPr>
            <a:endParaRPr lang="en-ID" sz="2000" dirty="0"/>
          </a:p>
          <a:p>
            <a:pPr marL="152400" indent="0"/>
            <a:r>
              <a:rPr lang="en-ID" sz="2000" dirty="0"/>
              <a:t>	di mana </a:t>
            </a:r>
            <a:r>
              <a:rPr lang="en-US" sz="2000" dirty="0">
                <a:sym typeface="Symbol" pitchFamily="18" charset="2"/>
              </a:rPr>
              <a:t>(</a:t>
            </a:r>
            <a:r>
              <a:rPr lang="en-US" sz="2000" i="1" dirty="0">
                <a:sym typeface="Symbol" pitchFamily="18" charset="2"/>
              </a:rPr>
              <a:t>e</a:t>
            </a:r>
            <a:r>
              <a:rPr lang="en-US" sz="2000" baseline="-25000" dirty="0">
                <a:sym typeface="Symbol" pitchFamily="18" charset="2"/>
              </a:rPr>
              <a:t>1</a:t>
            </a:r>
            <a:r>
              <a:rPr lang="en-US" sz="2000" dirty="0">
                <a:sym typeface="Symbol" pitchFamily="18" charset="2"/>
              </a:rPr>
              <a:t>, </a:t>
            </a:r>
            <a:r>
              <a:rPr lang="en-US" sz="2000" i="1" dirty="0">
                <a:sym typeface="Symbol" pitchFamily="18" charset="2"/>
              </a:rPr>
              <a:t>e</a:t>
            </a:r>
            <a:r>
              <a:rPr lang="en-US" sz="2000" baseline="-25000" dirty="0">
                <a:sym typeface="Symbol" pitchFamily="18" charset="2"/>
              </a:rPr>
              <a:t>2</a:t>
            </a:r>
            <a:r>
              <a:rPr lang="en-US" sz="2000" dirty="0">
                <a:sym typeface="Symbol" pitchFamily="18" charset="2"/>
              </a:rPr>
              <a:t>, …, </a:t>
            </a:r>
            <a:r>
              <a:rPr lang="en-US" sz="2000" i="1" dirty="0" err="1">
                <a:sym typeface="Symbol" pitchFamily="18" charset="2"/>
              </a:rPr>
              <a:t>e</a:t>
            </a:r>
            <a:r>
              <a:rPr lang="en-US" sz="2000" i="1" baseline="-25000" dirty="0" err="1">
                <a:sym typeface="Symbol" pitchFamily="18" charset="2"/>
              </a:rPr>
              <a:t>n</a:t>
            </a:r>
            <a:r>
              <a:rPr lang="en-US" sz="2000" dirty="0">
                <a:sym typeface="Symbol" pitchFamily="18" charset="2"/>
              </a:rPr>
              <a:t>)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relasi</a:t>
            </a:r>
            <a:r>
              <a:rPr lang="en-ID" sz="2000" dirty="0"/>
              <a:t>.</a:t>
            </a:r>
          </a:p>
          <a:p>
            <a:pPr marL="609600" lvl="1" indent="0" algn="l"/>
            <a:r>
              <a:rPr lang="en-ID" sz="2000" b="1" dirty="0"/>
              <a:t>	</a:t>
            </a:r>
            <a:r>
              <a:rPr lang="en-ID" sz="2000" b="1" dirty="0" err="1"/>
              <a:t>Contoh</a:t>
            </a:r>
            <a:r>
              <a:rPr lang="en-ID" sz="2000" b="1" dirty="0"/>
              <a:t>:</a:t>
            </a:r>
            <a:r>
              <a:rPr lang="en-ID" sz="2000" dirty="0"/>
              <a:t> (Hayes, A-102) </a:t>
            </a:r>
            <a:r>
              <a:rPr lang="en-US" sz="2000" b="1" dirty="0">
                <a:solidFill>
                  <a:srgbClr val="FFC000"/>
                </a:solidFill>
                <a:sym typeface="Symbol" pitchFamily="18" charset="2"/>
              </a:rPr>
              <a:t></a:t>
            </a:r>
            <a:r>
              <a:rPr lang="en-ID" sz="2000" dirty="0"/>
              <a:t> </a:t>
            </a:r>
            <a:r>
              <a:rPr lang="en-ID" sz="2000" i="1" dirty="0"/>
              <a:t>depositor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2260922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6A24-BD68-694C-3162-AA3C24B19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Relationship Set : “Borrower”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B937F-AD7C-E68B-203E-8E111DD596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F6E3CF9-CD24-C984-8D43-1E79290EE728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0833BAD-2F72-2888-A0BA-F3E09F1C97B9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18155B8-4B6F-7FC5-32C9-74EFBE5BC504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9CA9CD-3DB0-43D9-A0BE-FB49B0C8D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51" y="1017725"/>
            <a:ext cx="5899298" cy="379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48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591A775B-B525-497F-086F-FC11F9EF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8656601-1098-DEB6-EB43-CC0B5F10A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Relationship Sets (Continue)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5015A882-2C8A-B8C9-0208-6C4CB93F064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b="1" i="1" dirty="0">
                <a:solidFill>
                  <a:srgbClr val="FFC000"/>
                </a:solidFill>
              </a:rPr>
              <a:t>attribute</a:t>
            </a:r>
            <a:r>
              <a:rPr lang="en-ID" sz="1800" dirty="0"/>
              <a:t> (</a:t>
            </a:r>
            <a:r>
              <a:rPr lang="en-ID" sz="1800" dirty="0" err="1"/>
              <a:t>atribut</a:t>
            </a:r>
            <a:r>
              <a:rPr lang="en-ID" sz="1800" dirty="0"/>
              <a:t>) juga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>
                <a:solidFill>
                  <a:srgbClr val="FFC000"/>
                </a:solidFill>
              </a:rPr>
              <a:t>menjadi</a:t>
            </a:r>
            <a:r>
              <a:rPr lang="en-ID" sz="1800" dirty="0">
                <a:solidFill>
                  <a:srgbClr val="FFC000"/>
                </a:solidFill>
              </a:rPr>
              <a:t> </a:t>
            </a:r>
            <a:r>
              <a:rPr lang="en-ID" sz="1800" dirty="0" err="1">
                <a:solidFill>
                  <a:srgbClr val="FFC000"/>
                </a:solidFill>
              </a:rPr>
              <a:t>properti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>
                <a:solidFill>
                  <a:srgbClr val="FFC000"/>
                </a:solidFill>
              </a:rPr>
              <a:t>himpunan</a:t>
            </a:r>
            <a:r>
              <a:rPr lang="en-ID" sz="1800" dirty="0">
                <a:solidFill>
                  <a:srgbClr val="FFC000"/>
                </a:solidFill>
              </a:rPr>
              <a:t> </a:t>
            </a:r>
            <a:r>
              <a:rPr lang="en-ID" sz="1800" dirty="0" err="1">
                <a:solidFill>
                  <a:srgbClr val="FFC000"/>
                </a:solidFill>
              </a:rPr>
              <a:t>relasi</a:t>
            </a:r>
            <a:r>
              <a:rPr lang="en-ID" sz="1800" dirty="0"/>
              <a:t>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1800" dirty="0" err="1"/>
              <a:t>Sebagai</a:t>
            </a:r>
            <a:r>
              <a:rPr lang="en-ID" sz="1800" dirty="0"/>
              <a:t> </a:t>
            </a:r>
            <a:r>
              <a:rPr lang="en-ID" sz="1800" dirty="0" err="1"/>
              <a:t>contoh</a:t>
            </a:r>
            <a:r>
              <a:rPr lang="en-ID" sz="1800" dirty="0"/>
              <a:t>,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b="1" i="1" dirty="0">
                <a:solidFill>
                  <a:srgbClr val="FFC000"/>
                </a:solidFill>
              </a:rPr>
              <a:t>depositor</a:t>
            </a:r>
            <a:r>
              <a:rPr lang="en-ID" sz="1800" dirty="0"/>
              <a:t> </a:t>
            </a:r>
            <a:r>
              <a:rPr lang="en-ID" sz="1800" dirty="0" err="1"/>
              <a:t>antara</a:t>
            </a:r>
            <a:r>
              <a:rPr lang="en-ID" sz="1800" dirty="0"/>
              <a:t>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entitas</a:t>
            </a:r>
            <a:r>
              <a:rPr lang="en-ID" sz="1800" dirty="0"/>
              <a:t> </a:t>
            </a:r>
            <a:r>
              <a:rPr lang="en-ID" sz="1800" b="1" i="1" dirty="0">
                <a:solidFill>
                  <a:srgbClr val="FFC000"/>
                </a:solidFill>
              </a:rPr>
              <a:t>customer</a:t>
            </a:r>
            <a:r>
              <a:rPr lang="en-ID" sz="1800" dirty="0"/>
              <a:t> (</a:t>
            </a:r>
            <a:r>
              <a:rPr lang="en-ID" sz="1800" dirty="0" err="1"/>
              <a:t>nasabah</a:t>
            </a:r>
            <a:r>
              <a:rPr lang="en-ID" sz="1800" dirty="0"/>
              <a:t>) dan </a:t>
            </a:r>
            <a:r>
              <a:rPr lang="en-ID" sz="1800" b="1" i="1" dirty="0">
                <a:solidFill>
                  <a:srgbClr val="FFC000"/>
                </a:solidFill>
              </a:rPr>
              <a:t>account</a:t>
            </a:r>
            <a:r>
              <a:rPr lang="en-ID" sz="1800" dirty="0"/>
              <a:t> (</a:t>
            </a:r>
            <a:r>
              <a:rPr lang="en-ID" sz="1800" dirty="0" err="1"/>
              <a:t>rekening</a:t>
            </a:r>
            <a:r>
              <a:rPr lang="en-ID" sz="1800" dirty="0"/>
              <a:t>) </a:t>
            </a:r>
            <a:r>
              <a:rPr lang="en-ID" sz="1800" dirty="0" err="1"/>
              <a:t>bisa</a:t>
            </a:r>
            <a:r>
              <a:rPr lang="en-ID" sz="1800" dirty="0"/>
              <a:t> </a:t>
            </a:r>
            <a:r>
              <a:rPr lang="en-ID" sz="1800" dirty="0" err="1"/>
              <a:t>saja</a:t>
            </a:r>
            <a:r>
              <a:rPr lang="en-ID" sz="1800" dirty="0"/>
              <a:t> </a:t>
            </a:r>
            <a:r>
              <a:rPr lang="en-ID" sz="1800" dirty="0" err="1"/>
              <a:t>memiliki</a:t>
            </a:r>
            <a:r>
              <a:rPr lang="en-ID" sz="1800" dirty="0"/>
              <a:t> </a:t>
            </a:r>
            <a:r>
              <a:rPr lang="en-ID" sz="1800" dirty="0" err="1"/>
              <a:t>atribut</a:t>
            </a:r>
            <a:r>
              <a:rPr lang="en-ID" sz="1800" dirty="0"/>
              <a:t> </a:t>
            </a:r>
            <a:r>
              <a:rPr lang="en-ID" sz="1800" b="1" i="1" dirty="0">
                <a:solidFill>
                  <a:srgbClr val="FFC000"/>
                </a:solidFill>
              </a:rPr>
              <a:t>access-date</a:t>
            </a:r>
            <a:r>
              <a:rPr lang="en-ID" sz="1800" dirty="0"/>
              <a:t> (</a:t>
            </a:r>
            <a:r>
              <a:rPr lang="en-ID" sz="1800" dirty="0" err="1"/>
              <a:t>tanggal</a:t>
            </a:r>
            <a:r>
              <a:rPr lang="en-ID" sz="1800" dirty="0"/>
              <a:t> </a:t>
            </a:r>
            <a:r>
              <a:rPr lang="en-ID" sz="1800" dirty="0" err="1"/>
              <a:t>akses</a:t>
            </a:r>
            <a:r>
              <a:rPr lang="en-ID" sz="1800" dirty="0"/>
              <a:t>).</a:t>
            </a:r>
          </a:p>
          <a:p>
            <a:pPr marL="152400" indent="0"/>
            <a:endParaRPr lang="en-ID" sz="1800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240EE09-A71D-64F9-7B96-02A10A923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291" t="7312" r="3548" b="7742"/>
          <a:stretch>
            <a:fillRect/>
          </a:stretch>
        </p:blipFill>
        <p:spPr bwMode="auto">
          <a:xfrm>
            <a:off x="2854140" y="2571750"/>
            <a:ext cx="3435720" cy="230060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40571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89F42D7-1197-112A-261F-E1DD3A86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CFF93574-7FD6-B562-C9DC-FF749D8E9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6781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Derajat</a:t>
            </a:r>
            <a:r>
              <a:rPr lang="en-ID" b="1" dirty="0"/>
              <a:t> </a:t>
            </a:r>
            <a:r>
              <a:rPr lang="en-ID" b="1" dirty="0" err="1"/>
              <a:t>Himpunan</a:t>
            </a:r>
            <a:r>
              <a:rPr lang="en-ID" b="1" dirty="0"/>
              <a:t> </a:t>
            </a:r>
            <a:r>
              <a:rPr lang="en-ID" b="1" dirty="0" err="1"/>
              <a:t>Relasi</a:t>
            </a:r>
            <a:r>
              <a:rPr lang="en-ID" b="1" dirty="0"/>
              <a:t> </a:t>
            </a:r>
            <a:br>
              <a:rPr lang="en-ID" b="1" dirty="0"/>
            </a:br>
            <a:r>
              <a:rPr lang="en-ID" b="1" dirty="0"/>
              <a:t>(Degree of a Relationship Set)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8E9EB79F-99C6-0DC8-CA0D-FDF42C0BE0A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97936"/>
            <a:ext cx="7703999" cy="3511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2000" dirty="0" err="1"/>
              <a:t>Mengacu</a:t>
            </a:r>
            <a:r>
              <a:rPr lang="en-ID" sz="2000" dirty="0"/>
              <a:t> pada </a:t>
            </a:r>
            <a:r>
              <a:rPr lang="en-ID" sz="2000" dirty="0" err="1">
                <a:solidFill>
                  <a:srgbClr val="FF0000"/>
                </a:solidFill>
              </a:rPr>
              <a:t>jumlah</a:t>
            </a:r>
            <a:r>
              <a:rPr lang="en-ID" sz="2000" dirty="0">
                <a:solidFill>
                  <a:srgbClr val="FFC000"/>
                </a:solidFill>
              </a:rPr>
              <a:t> </a:t>
            </a:r>
            <a:r>
              <a:rPr lang="en-ID" sz="2000" b="1" i="1" dirty="0">
                <a:solidFill>
                  <a:srgbClr val="FFC000"/>
                </a:solidFill>
              </a:rPr>
              <a:t>entity set</a:t>
            </a:r>
            <a:r>
              <a:rPr lang="en-ID" sz="2000" dirty="0"/>
              <a:t> yang </a:t>
            </a:r>
            <a:r>
              <a:rPr lang="en-ID" sz="2000" dirty="0" err="1">
                <a:solidFill>
                  <a:srgbClr val="FFC000"/>
                </a:solidFill>
              </a:rPr>
              <a:t>berpartisipasi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b="1" i="1" dirty="0">
                <a:solidFill>
                  <a:srgbClr val="FFC000"/>
                </a:solidFill>
              </a:rPr>
              <a:t>relationship set</a:t>
            </a:r>
            <a:r>
              <a:rPr lang="en-ID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b="1" i="1" dirty="0">
                <a:solidFill>
                  <a:srgbClr val="FFC000"/>
                </a:solidFill>
              </a:rPr>
              <a:t>Relationship set</a:t>
            </a:r>
            <a:r>
              <a:rPr lang="en-ID" sz="2000" dirty="0"/>
              <a:t> yang </a:t>
            </a:r>
            <a:r>
              <a:rPr lang="en-ID" sz="2000" dirty="0" err="1"/>
              <a:t>melibatkan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0000"/>
                </a:solidFill>
              </a:rPr>
              <a:t>dua</a:t>
            </a:r>
            <a:r>
              <a:rPr lang="en-ID" sz="2000" dirty="0"/>
              <a:t> </a:t>
            </a:r>
            <a:r>
              <a:rPr lang="en-ID" sz="2000" b="1" i="1" dirty="0">
                <a:solidFill>
                  <a:srgbClr val="FFC000"/>
                </a:solidFill>
              </a:rPr>
              <a:t>entity set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b="1" i="1" dirty="0">
                <a:solidFill>
                  <a:srgbClr val="FF0000"/>
                </a:solidFill>
              </a:rPr>
              <a:t>binary</a:t>
            </a:r>
            <a:r>
              <a:rPr lang="en-ID" sz="2000" dirty="0"/>
              <a:t> (biner)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92D050"/>
                </a:solidFill>
              </a:rPr>
              <a:t>berderajat</a:t>
            </a:r>
            <a:r>
              <a:rPr lang="en-ID" sz="2000" b="1" dirty="0">
                <a:solidFill>
                  <a:srgbClr val="92D050"/>
                </a:solidFill>
              </a:rPr>
              <a:t> dua</a:t>
            </a:r>
            <a:r>
              <a:rPr lang="en-ID" sz="2000" dirty="0"/>
              <a:t>. </a:t>
            </a:r>
            <a:r>
              <a:rPr lang="en-ID" sz="2000" dirty="0" err="1"/>
              <a:t>Umumnya</a:t>
            </a:r>
            <a:r>
              <a:rPr lang="en-ID" sz="2000" dirty="0"/>
              <a:t>, </a:t>
            </a:r>
            <a:r>
              <a:rPr lang="en-ID" sz="2000" dirty="0" err="1"/>
              <a:t>sebagian</a:t>
            </a:r>
            <a:r>
              <a:rPr lang="en-ID" sz="2000" dirty="0"/>
              <a:t> </a:t>
            </a:r>
            <a:r>
              <a:rPr lang="en-ID" sz="2000" dirty="0" err="1"/>
              <a:t>besar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basis data </a:t>
            </a:r>
            <a:r>
              <a:rPr lang="en-ID" sz="2000" dirty="0" err="1"/>
              <a:t>adalah</a:t>
            </a:r>
            <a:r>
              <a:rPr lang="en-ID" sz="2000" dirty="0"/>
              <a:t> biner.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melibatkan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lebih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dari</a:t>
            </a:r>
            <a:r>
              <a:rPr lang="en-ID" sz="2000" b="1" dirty="0">
                <a:solidFill>
                  <a:srgbClr val="FFC000"/>
                </a:solidFill>
              </a:rPr>
              <a:t> dua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dirty="0" err="1"/>
              <a:t>Relasi</a:t>
            </a:r>
            <a:r>
              <a:rPr lang="en-ID" sz="2000" dirty="0"/>
              <a:t> di </a:t>
            </a:r>
            <a:r>
              <a:rPr lang="en-ID" sz="2000" dirty="0" err="1"/>
              <a:t>antara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lebih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dari</a:t>
            </a:r>
            <a:r>
              <a:rPr lang="en-ID" sz="2000" b="1" dirty="0">
                <a:solidFill>
                  <a:srgbClr val="FFC000"/>
                </a:solidFill>
              </a:rPr>
              <a:t> dua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0000"/>
                </a:solidFill>
              </a:rPr>
              <a:t>jarang</a:t>
            </a:r>
            <a:r>
              <a:rPr lang="en-ID" sz="2000" dirty="0"/>
              <a:t> </a:t>
            </a:r>
            <a:r>
              <a:rPr lang="en-ID" sz="2000" dirty="0" err="1"/>
              <a:t>terjadi</a:t>
            </a:r>
            <a:r>
              <a:rPr lang="en-ID" sz="2000" dirty="0"/>
              <a:t>. </a:t>
            </a:r>
            <a:r>
              <a:rPr lang="en-ID" sz="2000" dirty="0" err="1"/>
              <a:t>Kebanyakan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biner (</a:t>
            </a:r>
            <a:r>
              <a:rPr lang="en-ID" sz="2000" dirty="0" err="1"/>
              <a:t>Penjelasan</a:t>
            </a:r>
            <a:r>
              <a:rPr lang="en-ID" sz="2000" dirty="0"/>
              <a:t>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lanjut</a:t>
            </a:r>
            <a:r>
              <a:rPr lang="en-ID" sz="2000" dirty="0"/>
              <a:t> </a:t>
            </a:r>
            <a:r>
              <a:rPr lang="en-ID" sz="2000" dirty="0" err="1"/>
              <a:t>nanti</a:t>
            </a:r>
            <a:r>
              <a:rPr lang="en-ID" sz="2000" dirty="0"/>
              <a:t>).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1600" dirty="0" err="1"/>
              <a:t>Contoh</a:t>
            </a:r>
            <a:r>
              <a:rPr lang="en-ID" sz="1600" dirty="0"/>
              <a:t>: </a:t>
            </a:r>
            <a:r>
              <a:rPr lang="en-ID" sz="1600" b="1" i="1" dirty="0"/>
              <a:t>students</a:t>
            </a:r>
            <a:r>
              <a:rPr lang="en-ID" sz="1600" dirty="0"/>
              <a:t> (</a:t>
            </a:r>
            <a:r>
              <a:rPr lang="en-ID" sz="1600" dirty="0" err="1"/>
              <a:t>mahasiswa</a:t>
            </a:r>
            <a:r>
              <a:rPr lang="en-ID" sz="1600" dirty="0"/>
              <a:t>) </a:t>
            </a:r>
            <a:r>
              <a:rPr lang="en-ID" sz="1600" dirty="0" err="1"/>
              <a:t>mengerjakan</a:t>
            </a:r>
            <a:r>
              <a:rPr lang="en-ID" sz="1600" dirty="0"/>
              <a:t> </a:t>
            </a:r>
            <a:r>
              <a:rPr lang="en-ID" sz="1600" b="1" i="1" dirty="0"/>
              <a:t>projects</a:t>
            </a:r>
            <a:r>
              <a:rPr lang="en-ID" sz="1600" dirty="0"/>
              <a:t> (</a:t>
            </a:r>
            <a:r>
              <a:rPr lang="en-ID" sz="1600" dirty="0" err="1"/>
              <a:t>proyek</a:t>
            </a:r>
            <a:r>
              <a:rPr lang="en-ID" sz="1600" dirty="0"/>
              <a:t>) </a:t>
            </a:r>
            <a:r>
              <a:rPr lang="en-ID" sz="1600" dirty="0" err="1"/>
              <a:t>penelitian</a:t>
            </a:r>
            <a:r>
              <a:rPr lang="en-ID" sz="1600" dirty="0"/>
              <a:t> di </a:t>
            </a:r>
            <a:r>
              <a:rPr lang="en-ID" sz="1600" dirty="0" err="1"/>
              <a:t>bawah</a:t>
            </a:r>
            <a:r>
              <a:rPr lang="en-ID" sz="1600" dirty="0"/>
              <a:t> </a:t>
            </a:r>
            <a:r>
              <a:rPr lang="en-ID" sz="1600" dirty="0" err="1"/>
              <a:t>bimbingan</a:t>
            </a:r>
            <a:r>
              <a:rPr lang="en-ID" sz="1600" dirty="0"/>
              <a:t> </a:t>
            </a:r>
            <a:r>
              <a:rPr lang="en-ID" sz="1600" dirty="0" err="1"/>
              <a:t>seorang</a:t>
            </a:r>
            <a:r>
              <a:rPr lang="en-ID" sz="1600" dirty="0"/>
              <a:t> </a:t>
            </a:r>
            <a:r>
              <a:rPr lang="en-ID" sz="1600" b="1" i="1" dirty="0"/>
              <a:t>instructor</a:t>
            </a:r>
            <a:r>
              <a:rPr lang="en-ID" sz="1600" dirty="0"/>
              <a:t> (</a:t>
            </a:r>
            <a:r>
              <a:rPr lang="en-ID" sz="1600" dirty="0" err="1"/>
              <a:t>dosen</a:t>
            </a:r>
            <a:r>
              <a:rPr lang="en-ID" sz="1600" dirty="0"/>
              <a:t> </a:t>
            </a:r>
            <a:r>
              <a:rPr lang="en-ID" sz="1600" dirty="0" err="1"/>
              <a:t>pembimbing</a:t>
            </a:r>
            <a:r>
              <a:rPr lang="en-ID" sz="1600" dirty="0"/>
              <a:t>).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b="1" i="1" dirty="0" err="1"/>
              <a:t>proj_guide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i="1" dirty="0"/>
              <a:t>ternary</a:t>
            </a:r>
            <a:r>
              <a:rPr lang="en-ID" sz="1600" dirty="0"/>
              <a:t> (</a:t>
            </a:r>
            <a:r>
              <a:rPr lang="en-ID" sz="1600" dirty="0" err="1"/>
              <a:t>terner</a:t>
            </a:r>
            <a:r>
              <a:rPr lang="en-ID" sz="1600" dirty="0"/>
              <a:t>/</a:t>
            </a:r>
            <a:r>
              <a:rPr lang="en-ID" sz="1600" dirty="0" err="1"/>
              <a:t>berderajat</a:t>
            </a:r>
            <a:r>
              <a:rPr lang="en-ID" sz="1600" dirty="0"/>
              <a:t> </a:t>
            </a:r>
            <a:r>
              <a:rPr lang="en-ID" sz="1600" dirty="0" err="1"/>
              <a:t>tiga</a:t>
            </a:r>
            <a:r>
              <a:rPr lang="en-ID" sz="1600" dirty="0"/>
              <a:t>) </a:t>
            </a:r>
            <a:r>
              <a:rPr lang="en-ID" sz="1600" dirty="0" err="1"/>
              <a:t>antara</a:t>
            </a:r>
            <a:r>
              <a:rPr lang="en-ID" sz="1600" dirty="0"/>
              <a:t> </a:t>
            </a:r>
            <a:r>
              <a:rPr lang="en-ID" sz="1600" b="1" i="1" dirty="0"/>
              <a:t>instructor</a:t>
            </a:r>
            <a:r>
              <a:rPr lang="en-ID" sz="1600" dirty="0"/>
              <a:t>, </a:t>
            </a:r>
            <a:r>
              <a:rPr lang="en-ID" sz="1600" b="1" i="1" dirty="0"/>
              <a:t>student</a:t>
            </a:r>
            <a:r>
              <a:rPr lang="en-ID" sz="1600" dirty="0"/>
              <a:t>, dan </a:t>
            </a:r>
            <a:r>
              <a:rPr lang="en-ID" sz="1600" b="1" i="1" dirty="0"/>
              <a:t>project</a:t>
            </a:r>
            <a:r>
              <a:rPr lang="en-ID" sz="1600" dirty="0"/>
              <a:t>.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173263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706DE262-E63C-5070-367A-BAFAD41F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442A1EB-D974-A352-F42B-F560750369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Derajat</a:t>
            </a:r>
            <a:r>
              <a:rPr lang="en-ID" b="1" dirty="0"/>
              <a:t> </a:t>
            </a:r>
            <a:r>
              <a:rPr lang="en-ID" b="1" dirty="0" err="1"/>
              <a:t>Himpunan</a:t>
            </a:r>
            <a:r>
              <a:rPr lang="en-ID" b="1" dirty="0"/>
              <a:t> </a:t>
            </a:r>
            <a:r>
              <a:rPr lang="en-ID" b="1" dirty="0" err="1"/>
              <a:t>Relasi</a:t>
            </a:r>
            <a:r>
              <a:rPr lang="en-ID" b="1" dirty="0"/>
              <a:t>  (Continue)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28163EE7-D5AB-CC78-1681-E0E493F7D82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97936"/>
            <a:ext cx="7703999" cy="3511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Derajat relasi </a:t>
            </a:r>
            <a:r>
              <a:rPr lang="id-ID" sz="2800" dirty="0" err="1"/>
              <a:t>binary</a:t>
            </a:r>
            <a:endParaRPr lang="id-ID" sz="2800" dirty="0"/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Derajat relasi </a:t>
            </a:r>
            <a:r>
              <a:rPr lang="id-ID" sz="2800" dirty="0" err="1"/>
              <a:t>unary</a:t>
            </a:r>
            <a:endParaRPr lang="id-ID" sz="2800" dirty="0"/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Derajat relasi </a:t>
            </a:r>
            <a:r>
              <a:rPr lang="id-ID" sz="2800" dirty="0" err="1"/>
              <a:t>ternary</a:t>
            </a: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1170093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C51E1CF2-1D64-5EE6-61B1-4CE456C7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005344BF-BB5D-A221-D166-4488A493E5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Binary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C8485806-B302-F9DE-4EAF-0AD82A5EE86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97936"/>
            <a:ext cx="7703999" cy="3511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Relasi One-</a:t>
            </a:r>
            <a:r>
              <a:rPr lang="id-ID" sz="2800" dirty="0" err="1"/>
              <a:t>to</a:t>
            </a:r>
            <a:r>
              <a:rPr lang="id-ID" sz="2800" dirty="0"/>
              <a:t>-One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Relasi One-</a:t>
            </a:r>
            <a:r>
              <a:rPr lang="id-ID" sz="2800" dirty="0" err="1"/>
              <a:t>to</a:t>
            </a:r>
            <a:r>
              <a:rPr lang="id-ID" sz="2800" dirty="0"/>
              <a:t>-</a:t>
            </a:r>
            <a:r>
              <a:rPr lang="id-ID" sz="2800" dirty="0" err="1"/>
              <a:t>Many</a:t>
            </a:r>
            <a:endParaRPr lang="id-ID" sz="2800" dirty="0"/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Relasi </a:t>
            </a:r>
            <a:r>
              <a:rPr lang="id-ID" sz="2800" dirty="0" err="1"/>
              <a:t>Many-to-Many</a:t>
            </a:r>
            <a:endParaRPr lang="id-ID" sz="2800" dirty="0"/>
          </a:p>
          <a:p>
            <a:pPr marL="360363" indent="-360363">
              <a:buFont typeface="Arial" panose="020B0604020202020204" pitchFamily="34" charset="0"/>
              <a:buChar char="•"/>
            </a:pP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3410693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A844D0D9-FFC5-286D-F66F-0A8E1D26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0AF14319-0610-4864-3BDF-D1625F119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Binary – One-to-One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47289007-93D2-F6CE-1348-72CD860E78A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97936"/>
            <a:ext cx="7703999" cy="3511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Setiap </a:t>
            </a:r>
            <a:r>
              <a:rPr lang="id-ID" sz="2800" b="1" dirty="0">
                <a:solidFill>
                  <a:srgbClr val="FFC000"/>
                </a:solidFill>
              </a:rPr>
              <a:t>entitas</a:t>
            </a:r>
            <a:r>
              <a:rPr lang="id-ID" sz="2800" dirty="0"/>
              <a:t> akan </a:t>
            </a:r>
            <a:r>
              <a:rPr lang="id-ID" sz="2800" b="1" dirty="0" err="1">
                <a:solidFill>
                  <a:srgbClr val="FFC000"/>
                </a:solidFill>
              </a:rPr>
              <a:t>ditranformasi</a:t>
            </a:r>
            <a:r>
              <a:rPr lang="id-ID" sz="2800" dirty="0"/>
              <a:t> </a:t>
            </a:r>
            <a:r>
              <a:rPr lang="id-ID" sz="2800" dirty="0" err="1"/>
              <a:t>kedalam</a:t>
            </a:r>
            <a:r>
              <a:rPr lang="id-ID" sz="2800" dirty="0"/>
              <a:t> </a:t>
            </a:r>
            <a:r>
              <a:rPr lang="id-ID" sz="2800" b="1" dirty="0">
                <a:solidFill>
                  <a:srgbClr val="FFC000"/>
                </a:solidFill>
              </a:rPr>
              <a:t>sebuah tabel</a:t>
            </a:r>
            <a:r>
              <a:rPr lang="id-ID" sz="2800" dirty="0"/>
              <a:t>.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Kolom </a:t>
            </a:r>
            <a:r>
              <a:rPr lang="id-ID" sz="2800" b="1" dirty="0">
                <a:solidFill>
                  <a:srgbClr val="FFC000"/>
                </a:solidFill>
              </a:rPr>
              <a:t>kunci primer</a:t>
            </a:r>
            <a:r>
              <a:rPr lang="id-ID" sz="2800" dirty="0"/>
              <a:t> pada salah satu entitas dititipkan pada entitas lainnya.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Kolom yang </a:t>
            </a:r>
            <a:r>
              <a:rPr lang="id-ID" sz="2800" dirty="0">
                <a:solidFill>
                  <a:srgbClr val="FFC000"/>
                </a:solidFill>
              </a:rPr>
              <a:t>dititipkan</a:t>
            </a:r>
            <a:r>
              <a:rPr lang="id-ID" sz="2800" dirty="0"/>
              <a:t> tersebut menjadi </a:t>
            </a:r>
            <a:r>
              <a:rPr lang="id-ID" sz="2800" u="sng" dirty="0">
                <a:solidFill>
                  <a:srgbClr val="FF0000"/>
                </a:solidFill>
              </a:rPr>
              <a:t>kunci tamu</a:t>
            </a:r>
            <a:r>
              <a:rPr lang="id-ID" sz="2800" dirty="0"/>
              <a:t> pada entitas </a:t>
            </a:r>
            <a:r>
              <a:rPr lang="id-ID" sz="2800" dirty="0">
                <a:solidFill>
                  <a:srgbClr val="FFC000"/>
                </a:solidFill>
              </a:rPr>
              <a:t>kedua</a:t>
            </a:r>
            <a:r>
              <a:rPr lang="id-ID" sz="2800" dirty="0"/>
              <a:t>. Berguna sebagai </a:t>
            </a:r>
            <a:r>
              <a:rPr lang="id-ID" sz="2800" b="1" dirty="0">
                <a:solidFill>
                  <a:srgbClr val="FFC000"/>
                </a:solidFill>
              </a:rPr>
              <a:t>penghubung</a:t>
            </a:r>
            <a:r>
              <a:rPr lang="id-ID" sz="2800" dirty="0"/>
              <a:t> antar tabel pertama dan kedua.</a:t>
            </a:r>
          </a:p>
        </p:txBody>
      </p:sp>
    </p:spTree>
    <p:extLst>
      <p:ext uri="{BB962C8B-B14F-4D97-AF65-F5344CB8AC3E}">
        <p14:creationId xmlns:p14="http://schemas.microsoft.com/office/powerpoint/2010/main" val="97530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CC14B06E-9E7B-BED1-034F-6719EEF3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0177D19D-EF4D-110D-CAEA-C4A2D68C5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Binary – One-to-One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F52820C-9D75-0D0F-B942-3FBC57B0DBFE}"/>
              </a:ext>
            </a:extLst>
          </p:cNvPr>
          <p:cNvGrpSpPr/>
          <p:nvPr/>
        </p:nvGrpSpPr>
        <p:grpSpPr>
          <a:xfrm>
            <a:off x="840502" y="1278879"/>
            <a:ext cx="4938119" cy="3447948"/>
            <a:chOff x="569546" y="989373"/>
            <a:chExt cx="5947399" cy="449363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AAE8690-7E51-7746-D5EC-ED97C8588984}"/>
                </a:ext>
              </a:extLst>
            </p:cNvPr>
            <p:cNvSpPr/>
            <p:nvPr/>
          </p:nvSpPr>
          <p:spPr>
            <a:xfrm>
              <a:off x="2342435" y="1697793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b="1" dirty="0"/>
                <a:t>Dosen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C50C673-22B8-8D81-7D72-0C5F37433B28}"/>
                </a:ext>
              </a:extLst>
            </p:cNvPr>
            <p:cNvSpPr/>
            <p:nvPr/>
          </p:nvSpPr>
          <p:spPr>
            <a:xfrm>
              <a:off x="569546" y="989373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u="sng" dirty="0"/>
                <a:t>NIP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8E6CE29-DE05-A9B1-3EE7-E2A9BFF2B69D}"/>
                </a:ext>
              </a:extLst>
            </p:cNvPr>
            <p:cNvSpPr/>
            <p:nvPr/>
          </p:nvSpPr>
          <p:spPr>
            <a:xfrm>
              <a:off x="2015240" y="989373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/>
                <a:t>nama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F53BBF0-0D0C-91D9-FDB2-80AE3F8FF27E}"/>
                </a:ext>
              </a:extLst>
            </p:cNvPr>
            <p:cNvSpPr/>
            <p:nvPr/>
          </p:nvSpPr>
          <p:spPr>
            <a:xfrm>
              <a:off x="3463932" y="989373"/>
              <a:ext cx="129005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/>
                <a:t>gol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77977E6-4522-9843-64E5-2D9AD4B8CAC0}"/>
                </a:ext>
              </a:extLst>
            </p:cNvPr>
            <p:cNvCxnSpPr>
              <a:cxnSpLocks/>
              <a:stCxn id="3" idx="4"/>
              <a:endCxn id="2" idx="0"/>
            </p:cNvCxnSpPr>
            <p:nvPr/>
          </p:nvCxnSpPr>
          <p:spPr>
            <a:xfrm>
              <a:off x="1164632" y="1482859"/>
              <a:ext cx="2164775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2D1471-55E7-3904-EEED-6B69FC77A448}"/>
                </a:ext>
              </a:extLst>
            </p:cNvPr>
            <p:cNvCxnSpPr>
              <a:cxnSpLocks/>
              <a:stCxn id="2" idx="0"/>
              <a:endCxn id="4" idx="4"/>
            </p:cNvCxnSpPr>
            <p:nvPr/>
          </p:nvCxnSpPr>
          <p:spPr>
            <a:xfrm flipH="1" flipV="1">
              <a:off x="2610326" y="1482859"/>
              <a:ext cx="71908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C3C7DC0-8FCB-60CB-0072-3A3F2BE0E63C}"/>
                </a:ext>
              </a:extLst>
            </p:cNvPr>
            <p:cNvCxnSpPr>
              <a:cxnSpLocks/>
              <a:stCxn id="2" idx="0"/>
              <a:endCxn id="5" idx="4"/>
            </p:cNvCxnSpPr>
            <p:nvPr/>
          </p:nvCxnSpPr>
          <p:spPr>
            <a:xfrm flipV="1">
              <a:off x="3329407" y="1482859"/>
              <a:ext cx="77955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BFD5FA6-8EC3-9275-BCDD-EC6AA885A2DA}"/>
                </a:ext>
              </a:extLst>
            </p:cNvPr>
            <p:cNvSpPr/>
            <p:nvPr/>
          </p:nvSpPr>
          <p:spPr>
            <a:xfrm>
              <a:off x="5004770" y="989373"/>
              <a:ext cx="1512175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/>
                <a:t>pangkat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5814FA3-9875-C44C-136A-3E72FD0CC3AE}"/>
                </a:ext>
              </a:extLst>
            </p:cNvPr>
            <p:cNvCxnSpPr>
              <a:cxnSpLocks/>
              <a:stCxn id="9" idx="4"/>
              <a:endCxn id="2" idx="0"/>
            </p:cNvCxnSpPr>
            <p:nvPr/>
          </p:nvCxnSpPr>
          <p:spPr>
            <a:xfrm flipH="1">
              <a:off x="3329407" y="1482859"/>
              <a:ext cx="243145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1A21EC3-C40C-232D-7002-AE4C11E4D178}"/>
                </a:ext>
              </a:extLst>
            </p:cNvPr>
            <p:cNvSpPr/>
            <p:nvPr/>
          </p:nvSpPr>
          <p:spPr>
            <a:xfrm>
              <a:off x="2342435" y="4124509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b="1" dirty="0"/>
                <a:t>Prodi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5B0E752-CB1A-095C-8F2F-12EED3F9FC5F}"/>
                </a:ext>
              </a:extLst>
            </p:cNvPr>
            <p:cNvSpPr/>
            <p:nvPr/>
          </p:nvSpPr>
          <p:spPr>
            <a:xfrm>
              <a:off x="1321953" y="4989524"/>
              <a:ext cx="1909252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u="sng" dirty="0"/>
                <a:t>kode_prodi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20D8DD4-359E-E035-F750-4DA108BBB2F6}"/>
                </a:ext>
              </a:extLst>
            </p:cNvPr>
            <p:cNvSpPr/>
            <p:nvPr/>
          </p:nvSpPr>
          <p:spPr>
            <a:xfrm>
              <a:off x="3621216" y="4989524"/>
              <a:ext cx="1906952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/>
                <a:t>nama_prodi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FE7A340-696E-FE9D-0486-3ADCAE596928}"/>
                </a:ext>
              </a:extLst>
            </p:cNvPr>
            <p:cNvCxnSpPr>
              <a:stCxn id="12" idx="0"/>
              <a:endCxn id="11" idx="2"/>
            </p:cNvCxnSpPr>
            <p:nvPr/>
          </p:nvCxnSpPr>
          <p:spPr>
            <a:xfrm flipV="1">
              <a:off x="2276579" y="4763137"/>
              <a:ext cx="1052828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D129A2B-BDE2-1B95-1C16-4EAA040E5597}"/>
                </a:ext>
              </a:extLst>
            </p:cNvPr>
            <p:cNvCxnSpPr>
              <a:stCxn id="13" idx="0"/>
              <a:endCxn id="11" idx="2"/>
            </p:cNvCxnSpPr>
            <p:nvPr/>
          </p:nvCxnSpPr>
          <p:spPr>
            <a:xfrm flipH="1" flipV="1">
              <a:off x="3329407" y="4763137"/>
              <a:ext cx="1245285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Diamond 15">
              <a:extLst>
                <a:ext uri="{FF2B5EF4-FFF2-40B4-BE49-F238E27FC236}">
                  <a16:creationId xmlns:a16="http://schemas.microsoft.com/office/drawing/2014/main" id="{C35CA990-AE54-1978-1FB2-3631F3A93E83}"/>
                </a:ext>
              </a:extLst>
            </p:cNvPr>
            <p:cNvSpPr/>
            <p:nvPr/>
          </p:nvSpPr>
          <p:spPr>
            <a:xfrm>
              <a:off x="2197726" y="2809550"/>
              <a:ext cx="2263360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/>
                <a:t>Memimpin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3D83B4-F3AD-17F3-F43B-727BAC4A3465}"/>
                </a:ext>
              </a:extLst>
            </p:cNvPr>
            <p:cNvCxnSpPr>
              <a:stCxn id="2" idx="2"/>
              <a:endCxn id="16" idx="0"/>
            </p:cNvCxnSpPr>
            <p:nvPr/>
          </p:nvCxnSpPr>
          <p:spPr>
            <a:xfrm flipH="1">
              <a:off x="3329406" y="2336421"/>
              <a:ext cx="1" cy="4731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8B4E2C6-9B98-2031-91C6-560800FC0172}"/>
                </a:ext>
              </a:extLst>
            </p:cNvPr>
            <p:cNvCxnSpPr>
              <a:stCxn id="16" idx="2"/>
              <a:endCxn id="11" idx="0"/>
            </p:cNvCxnSpPr>
            <p:nvPr/>
          </p:nvCxnSpPr>
          <p:spPr>
            <a:xfrm>
              <a:off x="3329406" y="3651379"/>
              <a:ext cx="1" cy="4731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C986C4-6D73-B06D-138D-DF60FB6A3B3B}"/>
                </a:ext>
              </a:extLst>
            </p:cNvPr>
            <p:cNvCxnSpPr>
              <a:cxnSpLocks/>
            </p:cNvCxnSpPr>
            <p:nvPr/>
          </p:nvCxnSpPr>
          <p:spPr>
            <a:xfrm>
              <a:off x="3270250" y="2405164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6EE946-DB76-CA57-5F05-D2DC1D6164F8}"/>
                </a:ext>
              </a:extLst>
            </p:cNvPr>
            <p:cNvCxnSpPr>
              <a:cxnSpLocks/>
            </p:cNvCxnSpPr>
            <p:nvPr/>
          </p:nvCxnSpPr>
          <p:spPr>
            <a:xfrm>
              <a:off x="3269081" y="2440883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3D01ABF-D2BA-613E-9EA0-A26A55BB8DFA}"/>
                </a:ext>
              </a:extLst>
            </p:cNvPr>
            <p:cNvCxnSpPr>
              <a:cxnSpLocks/>
            </p:cNvCxnSpPr>
            <p:nvPr/>
          </p:nvCxnSpPr>
          <p:spPr>
            <a:xfrm>
              <a:off x="3269716" y="4017429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9E444FF-273F-36B6-A138-3943A2804C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8547" y="4056323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AEA9B87-0771-F754-3DD7-3EDF551576B6}"/>
              </a:ext>
            </a:extLst>
          </p:cNvPr>
          <p:cNvSpPr txBox="1"/>
          <p:nvPr/>
        </p:nvSpPr>
        <p:spPr>
          <a:xfrm>
            <a:off x="4957640" y="3125957"/>
            <a:ext cx="4166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>
                <a:solidFill>
                  <a:srgbClr val="FF0000"/>
                </a:solidFill>
              </a:rPr>
              <a:t>Bagaimana transformasi ke dalam tabel fisik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agar terbentuk relasi </a:t>
            </a:r>
            <a:r>
              <a:rPr lang="id-ID" b="1" i="1" dirty="0">
                <a:solidFill>
                  <a:srgbClr val="FF0000"/>
                </a:solidFill>
              </a:rPr>
              <a:t>Dosen</a:t>
            </a:r>
            <a:r>
              <a:rPr lang="id-ID" i="1" dirty="0">
                <a:solidFill>
                  <a:srgbClr val="FF0000"/>
                </a:solidFill>
              </a:rPr>
              <a:t> dan </a:t>
            </a:r>
            <a:r>
              <a:rPr lang="id-ID" b="1" i="1" dirty="0">
                <a:solidFill>
                  <a:srgbClr val="FF0000"/>
                </a:solidFill>
              </a:rPr>
              <a:t>Prodi</a:t>
            </a:r>
            <a:r>
              <a:rPr lang="id-ID" i="1" dirty="0">
                <a:solidFill>
                  <a:srgbClr val="FF0000"/>
                </a:solidFill>
              </a:rPr>
              <a:t> 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yang baik?</a:t>
            </a:r>
          </a:p>
        </p:txBody>
      </p:sp>
      <p:sp>
        <p:nvSpPr>
          <p:cNvPr id="24" name="Arrow: Left 28">
            <a:extLst>
              <a:ext uri="{FF2B5EF4-FFF2-40B4-BE49-F238E27FC236}">
                <a16:creationId xmlns:a16="http://schemas.microsoft.com/office/drawing/2014/main" id="{3FDFCCD6-4115-D59F-9BB8-A5CA6277D347}"/>
              </a:ext>
            </a:extLst>
          </p:cNvPr>
          <p:cNvSpPr/>
          <p:nvPr/>
        </p:nvSpPr>
        <p:spPr>
          <a:xfrm flipH="1">
            <a:off x="5011276" y="2140036"/>
            <a:ext cx="1716206" cy="85842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34645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3A504FDE-815D-D3BA-5AA4-A47932C1C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9C885587-A94F-8031-1933-6C40B0ED92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Transformasi</a:t>
            </a:r>
            <a:r>
              <a:rPr lang="en-ID" b="1" dirty="0"/>
              <a:t> </a:t>
            </a:r>
            <a:r>
              <a:rPr lang="en-ID" b="1" dirty="0" err="1"/>
              <a:t>Relasi</a:t>
            </a:r>
            <a:r>
              <a:rPr lang="en-ID" b="1" dirty="0"/>
              <a:t> Binary – One-to-One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C54F9C1-7821-C6AD-2893-6108FF867D8D}"/>
              </a:ext>
            </a:extLst>
          </p:cNvPr>
          <p:cNvGrpSpPr/>
          <p:nvPr/>
        </p:nvGrpSpPr>
        <p:grpSpPr>
          <a:xfrm>
            <a:off x="720000" y="1665767"/>
            <a:ext cx="3699048" cy="2841319"/>
            <a:chOff x="569546" y="989373"/>
            <a:chExt cx="5947399" cy="449363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E07C291-9650-0644-DC23-C401F098E4F6}"/>
                </a:ext>
              </a:extLst>
            </p:cNvPr>
            <p:cNvSpPr/>
            <p:nvPr/>
          </p:nvSpPr>
          <p:spPr>
            <a:xfrm>
              <a:off x="2342435" y="1697793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Dosen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B7C610D-F353-4B80-7400-6EBC23640E62}"/>
                </a:ext>
              </a:extLst>
            </p:cNvPr>
            <p:cNvSpPr/>
            <p:nvPr/>
          </p:nvSpPr>
          <p:spPr>
            <a:xfrm>
              <a:off x="569546" y="989373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u="sng" dirty="0"/>
                <a:t>NIP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1209175-9324-E197-9B0C-C097387FAC9C}"/>
                </a:ext>
              </a:extLst>
            </p:cNvPr>
            <p:cNvSpPr/>
            <p:nvPr/>
          </p:nvSpPr>
          <p:spPr>
            <a:xfrm>
              <a:off x="2015240" y="989373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nama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C6B5F4-C47D-89BC-A719-7BCE6C70424A}"/>
                </a:ext>
              </a:extLst>
            </p:cNvPr>
            <p:cNvSpPr/>
            <p:nvPr/>
          </p:nvSpPr>
          <p:spPr>
            <a:xfrm>
              <a:off x="3463932" y="989373"/>
              <a:ext cx="129005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gol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F7B10F9-6141-BD74-BEDF-BCB627B28772}"/>
                </a:ext>
              </a:extLst>
            </p:cNvPr>
            <p:cNvCxnSpPr>
              <a:cxnSpLocks/>
              <a:stCxn id="3" idx="4"/>
              <a:endCxn id="2" idx="0"/>
            </p:cNvCxnSpPr>
            <p:nvPr/>
          </p:nvCxnSpPr>
          <p:spPr>
            <a:xfrm>
              <a:off x="1164632" y="1482859"/>
              <a:ext cx="2164775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D541198-304D-FB3F-44AE-A566A1C6B2C9}"/>
                </a:ext>
              </a:extLst>
            </p:cNvPr>
            <p:cNvCxnSpPr>
              <a:cxnSpLocks/>
              <a:stCxn id="2" idx="0"/>
              <a:endCxn id="4" idx="4"/>
            </p:cNvCxnSpPr>
            <p:nvPr/>
          </p:nvCxnSpPr>
          <p:spPr>
            <a:xfrm flipH="1" flipV="1">
              <a:off x="2610326" y="1482859"/>
              <a:ext cx="71908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21DC0FA-6DE6-F246-B08F-AF8456ECB5E2}"/>
                </a:ext>
              </a:extLst>
            </p:cNvPr>
            <p:cNvCxnSpPr>
              <a:cxnSpLocks/>
              <a:stCxn id="2" idx="0"/>
              <a:endCxn id="5" idx="4"/>
            </p:cNvCxnSpPr>
            <p:nvPr/>
          </p:nvCxnSpPr>
          <p:spPr>
            <a:xfrm flipV="1">
              <a:off x="3329407" y="1482859"/>
              <a:ext cx="77955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599ABA3-68BF-6257-9622-3AD3D942211A}"/>
                </a:ext>
              </a:extLst>
            </p:cNvPr>
            <p:cNvSpPr/>
            <p:nvPr/>
          </p:nvSpPr>
          <p:spPr>
            <a:xfrm>
              <a:off x="5004770" y="989373"/>
              <a:ext cx="1512175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pangkat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D7E2D71-E411-D101-4A2C-9605DB002A97}"/>
                </a:ext>
              </a:extLst>
            </p:cNvPr>
            <p:cNvCxnSpPr>
              <a:cxnSpLocks/>
              <a:stCxn id="9" idx="4"/>
              <a:endCxn id="2" idx="0"/>
            </p:cNvCxnSpPr>
            <p:nvPr/>
          </p:nvCxnSpPr>
          <p:spPr>
            <a:xfrm flipH="1">
              <a:off x="3329407" y="1482859"/>
              <a:ext cx="243145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FEB0881-34B3-2A58-BEBF-AA4330F74D53}"/>
                </a:ext>
              </a:extLst>
            </p:cNvPr>
            <p:cNvSpPr/>
            <p:nvPr/>
          </p:nvSpPr>
          <p:spPr>
            <a:xfrm>
              <a:off x="2342435" y="4124509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Prodi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DF98245-CFAC-8E0C-B08C-9E3ECF9735EF}"/>
                </a:ext>
              </a:extLst>
            </p:cNvPr>
            <p:cNvSpPr/>
            <p:nvPr/>
          </p:nvSpPr>
          <p:spPr>
            <a:xfrm>
              <a:off x="1321953" y="4989524"/>
              <a:ext cx="1909252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u="sng" dirty="0"/>
                <a:t>kode_prodi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F1783F8-F246-0697-030A-59040237ABD9}"/>
                </a:ext>
              </a:extLst>
            </p:cNvPr>
            <p:cNvSpPr/>
            <p:nvPr/>
          </p:nvSpPr>
          <p:spPr>
            <a:xfrm>
              <a:off x="3621216" y="4989524"/>
              <a:ext cx="1906952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nama_prodi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76977EC-0BAB-01FE-E3DB-6E5C3764CB6D}"/>
                </a:ext>
              </a:extLst>
            </p:cNvPr>
            <p:cNvCxnSpPr>
              <a:stCxn id="12" idx="0"/>
              <a:endCxn id="11" idx="2"/>
            </p:cNvCxnSpPr>
            <p:nvPr/>
          </p:nvCxnSpPr>
          <p:spPr>
            <a:xfrm flipV="1">
              <a:off x="2276579" y="4763137"/>
              <a:ext cx="1052828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C140FD-3510-9496-A33E-401882C82EF1}"/>
                </a:ext>
              </a:extLst>
            </p:cNvPr>
            <p:cNvCxnSpPr>
              <a:stCxn id="13" idx="0"/>
              <a:endCxn id="11" idx="2"/>
            </p:cNvCxnSpPr>
            <p:nvPr/>
          </p:nvCxnSpPr>
          <p:spPr>
            <a:xfrm flipH="1" flipV="1">
              <a:off x="3329407" y="4763137"/>
              <a:ext cx="1245285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Diamond 15">
              <a:extLst>
                <a:ext uri="{FF2B5EF4-FFF2-40B4-BE49-F238E27FC236}">
                  <a16:creationId xmlns:a16="http://schemas.microsoft.com/office/drawing/2014/main" id="{06B78728-D64D-5D85-22F5-44BE3A3834AB}"/>
                </a:ext>
              </a:extLst>
            </p:cNvPr>
            <p:cNvSpPr/>
            <p:nvPr/>
          </p:nvSpPr>
          <p:spPr>
            <a:xfrm>
              <a:off x="2197726" y="2809550"/>
              <a:ext cx="2263360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800" dirty="0"/>
                <a:t>Memimpin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76888C2-3DBF-6195-2F68-BA232135BD09}"/>
                </a:ext>
              </a:extLst>
            </p:cNvPr>
            <p:cNvCxnSpPr>
              <a:stCxn id="2" idx="2"/>
              <a:endCxn id="16" idx="0"/>
            </p:cNvCxnSpPr>
            <p:nvPr/>
          </p:nvCxnSpPr>
          <p:spPr>
            <a:xfrm flipH="1">
              <a:off x="3329406" y="2336421"/>
              <a:ext cx="1" cy="4731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9195C8-76CF-06CB-E1F2-0B1A1E468577}"/>
                </a:ext>
              </a:extLst>
            </p:cNvPr>
            <p:cNvCxnSpPr>
              <a:stCxn id="16" idx="2"/>
              <a:endCxn id="11" idx="0"/>
            </p:cNvCxnSpPr>
            <p:nvPr/>
          </p:nvCxnSpPr>
          <p:spPr>
            <a:xfrm>
              <a:off x="3329406" y="3651379"/>
              <a:ext cx="1" cy="4731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C7B5E38-730C-E3FB-CF4F-2A5EC8D96DFF}"/>
                </a:ext>
              </a:extLst>
            </p:cNvPr>
            <p:cNvCxnSpPr>
              <a:cxnSpLocks/>
            </p:cNvCxnSpPr>
            <p:nvPr/>
          </p:nvCxnSpPr>
          <p:spPr>
            <a:xfrm>
              <a:off x="3270250" y="2405164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8E8DAA0-4A0B-454E-76B2-B3B84ED9C716}"/>
                </a:ext>
              </a:extLst>
            </p:cNvPr>
            <p:cNvCxnSpPr>
              <a:cxnSpLocks/>
            </p:cNvCxnSpPr>
            <p:nvPr/>
          </p:nvCxnSpPr>
          <p:spPr>
            <a:xfrm>
              <a:off x="3269081" y="2440883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0B5D321-A668-90E8-E1FF-3C05A4E0D858}"/>
                </a:ext>
              </a:extLst>
            </p:cNvPr>
            <p:cNvCxnSpPr>
              <a:cxnSpLocks/>
            </p:cNvCxnSpPr>
            <p:nvPr/>
          </p:nvCxnSpPr>
          <p:spPr>
            <a:xfrm>
              <a:off x="3269716" y="4017429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3939245-DB54-7BBC-A889-5631A0647552}"/>
                </a:ext>
              </a:extLst>
            </p:cNvPr>
            <p:cNvCxnSpPr>
              <a:cxnSpLocks/>
            </p:cNvCxnSpPr>
            <p:nvPr/>
          </p:nvCxnSpPr>
          <p:spPr>
            <a:xfrm>
              <a:off x="3268547" y="4056323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Arrow: Left 28">
            <a:extLst>
              <a:ext uri="{FF2B5EF4-FFF2-40B4-BE49-F238E27FC236}">
                <a16:creationId xmlns:a16="http://schemas.microsoft.com/office/drawing/2014/main" id="{6D9D4431-7291-84DD-61D0-9843ED32D12C}"/>
              </a:ext>
            </a:extLst>
          </p:cNvPr>
          <p:cNvSpPr/>
          <p:nvPr/>
        </p:nvSpPr>
        <p:spPr>
          <a:xfrm flipH="1">
            <a:off x="3560945" y="2537009"/>
            <a:ext cx="1716206" cy="85842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D0C97DA-E619-97E0-52AC-379D3A4D7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191" y="1273055"/>
            <a:ext cx="3699048" cy="36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57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2BD26F9-F93E-417A-6074-CC98A1AD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E8CA019E-AD48-B9A6-E8A8-58672FBB86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Binary – One-to-Many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FF457B8C-49BE-D54E-9A48-B5EB267A2CD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97936"/>
            <a:ext cx="7703999" cy="3511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Setiap entitas akan </a:t>
            </a:r>
            <a:r>
              <a:rPr lang="id-ID" sz="2800" dirty="0" err="1"/>
              <a:t>ditranformasi</a:t>
            </a:r>
            <a:r>
              <a:rPr lang="id-ID" sz="2800" dirty="0"/>
              <a:t> </a:t>
            </a:r>
            <a:r>
              <a:rPr lang="id-ID" sz="2800" dirty="0" err="1"/>
              <a:t>kedalam</a:t>
            </a:r>
            <a:r>
              <a:rPr lang="id-ID" sz="2800" dirty="0"/>
              <a:t> sebuah tabel.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Kolom </a:t>
            </a:r>
            <a:r>
              <a:rPr lang="id-ID" sz="2800" b="1" dirty="0">
                <a:solidFill>
                  <a:srgbClr val="FFC000"/>
                </a:solidFill>
              </a:rPr>
              <a:t>kunci primer</a:t>
            </a:r>
            <a:r>
              <a:rPr lang="id-ID" sz="2800" dirty="0"/>
              <a:t> pada </a:t>
            </a:r>
            <a:r>
              <a:rPr lang="id-ID" sz="2800" b="1" dirty="0">
                <a:solidFill>
                  <a:srgbClr val="FFC000"/>
                </a:solidFill>
              </a:rPr>
              <a:t>entitas</a:t>
            </a:r>
            <a:r>
              <a:rPr lang="id-ID" sz="2800" dirty="0"/>
              <a:t> </a:t>
            </a:r>
            <a:r>
              <a:rPr lang="id-ID" sz="2800" b="1" dirty="0">
                <a:solidFill>
                  <a:srgbClr val="FFC000"/>
                </a:solidFill>
              </a:rPr>
              <a:t>pertama</a:t>
            </a:r>
            <a:r>
              <a:rPr lang="id-ID" sz="2800" dirty="0"/>
              <a:t> (relasi berjenis </a:t>
            </a:r>
            <a:r>
              <a:rPr lang="id-ID" sz="2800" b="1" u="sng" dirty="0">
                <a:solidFill>
                  <a:srgbClr val="FF0000"/>
                </a:solidFill>
              </a:rPr>
              <a:t>One</a:t>
            </a:r>
            <a:r>
              <a:rPr lang="id-ID" sz="2800" dirty="0"/>
              <a:t>) dititipkan pada </a:t>
            </a:r>
            <a:r>
              <a:rPr lang="id-ID" sz="2800" b="1" dirty="0">
                <a:solidFill>
                  <a:srgbClr val="FFC000"/>
                </a:solidFill>
              </a:rPr>
              <a:t>entitas kedua</a:t>
            </a:r>
            <a:r>
              <a:rPr lang="id-ID" sz="2800" dirty="0"/>
              <a:t> (relasi berjenis </a:t>
            </a:r>
            <a:r>
              <a:rPr lang="id-ID" sz="2800" b="1" u="sng" dirty="0" err="1">
                <a:solidFill>
                  <a:srgbClr val="FF0000"/>
                </a:solidFill>
              </a:rPr>
              <a:t>Many</a:t>
            </a:r>
            <a:r>
              <a:rPr lang="id-ID" sz="2800" dirty="0"/>
              <a:t>).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Kolom yang dititipkan tersebut menjadi </a:t>
            </a:r>
            <a:r>
              <a:rPr lang="id-ID" sz="2800" b="1" u="sng" dirty="0">
                <a:solidFill>
                  <a:srgbClr val="FF0000"/>
                </a:solidFill>
              </a:rPr>
              <a:t>kunci tamu</a:t>
            </a:r>
            <a:r>
              <a:rPr lang="id-ID" sz="2800" dirty="0"/>
              <a:t> pada </a:t>
            </a:r>
            <a:r>
              <a:rPr lang="id-ID" sz="2800" b="1" dirty="0">
                <a:solidFill>
                  <a:srgbClr val="FFC000"/>
                </a:solidFill>
              </a:rPr>
              <a:t>entitas kedua</a:t>
            </a:r>
            <a:r>
              <a:rPr lang="id-ID" sz="2800" dirty="0"/>
              <a:t>. Berguna sebagai </a:t>
            </a:r>
            <a:r>
              <a:rPr lang="id-ID" sz="2800" b="1" dirty="0">
                <a:solidFill>
                  <a:srgbClr val="FFC000"/>
                </a:solidFill>
              </a:rPr>
              <a:t>penghubung</a:t>
            </a:r>
            <a:r>
              <a:rPr lang="id-ID" sz="2800" dirty="0"/>
              <a:t> antar tabel pertama dan kedua.</a:t>
            </a:r>
          </a:p>
        </p:txBody>
      </p:sp>
    </p:spTree>
    <p:extLst>
      <p:ext uri="{BB962C8B-B14F-4D97-AF65-F5344CB8AC3E}">
        <p14:creationId xmlns:p14="http://schemas.microsoft.com/office/powerpoint/2010/main" val="2285410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6BDC296-49BA-D2DB-9BFF-F70630F8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B2E8978-E294-B0F4-AE9A-554697AF9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Binary – One-to-Many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7F3CFD-B150-92BF-880E-8D2A966C6265}"/>
              </a:ext>
            </a:extLst>
          </p:cNvPr>
          <p:cNvSpPr txBox="1"/>
          <p:nvPr/>
        </p:nvSpPr>
        <p:spPr>
          <a:xfrm>
            <a:off x="4957640" y="3125957"/>
            <a:ext cx="4166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>
                <a:solidFill>
                  <a:srgbClr val="FF0000"/>
                </a:solidFill>
              </a:rPr>
              <a:t>Bagaimana transformasi ke dalam tabel fisik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agar terbentuk relasi </a:t>
            </a:r>
            <a:r>
              <a:rPr lang="id-ID" b="1" i="1" dirty="0">
                <a:solidFill>
                  <a:srgbClr val="FF0000"/>
                </a:solidFill>
              </a:rPr>
              <a:t>Dosen</a:t>
            </a:r>
            <a:r>
              <a:rPr lang="id-ID" i="1" dirty="0">
                <a:solidFill>
                  <a:srgbClr val="FF0000"/>
                </a:solidFill>
              </a:rPr>
              <a:t> dan </a:t>
            </a:r>
            <a:r>
              <a:rPr lang="id-ID" b="1" i="1" dirty="0">
                <a:solidFill>
                  <a:srgbClr val="FF0000"/>
                </a:solidFill>
              </a:rPr>
              <a:t>Mahasiswa</a:t>
            </a:r>
            <a:r>
              <a:rPr lang="id-ID" i="1" dirty="0">
                <a:solidFill>
                  <a:srgbClr val="FF0000"/>
                </a:solidFill>
              </a:rPr>
              <a:t> 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yang baik?</a:t>
            </a:r>
          </a:p>
        </p:txBody>
      </p:sp>
      <p:sp>
        <p:nvSpPr>
          <p:cNvPr id="24" name="Arrow: Left 28">
            <a:extLst>
              <a:ext uri="{FF2B5EF4-FFF2-40B4-BE49-F238E27FC236}">
                <a16:creationId xmlns:a16="http://schemas.microsoft.com/office/drawing/2014/main" id="{19378A0F-B1F9-2BE1-2C34-134D25736C9B}"/>
              </a:ext>
            </a:extLst>
          </p:cNvPr>
          <p:cNvSpPr/>
          <p:nvPr/>
        </p:nvSpPr>
        <p:spPr>
          <a:xfrm flipH="1">
            <a:off x="5011276" y="2140036"/>
            <a:ext cx="1716206" cy="85842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16D01FC-3DBD-AC36-180B-37C396160F22}"/>
              </a:ext>
            </a:extLst>
          </p:cNvPr>
          <p:cNvGrpSpPr/>
          <p:nvPr/>
        </p:nvGrpSpPr>
        <p:grpSpPr>
          <a:xfrm>
            <a:off x="720000" y="1803702"/>
            <a:ext cx="3730385" cy="2644509"/>
            <a:chOff x="565168" y="1984198"/>
            <a:chExt cx="5951777" cy="449363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79A457D-FD76-A0AB-000A-4629AB881484}"/>
                </a:ext>
              </a:extLst>
            </p:cNvPr>
            <p:cNvSpPr/>
            <p:nvPr/>
          </p:nvSpPr>
          <p:spPr>
            <a:xfrm>
              <a:off x="2342436" y="2692618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Dosen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EE1FD57-D6D2-C68C-B850-3C97523059C2}"/>
                </a:ext>
              </a:extLst>
            </p:cNvPr>
            <p:cNvSpPr/>
            <p:nvPr/>
          </p:nvSpPr>
          <p:spPr>
            <a:xfrm>
              <a:off x="569546" y="1984198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u="sng" dirty="0"/>
                <a:t>NIP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41166D-7277-E4BE-88F6-4750E4CE6B0D}"/>
                </a:ext>
              </a:extLst>
            </p:cNvPr>
            <p:cNvSpPr/>
            <p:nvPr/>
          </p:nvSpPr>
          <p:spPr>
            <a:xfrm>
              <a:off x="2015240" y="1984198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nama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41F557D-690D-7BAB-1280-C9FA85B2BFF0}"/>
                </a:ext>
              </a:extLst>
            </p:cNvPr>
            <p:cNvSpPr/>
            <p:nvPr/>
          </p:nvSpPr>
          <p:spPr>
            <a:xfrm>
              <a:off x="3463932" y="1984198"/>
              <a:ext cx="129005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gol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88D5017-986B-CFAA-B837-6D7A8D969FB7}"/>
                </a:ext>
              </a:extLst>
            </p:cNvPr>
            <p:cNvCxnSpPr>
              <a:cxnSpLocks/>
              <a:stCxn id="27" idx="4"/>
              <a:endCxn id="26" idx="0"/>
            </p:cNvCxnSpPr>
            <p:nvPr/>
          </p:nvCxnSpPr>
          <p:spPr>
            <a:xfrm>
              <a:off x="1164632" y="2477684"/>
              <a:ext cx="2164775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0325199-5E62-9EE5-E0C8-2F72067AB7E1}"/>
                </a:ext>
              </a:extLst>
            </p:cNvPr>
            <p:cNvCxnSpPr>
              <a:cxnSpLocks/>
              <a:stCxn id="26" idx="0"/>
              <a:endCxn id="28" idx="4"/>
            </p:cNvCxnSpPr>
            <p:nvPr/>
          </p:nvCxnSpPr>
          <p:spPr>
            <a:xfrm flipH="1" flipV="1">
              <a:off x="2610326" y="2477684"/>
              <a:ext cx="71908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2479A33-4308-5614-0E7A-962592357AB2}"/>
                </a:ext>
              </a:extLst>
            </p:cNvPr>
            <p:cNvCxnSpPr>
              <a:cxnSpLocks/>
              <a:stCxn id="26" idx="0"/>
              <a:endCxn id="29" idx="4"/>
            </p:cNvCxnSpPr>
            <p:nvPr/>
          </p:nvCxnSpPr>
          <p:spPr>
            <a:xfrm flipV="1">
              <a:off x="3329407" y="2477684"/>
              <a:ext cx="77955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CBCF709-97E7-1C83-ACB1-5D9D79FF7F92}"/>
                </a:ext>
              </a:extLst>
            </p:cNvPr>
            <p:cNvSpPr/>
            <p:nvPr/>
          </p:nvSpPr>
          <p:spPr>
            <a:xfrm>
              <a:off x="5004770" y="1984198"/>
              <a:ext cx="1512175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pangkat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2CC739F-3DC5-43AC-82D8-F15B986A2162}"/>
                </a:ext>
              </a:extLst>
            </p:cNvPr>
            <p:cNvCxnSpPr>
              <a:cxnSpLocks/>
              <a:stCxn id="34" idx="4"/>
              <a:endCxn id="26" idx="0"/>
            </p:cNvCxnSpPr>
            <p:nvPr/>
          </p:nvCxnSpPr>
          <p:spPr>
            <a:xfrm flipH="1">
              <a:off x="3329407" y="2477684"/>
              <a:ext cx="243145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1323621-2C99-D381-E208-6AD5AA829AEA}"/>
                </a:ext>
              </a:extLst>
            </p:cNvPr>
            <p:cNvSpPr/>
            <p:nvPr/>
          </p:nvSpPr>
          <p:spPr>
            <a:xfrm>
              <a:off x="2342435" y="5119334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Mahasiswa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9DAC0F3-FBB0-6594-6F4D-044C1B471E62}"/>
                </a:ext>
              </a:extLst>
            </p:cNvPr>
            <p:cNvSpPr/>
            <p:nvPr/>
          </p:nvSpPr>
          <p:spPr>
            <a:xfrm>
              <a:off x="565168" y="5984349"/>
              <a:ext cx="1053978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u="sng" dirty="0"/>
                <a:t>NIM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734AEA8-807F-9870-C46F-E6FA6C249648}"/>
                </a:ext>
              </a:extLst>
            </p:cNvPr>
            <p:cNvSpPr/>
            <p:nvPr/>
          </p:nvSpPr>
          <p:spPr>
            <a:xfrm>
              <a:off x="3529718" y="5984349"/>
              <a:ext cx="1296824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alamat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F862BD-19B0-8529-F9E6-5DD699CEB01E}"/>
                </a:ext>
              </a:extLst>
            </p:cNvPr>
            <p:cNvCxnSpPr>
              <a:cxnSpLocks/>
              <a:stCxn id="37" idx="0"/>
              <a:endCxn id="36" idx="2"/>
            </p:cNvCxnSpPr>
            <p:nvPr/>
          </p:nvCxnSpPr>
          <p:spPr>
            <a:xfrm flipV="1">
              <a:off x="1092157" y="5757962"/>
              <a:ext cx="2237250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B850046-2B5A-1144-39BF-1C4C6B17E077}"/>
                </a:ext>
              </a:extLst>
            </p:cNvPr>
            <p:cNvCxnSpPr>
              <a:cxnSpLocks/>
              <a:stCxn id="38" idx="0"/>
              <a:endCxn id="36" idx="2"/>
            </p:cNvCxnSpPr>
            <p:nvPr/>
          </p:nvCxnSpPr>
          <p:spPr>
            <a:xfrm flipH="1" flipV="1">
              <a:off x="3329407" y="5757962"/>
              <a:ext cx="848723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Diamond 40">
              <a:extLst>
                <a:ext uri="{FF2B5EF4-FFF2-40B4-BE49-F238E27FC236}">
                  <a16:creationId xmlns:a16="http://schemas.microsoft.com/office/drawing/2014/main" id="{AE89CCFD-3CD9-6D62-15E4-595DC2C57717}"/>
                </a:ext>
              </a:extLst>
            </p:cNvPr>
            <p:cNvSpPr/>
            <p:nvPr/>
          </p:nvSpPr>
          <p:spPr>
            <a:xfrm>
              <a:off x="1858706" y="3803067"/>
              <a:ext cx="2940331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Membimbing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3725A75-F42B-FC9E-9536-63B59951859A}"/>
                </a:ext>
              </a:extLst>
            </p:cNvPr>
            <p:cNvCxnSpPr>
              <a:cxnSpLocks/>
              <a:stCxn id="26" idx="2"/>
              <a:endCxn id="41" idx="0"/>
            </p:cNvCxnSpPr>
            <p:nvPr/>
          </p:nvCxnSpPr>
          <p:spPr>
            <a:xfrm flipH="1">
              <a:off x="3328872" y="3331246"/>
              <a:ext cx="535" cy="4718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913A690-D320-9233-F48A-6BD3A39C63C3}"/>
                </a:ext>
              </a:extLst>
            </p:cNvPr>
            <p:cNvCxnSpPr>
              <a:cxnSpLocks/>
              <a:stCxn id="41" idx="2"/>
              <a:endCxn id="36" idx="0"/>
            </p:cNvCxnSpPr>
            <p:nvPr/>
          </p:nvCxnSpPr>
          <p:spPr>
            <a:xfrm>
              <a:off x="3328872" y="4644896"/>
              <a:ext cx="535" cy="47443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0C9A229-0AE6-F45C-44A5-9DDBF77870D0}"/>
                </a:ext>
              </a:extLst>
            </p:cNvPr>
            <p:cNvCxnSpPr/>
            <p:nvPr/>
          </p:nvCxnSpPr>
          <p:spPr>
            <a:xfrm>
              <a:off x="3270250" y="3399989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3B4302A-F5A7-C4D4-8D98-D01F22C70A1C}"/>
                </a:ext>
              </a:extLst>
            </p:cNvPr>
            <p:cNvCxnSpPr/>
            <p:nvPr/>
          </p:nvCxnSpPr>
          <p:spPr>
            <a:xfrm>
              <a:off x="3269081" y="3435708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D6FB402-F515-CBEF-0448-55B067F8464F}"/>
                </a:ext>
              </a:extLst>
            </p:cNvPr>
            <p:cNvSpPr/>
            <p:nvPr/>
          </p:nvSpPr>
          <p:spPr>
            <a:xfrm>
              <a:off x="1976778" y="5984349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nama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D5F4BDD-B2AB-DA4E-5DEF-EEAE22DDBD2E}"/>
                </a:ext>
              </a:extLst>
            </p:cNvPr>
            <p:cNvSpPr/>
            <p:nvPr/>
          </p:nvSpPr>
          <p:spPr>
            <a:xfrm>
              <a:off x="5189301" y="5984349"/>
              <a:ext cx="1296824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telp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731AD79-3A67-679E-27B7-DC4118409BA4}"/>
                </a:ext>
              </a:extLst>
            </p:cNvPr>
            <p:cNvCxnSpPr>
              <a:cxnSpLocks/>
              <a:stCxn id="46" idx="0"/>
              <a:endCxn id="36" idx="2"/>
            </p:cNvCxnSpPr>
            <p:nvPr/>
          </p:nvCxnSpPr>
          <p:spPr>
            <a:xfrm flipV="1">
              <a:off x="2571864" y="5757962"/>
              <a:ext cx="757543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E9F57B5-A357-D431-A49D-F385B8E0EB23}"/>
                </a:ext>
              </a:extLst>
            </p:cNvPr>
            <p:cNvCxnSpPr>
              <a:cxnSpLocks/>
              <a:stCxn id="47" idx="0"/>
              <a:endCxn id="36" idx="2"/>
            </p:cNvCxnSpPr>
            <p:nvPr/>
          </p:nvCxnSpPr>
          <p:spPr>
            <a:xfrm flipH="1" flipV="1">
              <a:off x="3329407" y="5757962"/>
              <a:ext cx="2508306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90F4771-3714-6A47-14DF-A8039DB8BCA7}"/>
                </a:ext>
              </a:extLst>
            </p:cNvPr>
            <p:cNvGrpSpPr/>
            <p:nvPr/>
          </p:nvGrpSpPr>
          <p:grpSpPr>
            <a:xfrm>
              <a:off x="3217226" y="5009404"/>
              <a:ext cx="251697" cy="107313"/>
              <a:chOff x="3202710" y="5009404"/>
              <a:chExt cx="251697" cy="107313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F8E4FD0-567B-EFAB-2D4C-21647C11C0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2710" y="5012255"/>
                <a:ext cx="124993" cy="1044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FE82131-AD7A-3D3F-FA49-127BE87835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27710" y="5009404"/>
                <a:ext cx="126697" cy="1073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FFA01E14-72E6-8FC5-638C-17875F92F1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2472" y="5009404"/>
                <a:ext cx="21606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31724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E65078B-5F16-D4A3-2DB2-6F7D69A7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F8F9C5B1-A2DE-A64A-3240-92371F3043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Transformasi</a:t>
            </a:r>
            <a:r>
              <a:rPr lang="en-ID" b="1" dirty="0"/>
              <a:t> </a:t>
            </a:r>
            <a:r>
              <a:rPr lang="en-ID" b="1" dirty="0" err="1"/>
              <a:t>Relasi</a:t>
            </a:r>
            <a:r>
              <a:rPr lang="en-ID" b="1" dirty="0"/>
              <a:t> Binary – One-to-One</a:t>
            </a:r>
          </a:p>
        </p:txBody>
      </p:sp>
      <p:sp>
        <p:nvSpPr>
          <p:cNvPr id="24" name="Arrow: Left 28">
            <a:extLst>
              <a:ext uri="{FF2B5EF4-FFF2-40B4-BE49-F238E27FC236}">
                <a16:creationId xmlns:a16="http://schemas.microsoft.com/office/drawing/2014/main" id="{8A2529AA-C6C7-1500-416F-F8A5AB754BCF}"/>
              </a:ext>
            </a:extLst>
          </p:cNvPr>
          <p:cNvSpPr/>
          <p:nvPr/>
        </p:nvSpPr>
        <p:spPr>
          <a:xfrm flipH="1">
            <a:off x="3560945" y="2537009"/>
            <a:ext cx="1716206" cy="85842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12D319-C68B-DE31-C261-CE84C1C5EF32}"/>
              </a:ext>
            </a:extLst>
          </p:cNvPr>
          <p:cNvGrpSpPr/>
          <p:nvPr/>
        </p:nvGrpSpPr>
        <p:grpSpPr>
          <a:xfrm>
            <a:off x="720000" y="1803702"/>
            <a:ext cx="3730385" cy="2644509"/>
            <a:chOff x="565168" y="1984198"/>
            <a:chExt cx="5951777" cy="449363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A751DC2-F6F2-A924-A8E2-6BAEC672A04D}"/>
                </a:ext>
              </a:extLst>
            </p:cNvPr>
            <p:cNvSpPr/>
            <p:nvPr/>
          </p:nvSpPr>
          <p:spPr>
            <a:xfrm>
              <a:off x="2342436" y="2692618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Dosen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765C5EB-A5F5-E316-ABA4-497CB5735FBC}"/>
                </a:ext>
              </a:extLst>
            </p:cNvPr>
            <p:cNvSpPr/>
            <p:nvPr/>
          </p:nvSpPr>
          <p:spPr>
            <a:xfrm>
              <a:off x="569546" y="1984198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u="sng" dirty="0"/>
                <a:t>NIP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17F9C51-2A7C-A401-07BC-50B2063C4021}"/>
                </a:ext>
              </a:extLst>
            </p:cNvPr>
            <p:cNvSpPr/>
            <p:nvPr/>
          </p:nvSpPr>
          <p:spPr>
            <a:xfrm>
              <a:off x="2015240" y="1984198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nama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93940A-EE58-71EE-007C-E37A5436CBF6}"/>
                </a:ext>
              </a:extLst>
            </p:cNvPr>
            <p:cNvSpPr/>
            <p:nvPr/>
          </p:nvSpPr>
          <p:spPr>
            <a:xfrm>
              <a:off x="3463932" y="1984198"/>
              <a:ext cx="129005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gol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AB10713-172E-A9DB-B988-7CAFEB15E846}"/>
                </a:ext>
              </a:extLst>
            </p:cNvPr>
            <p:cNvCxnSpPr>
              <a:cxnSpLocks/>
              <a:stCxn id="27" idx="4"/>
              <a:endCxn id="26" idx="0"/>
            </p:cNvCxnSpPr>
            <p:nvPr/>
          </p:nvCxnSpPr>
          <p:spPr>
            <a:xfrm>
              <a:off x="1164632" y="2477684"/>
              <a:ext cx="2164775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19091B1-BA0E-42B3-429D-BD740977D68B}"/>
                </a:ext>
              </a:extLst>
            </p:cNvPr>
            <p:cNvCxnSpPr>
              <a:cxnSpLocks/>
              <a:stCxn id="26" idx="0"/>
              <a:endCxn id="28" idx="4"/>
            </p:cNvCxnSpPr>
            <p:nvPr/>
          </p:nvCxnSpPr>
          <p:spPr>
            <a:xfrm flipH="1" flipV="1">
              <a:off x="2610326" y="2477684"/>
              <a:ext cx="71908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52CD8F-807F-3BD7-4572-43D375ED0F75}"/>
                </a:ext>
              </a:extLst>
            </p:cNvPr>
            <p:cNvCxnSpPr>
              <a:cxnSpLocks/>
              <a:stCxn id="26" idx="0"/>
              <a:endCxn id="29" idx="4"/>
            </p:cNvCxnSpPr>
            <p:nvPr/>
          </p:nvCxnSpPr>
          <p:spPr>
            <a:xfrm flipV="1">
              <a:off x="3329407" y="2477684"/>
              <a:ext cx="77955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2183C51-3B84-E508-CE03-76DF5EE85E6C}"/>
                </a:ext>
              </a:extLst>
            </p:cNvPr>
            <p:cNvSpPr/>
            <p:nvPr/>
          </p:nvSpPr>
          <p:spPr>
            <a:xfrm>
              <a:off x="5004770" y="1984198"/>
              <a:ext cx="1512175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pangkat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7D54150-6BC1-E717-F5D3-D0C692180544}"/>
                </a:ext>
              </a:extLst>
            </p:cNvPr>
            <p:cNvCxnSpPr>
              <a:cxnSpLocks/>
              <a:stCxn id="34" idx="4"/>
              <a:endCxn id="26" idx="0"/>
            </p:cNvCxnSpPr>
            <p:nvPr/>
          </p:nvCxnSpPr>
          <p:spPr>
            <a:xfrm flipH="1">
              <a:off x="3329407" y="2477684"/>
              <a:ext cx="2431451" cy="214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E375BB3-D5E7-F48B-27C7-088F11034548}"/>
                </a:ext>
              </a:extLst>
            </p:cNvPr>
            <p:cNvSpPr/>
            <p:nvPr/>
          </p:nvSpPr>
          <p:spPr>
            <a:xfrm>
              <a:off x="2342435" y="5119334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Mahasiswa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B1EE43C-1F5F-92FF-DBB4-F7315A9B96E1}"/>
                </a:ext>
              </a:extLst>
            </p:cNvPr>
            <p:cNvSpPr/>
            <p:nvPr/>
          </p:nvSpPr>
          <p:spPr>
            <a:xfrm>
              <a:off x="565168" y="5984349"/>
              <a:ext cx="1053978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u="sng" dirty="0"/>
                <a:t>NIM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5647342-43D9-CF46-08B2-303BDFAD39EA}"/>
                </a:ext>
              </a:extLst>
            </p:cNvPr>
            <p:cNvSpPr/>
            <p:nvPr/>
          </p:nvSpPr>
          <p:spPr>
            <a:xfrm>
              <a:off x="3529718" y="5984349"/>
              <a:ext cx="1296824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alamat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D6484A3-8B3D-5C44-6BF6-451449BF05C2}"/>
                </a:ext>
              </a:extLst>
            </p:cNvPr>
            <p:cNvCxnSpPr>
              <a:cxnSpLocks/>
              <a:stCxn id="37" idx="0"/>
              <a:endCxn id="36" idx="2"/>
            </p:cNvCxnSpPr>
            <p:nvPr/>
          </p:nvCxnSpPr>
          <p:spPr>
            <a:xfrm flipV="1">
              <a:off x="1092157" y="5757962"/>
              <a:ext cx="2237250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FE3EF9-9707-C857-109E-3B6BDB54A251}"/>
                </a:ext>
              </a:extLst>
            </p:cNvPr>
            <p:cNvCxnSpPr>
              <a:cxnSpLocks/>
              <a:stCxn id="38" idx="0"/>
              <a:endCxn id="36" idx="2"/>
            </p:cNvCxnSpPr>
            <p:nvPr/>
          </p:nvCxnSpPr>
          <p:spPr>
            <a:xfrm flipH="1" flipV="1">
              <a:off x="3329407" y="5757962"/>
              <a:ext cx="848723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Diamond 40">
              <a:extLst>
                <a:ext uri="{FF2B5EF4-FFF2-40B4-BE49-F238E27FC236}">
                  <a16:creationId xmlns:a16="http://schemas.microsoft.com/office/drawing/2014/main" id="{9ED8EA2D-7A45-82DD-2B99-45AD7435396B}"/>
                </a:ext>
              </a:extLst>
            </p:cNvPr>
            <p:cNvSpPr/>
            <p:nvPr/>
          </p:nvSpPr>
          <p:spPr>
            <a:xfrm>
              <a:off x="1858706" y="3803067"/>
              <a:ext cx="2940331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Membimbing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6A243CF-3578-2BAE-8769-BCD4CABA9326}"/>
                </a:ext>
              </a:extLst>
            </p:cNvPr>
            <p:cNvCxnSpPr>
              <a:cxnSpLocks/>
              <a:stCxn id="26" idx="2"/>
              <a:endCxn id="41" idx="0"/>
            </p:cNvCxnSpPr>
            <p:nvPr/>
          </p:nvCxnSpPr>
          <p:spPr>
            <a:xfrm flipH="1">
              <a:off x="3328872" y="3331246"/>
              <a:ext cx="535" cy="4718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F3B2D91-219D-2BBF-D640-A29D1ACE3A2E}"/>
                </a:ext>
              </a:extLst>
            </p:cNvPr>
            <p:cNvCxnSpPr>
              <a:cxnSpLocks/>
              <a:stCxn id="41" idx="2"/>
              <a:endCxn id="36" idx="0"/>
            </p:cNvCxnSpPr>
            <p:nvPr/>
          </p:nvCxnSpPr>
          <p:spPr>
            <a:xfrm>
              <a:off x="3328872" y="4644896"/>
              <a:ext cx="535" cy="47443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F869E59-7F08-5256-CC61-3582BCBBE644}"/>
                </a:ext>
              </a:extLst>
            </p:cNvPr>
            <p:cNvCxnSpPr/>
            <p:nvPr/>
          </p:nvCxnSpPr>
          <p:spPr>
            <a:xfrm>
              <a:off x="3270250" y="3399989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6FA558C-2224-8DA5-64A5-CF00F92C5D06}"/>
                </a:ext>
              </a:extLst>
            </p:cNvPr>
            <p:cNvCxnSpPr/>
            <p:nvPr/>
          </p:nvCxnSpPr>
          <p:spPr>
            <a:xfrm>
              <a:off x="3269081" y="3435708"/>
              <a:ext cx="120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59550C2-99CE-2165-8315-9530C6ABE919}"/>
                </a:ext>
              </a:extLst>
            </p:cNvPr>
            <p:cNvSpPr/>
            <p:nvPr/>
          </p:nvSpPr>
          <p:spPr>
            <a:xfrm>
              <a:off x="1976778" y="5984349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nama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4F5A484-245A-2271-5046-FEF7DC2ADD6E}"/>
                </a:ext>
              </a:extLst>
            </p:cNvPr>
            <p:cNvSpPr/>
            <p:nvPr/>
          </p:nvSpPr>
          <p:spPr>
            <a:xfrm>
              <a:off x="5189301" y="5984349"/>
              <a:ext cx="1296824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telp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901CE21-90BC-55BE-7BA3-0B69D6741C6F}"/>
                </a:ext>
              </a:extLst>
            </p:cNvPr>
            <p:cNvCxnSpPr>
              <a:cxnSpLocks/>
              <a:stCxn id="46" idx="0"/>
              <a:endCxn id="36" idx="2"/>
            </p:cNvCxnSpPr>
            <p:nvPr/>
          </p:nvCxnSpPr>
          <p:spPr>
            <a:xfrm flipV="1">
              <a:off x="2571864" y="5757962"/>
              <a:ext cx="757543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C3C7EC0-E45D-17E3-F18F-0ABB218C3F64}"/>
                </a:ext>
              </a:extLst>
            </p:cNvPr>
            <p:cNvCxnSpPr>
              <a:cxnSpLocks/>
              <a:stCxn id="47" idx="0"/>
              <a:endCxn id="36" idx="2"/>
            </p:cNvCxnSpPr>
            <p:nvPr/>
          </p:nvCxnSpPr>
          <p:spPr>
            <a:xfrm flipH="1" flipV="1">
              <a:off x="3329407" y="5757962"/>
              <a:ext cx="2508306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3851B1F-8076-C656-AF39-20C694E78508}"/>
                </a:ext>
              </a:extLst>
            </p:cNvPr>
            <p:cNvGrpSpPr/>
            <p:nvPr/>
          </p:nvGrpSpPr>
          <p:grpSpPr>
            <a:xfrm>
              <a:off x="3217226" y="5009404"/>
              <a:ext cx="251697" cy="107313"/>
              <a:chOff x="3202710" y="5009404"/>
              <a:chExt cx="251697" cy="107313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F392F93-1D13-2D2C-511D-EF97BF33EC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2710" y="5012255"/>
                <a:ext cx="124993" cy="1044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9DA68DB-FCC8-31EA-BE3E-BA38821293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27710" y="5009404"/>
                <a:ext cx="126697" cy="1073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1986ABB-9D09-F507-CAC0-9463210C81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2472" y="5009404"/>
                <a:ext cx="21606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2AE3ED2B-0084-357C-525A-38E5F8743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441" y="1466290"/>
            <a:ext cx="3554589" cy="345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0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DF5C725-5279-F87F-E8B7-D50A2FF2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9FBAE508-631A-8B4D-38E8-CF4C70531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Binary – Many-to-Many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C3B30F45-9C49-1FF0-7E78-B17577B6955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97936"/>
            <a:ext cx="7703999" cy="3511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Setiap entitas akan </a:t>
            </a:r>
            <a:r>
              <a:rPr lang="id-ID" sz="2800" dirty="0" err="1"/>
              <a:t>ditranformasi</a:t>
            </a:r>
            <a:r>
              <a:rPr lang="id-ID" sz="2800" dirty="0"/>
              <a:t> </a:t>
            </a:r>
            <a:r>
              <a:rPr lang="id-ID" sz="2800" dirty="0" err="1"/>
              <a:t>kedalam</a:t>
            </a:r>
            <a:r>
              <a:rPr lang="id-ID" sz="2800" dirty="0"/>
              <a:t> sebuah tabel.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Karena </a:t>
            </a:r>
            <a:r>
              <a:rPr lang="id-ID" sz="2800" b="1" dirty="0">
                <a:solidFill>
                  <a:srgbClr val="FFC000"/>
                </a:solidFill>
              </a:rPr>
              <a:t>kolom </a:t>
            </a:r>
            <a:r>
              <a:rPr lang="id-ID" sz="2800" b="1" dirty="0">
                <a:solidFill>
                  <a:srgbClr val="FF0000"/>
                </a:solidFill>
              </a:rPr>
              <a:t>tidak</a:t>
            </a:r>
            <a:r>
              <a:rPr lang="id-ID" sz="2800" dirty="0"/>
              <a:t> bisa </a:t>
            </a:r>
            <a:r>
              <a:rPr lang="id-ID" sz="2800" b="1" dirty="0">
                <a:solidFill>
                  <a:srgbClr val="FF0000"/>
                </a:solidFill>
              </a:rPr>
              <a:t>saling menitip</a:t>
            </a:r>
            <a:r>
              <a:rPr lang="id-ID" sz="2800" dirty="0"/>
              <a:t>, maka dibentuk </a:t>
            </a:r>
            <a:r>
              <a:rPr lang="id-ID" sz="2800" b="1" dirty="0">
                <a:solidFill>
                  <a:srgbClr val="FFC000"/>
                </a:solidFill>
              </a:rPr>
              <a:t>tabel baru</a:t>
            </a:r>
            <a:r>
              <a:rPr lang="id-ID" sz="2800" dirty="0"/>
              <a:t> untuk </a:t>
            </a:r>
            <a:r>
              <a:rPr lang="id-ID" sz="2800" dirty="0">
                <a:solidFill>
                  <a:srgbClr val="92D050"/>
                </a:solidFill>
              </a:rPr>
              <a:t>menghubungkan entitas-entitas yang terkait</a:t>
            </a:r>
            <a:r>
              <a:rPr lang="id-ID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6203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C4FE069-C727-F2A7-3254-B5164C57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D386A5BC-DDFC-B846-20D7-A63751533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Binary – Many-to-Many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C98574-1426-6565-0838-E9DF7BA81628}"/>
              </a:ext>
            </a:extLst>
          </p:cNvPr>
          <p:cNvSpPr txBox="1"/>
          <p:nvPr/>
        </p:nvSpPr>
        <p:spPr>
          <a:xfrm>
            <a:off x="4957640" y="3125957"/>
            <a:ext cx="4166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>
                <a:solidFill>
                  <a:srgbClr val="FF0000"/>
                </a:solidFill>
              </a:rPr>
              <a:t>Bagaimana transformasi ke dalam tabel fisik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agar terbentuk relasi </a:t>
            </a:r>
            <a:r>
              <a:rPr lang="id-ID" b="1" i="1" dirty="0">
                <a:solidFill>
                  <a:srgbClr val="FF0000"/>
                </a:solidFill>
              </a:rPr>
              <a:t>Dosen</a:t>
            </a:r>
            <a:r>
              <a:rPr lang="id-ID" i="1" dirty="0">
                <a:solidFill>
                  <a:srgbClr val="FF0000"/>
                </a:solidFill>
              </a:rPr>
              <a:t> dan </a:t>
            </a:r>
            <a:r>
              <a:rPr lang="id-ID" b="1" i="1" dirty="0" err="1">
                <a:solidFill>
                  <a:srgbClr val="FF0000"/>
                </a:solidFill>
              </a:rPr>
              <a:t>Matakuliah</a:t>
            </a:r>
            <a:r>
              <a:rPr lang="id-ID" i="1" dirty="0">
                <a:solidFill>
                  <a:srgbClr val="FF0000"/>
                </a:solidFill>
              </a:rPr>
              <a:t> 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yang baik?</a:t>
            </a:r>
          </a:p>
        </p:txBody>
      </p:sp>
      <p:sp>
        <p:nvSpPr>
          <p:cNvPr id="24" name="Arrow: Left 28">
            <a:extLst>
              <a:ext uri="{FF2B5EF4-FFF2-40B4-BE49-F238E27FC236}">
                <a16:creationId xmlns:a16="http://schemas.microsoft.com/office/drawing/2014/main" id="{4271CAF5-0732-ABC1-82D8-3798BEDC2FAB}"/>
              </a:ext>
            </a:extLst>
          </p:cNvPr>
          <p:cNvSpPr/>
          <p:nvPr/>
        </p:nvSpPr>
        <p:spPr>
          <a:xfrm flipH="1">
            <a:off x="5011276" y="2140036"/>
            <a:ext cx="1716206" cy="85842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7C4BEBA-140F-3C67-6993-8120A1D6FADF}"/>
              </a:ext>
            </a:extLst>
          </p:cNvPr>
          <p:cNvGrpSpPr/>
          <p:nvPr/>
        </p:nvGrpSpPr>
        <p:grpSpPr>
          <a:xfrm>
            <a:off x="321108" y="1973992"/>
            <a:ext cx="4250892" cy="2633450"/>
            <a:chOff x="321108" y="1973992"/>
            <a:chExt cx="6310404" cy="467369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2B9DAC8-606D-955B-0119-7F0597E62F14}"/>
                </a:ext>
              </a:extLst>
            </p:cNvPr>
            <p:cNvSpPr/>
            <p:nvPr/>
          </p:nvSpPr>
          <p:spPr>
            <a:xfrm>
              <a:off x="2102677" y="5092111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Matakuliah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22AD3A1-4D42-D76C-7660-800A732B1723}"/>
                </a:ext>
              </a:extLst>
            </p:cNvPr>
            <p:cNvSpPr/>
            <p:nvPr/>
          </p:nvSpPr>
          <p:spPr>
            <a:xfrm>
              <a:off x="2102677" y="2677456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Dosen</a:t>
              </a:r>
            </a:p>
          </p:txBody>
        </p:sp>
        <p:sp>
          <p:nvSpPr>
            <p:cNvPr id="4" name="Diamond 3">
              <a:extLst>
                <a:ext uri="{FF2B5EF4-FFF2-40B4-BE49-F238E27FC236}">
                  <a16:creationId xmlns:a16="http://schemas.microsoft.com/office/drawing/2014/main" id="{82528765-9C6C-26F9-D0DF-ECB6757A2690}"/>
                </a:ext>
              </a:extLst>
            </p:cNvPr>
            <p:cNvSpPr/>
            <p:nvPr/>
          </p:nvSpPr>
          <p:spPr>
            <a:xfrm>
              <a:off x="1713937" y="3783183"/>
              <a:ext cx="2753139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Mengampu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E5C43B7-4A32-33BF-02DB-5B7F13CB5B81}"/>
                </a:ext>
              </a:extLst>
            </p:cNvPr>
            <p:cNvSpPr/>
            <p:nvPr/>
          </p:nvSpPr>
          <p:spPr>
            <a:xfrm>
              <a:off x="4685202" y="3957354"/>
              <a:ext cx="1946310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th_akademik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F9861BD-B042-73BF-65A6-9CFAEF7C76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3799" y="4987649"/>
              <a:ext cx="124993" cy="1044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7CF4C55-1E39-BE29-2DFD-37FEAF4B02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88799" y="4984798"/>
              <a:ext cx="126697" cy="1073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97C4DA-58ED-08E6-BE85-7D84D6821CA5}"/>
                </a:ext>
              </a:extLst>
            </p:cNvPr>
            <p:cNvCxnSpPr>
              <a:cxnSpLocks/>
            </p:cNvCxnSpPr>
            <p:nvPr/>
          </p:nvCxnSpPr>
          <p:spPr>
            <a:xfrm>
              <a:off x="2983561" y="4984798"/>
              <a:ext cx="2160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F89BB96-48D8-A0F0-35C8-174406D5706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090501" y="3316084"/>
              <a:ext cx="124993" cy="1044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57A2675-8784-FAAC-FF58-B73274D06EC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963797" y="3316084"/>
              <a:ext cx="126697" cy="1073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FA2F312-C19D-E228-180C-F9442598BFB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979672" y="3423397"/>
              <a:ext cx="2160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5F310F-AB39-0493-0101-541BABF62DA3}"/>
                </a:ext>
              </a:extLst>
            </p:cNvPr>
            <p:cNvCxnSpPr>
              <a:stCxn id="3" idx="2"/>
              <a:endCxn id="4" idx="0"/>
            </p:cNvCxnSpPr>
            <p:nvPr/>
          </p:nvCxnSpPr>
          <p:spPr>
            <a:xfrm>
              <a:off x="3089649" y="3316084"/>
              <a:ext cx="858" cy="4670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B0E89C2-840C-3175-5E4C-209F3CA5735A}"/>
                </a:ext>
              </a:extLst>
            </p:cNvPr>
            <p:cNvCxnSpPr>
              <a:cxnSpLocks/>
              <a:stCxn id="4" idx="2"/>
              <a:endCxn id="2" idx="0"/>
            </p:cNvCxnSpPr>
            <p:nvPr/>
          </p:nvCxnSpPr>
          <p:spPr>
            <a:xfrm flipH="1">
              <a:off x="3089649" y="4625012"/>
              <a:ext cx="858" cy="4670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9F129D-7ADC-1509-5ED6-E8A8FFE64BC5}"/>
                </a:ext>
              </a:extLst>
            </p:cNvPr>
            <p:cNvCxnSpPr>
              <a:stCxn id="4" idx="3"/>
              <a:endCxn id="5" idx="2"/>
            </p:cNvCxnSpPr>
            <p:nvPr/>
          </p:nvCxnSpPr>
          <p:spPr>
            <a:xfrm flipV="1">
              <a:off x="4467076" y="4204097"/>
              <a:ext cx="218126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D45681-3514-11AE-4DAF-BC0C8C474772}"/>
                </a:ext>
              </a:extLst>
            </p:cNvPr>
            <p:cNvSpPr/>
            <p:nvPr/>
          </p:nvSpPr>
          <p:spPr>
            <a:xfrm>
              <a:off x="321108" y="1973992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u="sng" dirty="0"/>
                <a:t>NIP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188C6D2-3AEB-EE00-5DE9-454CECF80132}"/>
                </a:ext>
              </a:extLst>
            </p:cNvPr>
            <p:cNvSpPr/>
            <p:nvPr/>
          </p:nvSpPr>
          <p:spPr>
            <a:xfrm>
              <a:off x="1766802" y="1973992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nama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2D60F61-9FF7-EB75-BB00-01F863BFF00F}"/>
                </a:ext>
              </a:extLst>
            </p:cNvPr>
            <p:cNvSpPr/>
            <p:nvPr/>
          </p:nvSpPr>
          <p:spPr>
            <a:xfrm>
              <a:off x="3215494" y="1973992"/>
              <a:ext cx="129005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gol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E1339D8-3D2F-15F3-9CB9-534E9FE699BD}"/>
                </a:ext>
              </a:extLst>
            </p:cNvPr>
            <p:cNvCxnSpPr>
              <a:cxnSpLocks/>
              <a:stCxn id="15" idx="4"/>
              <a:endCxn id="3" idx="0"/>
            </p:cNvCxnSpPr>
            <p:nvPr/>
          </p:nvCxnSpPr>
          <p:spPr>
            <a:xfrm>
              <a:off x="916194" y="2467478"/>
              <a:ext cx="2173455" cy="2099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0A2A17F-757F-9F75-4B27-E647121A4E5A}"/>
                </a:ext>
              </a:extLst>
            </p:cNvPr>
            <p:cNvCxnSpPr>
              <a:cxnSpLocks/>
              <a:stCxn id="3" idx="0"/>
              <a:endCxn id="16" idx="4"/>
            </p:cNvCxnSpPr>
            <p:nvPr/>
          </p:nvCxnSpPr>
          <p:spPr>
            <a:xfrm flipH="1" flipV="1">
              <a:off x="2361888" y="2467478"/>
              <a:ext cx="727761" cy="2099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56FD0B-6233-5139-D18B-4C6B93EB1636}"/>
                </a:ext>
              </a:extLst>
            </p:cNvPr>
            <p:cNvCxnSpPr>
              <a:cxnSpLocks/>
              <a:stCxn id="3" idx="0"/>
              <a:endCxn id="17" idx="4"/>
            </p:cNvCxnSpPr>
            <p:nvPr/>
          </p:nvCxnSpPr>
          <p:spPr>
            <a:xfrm flipV="1">
              <a:off x="3089649" y="2467478"/>
              <a:ext cx="770871" cy="2099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CFD4ACC-34D9-3CDA-B90A-3D802FA2B203}"/>
                </a:ext>
              </a:extLst>
            </p:cNvPr>
            <p:cNvSpPr/>
            <p:nvPr/>
          </p:nvSpPr>
          <p:spPr>
            <a:xfrm>
              <a:off x="4756332" y="1973992"/>
              <a:ext cx="1512175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pangkat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A14A45C-E168-A9C3-D271-6236543C394D}"/>
                </a:ext>
              </a:extLst>
            </p:cNvPr>
            <p:cNvCxnSpPr>
              <a:cxnSpLocks/>
              <a:stCxn id="21" idx="4"/>
              <a:endCxn id="3" idx="0"/>
            </p:cNvCxnSpPr>
            <p:nvPr/>
          </p:nvCxnSpPr>
          <p:spPr>
            <a:xfrm flipH="1">
              <a:off x="3089649" y="2467478"/>
              <a:ext cx="2422771" cy="2099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2E26688-A4F7-A748-9F24-983437A26A6A}"/>
                </a:ext>
              </a:extLst>
            </p:cNvPr>
            <p:cNvSpPr/>
            <p:nvPr/>
          </p:nvSpPr>
          <p:spPr>
            <a:xfrm>
              <a:off x="321108" y="6052266"/>
              <a:ext cx="1590824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u="sng" dirty="0"/>
                <a:t>kode_mk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41C57A6-A2AE-B660-FD55-F57AAF3A75CD}"/>
                </a:ext>
              </a:extLst>
            </p:cNvPr>
            <p:cNvSpPr/>
            <p:nvPr/>
          </p:nvSpPr>
          <p:spPr>
            <a:xfrm>
              <a:off x="2299897" y="6053879"/>
              <a:ext cx="1575607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nama_mk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8331B2E-2DC9-0FA0-7482-F54C94F0E394}"/>
                </a:ext>
              </a:extLst>
            </p:cNvPr>
            <p:cNvSpPr/>
            <p:nvPr/>
          </p:nvSpPr>
          <p:spPr>
            <a:xfrm>
              <a:off x="4263469" y="6052266"/>
              <a:ext cx="1575607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SKS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E44A677-0E40-442F-11CB-50EFEE66D812}"/>
                </a:ext>
              </a:extLst>
            </p:cNvPr>
            <p:cNvCxnSpPr>
              <a:stCxn id="33" idx="0"/>
              <a:endCxn id="2" idx="2"/>
            </p:cNvCxnSpPr>
            <p:nvPr/>
          </p:nvCxnSpPr>
          <p:spPr>
            <a:xfrm flipV="1">
              <a:off x="1116520" y="5730739"/>
              <a:ext cx="1973129" cy="3215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1EB5D5D-05AD-FCF4-B93B-B1740A0009E7}"/>
                </a:ext>
              </a:extLst>
            </p:cNvPr>
            <p:cNvCxnSpPr>
              <a:cxnSpLocks/>
              <a:stCxn id="54" idx="0"/>
              <a:endCxn id="2" idx="2"/>
            </p:cNvCxnSpPr>
            <p:nvPr/>
          </p:nvCxnSpPr>
          <p:spPr>
            <a:xfrm flipV="1">
              <a:off x="3087701" y="5730739"/>
              <a:ext cx="1948" cy="3231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A34D3FC-AA04-DB68-E9E0-5F2AD1BB8EEB}"/>
                </a:ext>
              </a:extLst>
            </p:cNvPr>
            <p:cNvCxnSpPr>
              <a:cxnSpLocks/>
              <a:stCxn id="55" idx="0"/>
              <a:endCxn id="2" idx="2"/>
            </p:cNvCxnSpPr>
            <p:nvPr/>
          </p:nvCxnSpPr>
          <p:spPr>
            <a:xfrm flipH="1" flipV="1">
              <a:off x="3089649" y="5730739"/>
              <a:ext cx="1961624" cy="3215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Slide Number Placeholder 2">
              <a:extLst>
                <a:ext uri="{FF2B5EF4-FFF2-40B4-BE49-F238E27FC236}">
                  <a16:creationId xmlns:a16="http://schemas.microsoft.com/office/drawing/2014/main" id="{75D93505-F1FB-1471-B06E-090DB1FA852E}"/>
                </a:ext>
              </a:extLst>
            </p:cNvPr>
            <p:cNvSpPr txBox="1">
              <a:spLocks/>
            </p:cNvSpPr>
            <p:nvPr/>
          </p:nvSpPr>
          <p:spPr>
            <a:xfrm>
              <a:off x="1024128" y="6373368"/>
              <a:ext cx="973667" cy="274320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fld id="{4FAB73BC-B049-4115-A692-8D63A059BFB8}" type="slidenum">
                <a:rPr lang="en-US" sz="1000" smtClean="0"/>
                <a:pPr/>
                <a:t>28</a:t>
              </a:fld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22297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8E18-59F1-4C46-19E8-1375B64D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Transformasi</a:t>
            </a:r>
            <a:r>
              <a:rPr lang="en-ID" b="1" dirty="0"/>
              <a:t> </a:t>
            </a:r>
            <a:r>
              <a:rPr lang="en-ID" b="1" dirty="0" err="1"/>
              <a:t>Relasi</a:t>
            </a:r>
            <a:r>
              <a:rPr lang="en-ID" b="1" dirty="0"/>
              <a:t> Binary – Many-to-Many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475274-5666-A84D-FCC2-ABFA372D9627}"/>
              </a:ext>
            </a:extLst>
          </p:cNvPr>
          <p:cNvSpPr txBox="1"/>
          <p:nvPr/>
        </p:nvSpPr>
        <p:spPr>
          <a:xfrm>
            <a:off x="720000" y="1049082"/>
            <a:ext cx="157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0"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nken Grotesk"/>
                <a:sym typeface="Hanken Grotesk"/>
              </a:rPr>
              <a:t>Tabel Dosen</a:t>
            </a:r>
            <a:endParaRPr lang="en-US" sz="1800" b="1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2AC8D2D-4D8F-8AFC-8026-AD2294E4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758560"/>
              </p:ext>
            </p:extLst>
          </p:nvPr>
        </p:nvGraphicFramePr>
        <p:xfrm>
          <a:off x="986650" y="1387636"/>
          <a:ext cx="4627776" cy="887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944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1156944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1156944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  <a:gridCol w="1156944">
                  <a:extLst>
                    <a:ext uri="{9D8B030D-6E8A-4147-A177-3AD203B41FA5}">
                      <a16:colId xmlns:a16="http://schemas.microsoft.com/office/drawing/2014/main" val="2756398983"/>
                    </a:ext>
                  </a:extLst>
                </a:gridCol>
              </a:tblGrid>
              <a:tr h="295911">
                <a:tc>
                  <a:txBody>
                    <a:bodyPr/>
                    <a:lstStyle/>
                    <a:p>
                      <a:pPr algn="ctr"/>
                      <a:r>
                        <a:rPr lang="id-ID" sz="1100" u="sng" dirty="0">
                          <a:solidFill>
                            <a:schemeClr val="tx1"/>
                          </a:solidFill>
                        </a:rPr>
                        <a:t>NIP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100" dirty="0">
                          <a:solidFill>
                            <a:schemeClr val="tx1"/>
                          </a:solidFill>
                        </a:rPr>
                        <a:t>nama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100" dirty="0">
                          <a:solidFill>
                            <a:schemeClr val="tx1"/>
                          </a:solidFill>
                        </a:rPr>
                        <a:t>gol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100" dirty="0">
                          <a:solidFill>
                            <a:schemeClr val="tx1"/>
                          </a:solidFill>
                        </a:rPr>
                        <a:t>pangkat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95911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95911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976AB83-9172-46CD-92D1-2C1199ED1F9D}"/>
              </a:ext>
            </a:extLst>
          </p:cNvPr>
          <p:cNvSpPr txBox="1"/>
          <p:nvPr/>
        </p:nvSpPr>
        <p:spPr>
          <a:xfrm>
            <a:off x="719999" y="2401632"/>
            <a:ext cx="19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0"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nken Grotesk"/>
                <a:sym typeface="Hanken Grotesk"/>
              </a:rPr>
              <a:t>Tabel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nken Grotesk"/>
                <a:sym typeface="Hanken Grotesk"/>
              </a:rPr>
              <a:t>Matakuliah</a:t>
            </a:r>
            <a:endParaRPr lang="en-US" sz="1800" b="1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37E7847-8020-7FBC-A197-1B18DD203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288745"/>
              </p:ext>
            </p:extLst>
          </p:nvPr>
        </p:nvGraphicFramePr>
        <p:xfrm>
          <a:off x="986650" y="2740186"/>
          <a:ext cx="3470832" cy="887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944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1156944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1156944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</a:tblGrid>
              <a:tr h="295911">
                <a:tc>
                  <a:txBody>
                    <a:bodyPr/>
                    <a:lstStyle/>
                    <a:p>
                      <a:pPr algn="ctr"/>
                      <a:r>
                        <a:rPr lang="id-ID" sz="1100" u="sng" dirty="0" err="1">
                          <a:solidFill>
                            <a:schemeClr val="tx1"/>
                          </a:solidFill>
                        </a:rPr>
                        <a:t>kode_mk</a:t>
                      </a:r>
                      <a:endParaRPr lang="id-ID" sz="11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100" dirty="0" err="1">
                          <a:solidFill>
                            <a:schemeClr val="tx1"/>
                          </a:solidFill>
                        </a:rPr>
                        <a:t>nama_mk</a:t>
                      </a:r>
                      <a:endParaRPr lang="id-ID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100" dirty="0">
                          <a:solidFill>
                            <a:schemeClr val="tx1"/>
                          </a:solidFill>
                        </a:rPr>
                        <a:t>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95911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95911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E3EF651-C361-4A99-3E87-CC480FE1D08F}"/>
              </a:ext>
            </a:extLst>
          </p:cNvPr>
          <p:cNvSpPr txBox="1"/>
          <p:nvPr/>
        </p:nvSpPr>
        <p:spPr>
          <a:xfrm>
            <a:off x="719999" y="3754182"/>
            <a:ext cx="19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0"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nken Grotesk"/>
                <a:sym typeface="Hanken Grotesk"/>
              </a:rPr>
              <a:t>Tabel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nken Grotesk"/>
                <a:sym typeface="Hanken Grotesk"/>
              </a:rPr>
              <a:t>Mengampu</a:t>
            </a:r>
            <a:endParaRPr lang="en-US" sz="1800" b="1" dirty="0">
              <a:solidFill>
                <a:schemeClr val="tx1"/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76FB255-E289-9908-894C-B6A92200D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56398"/>
              </p:ext>
            </p:extLst>
          </p:nvPr>
        </p:nvGraphicFramePr>
        <p:xfrm>
          <a:off x="986650" y="4092736"/>
          <a:ext cx="3470832" cy="887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944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1156944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1156944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</a:tblGrid>
              <a:tr h="295911">
                <a:tc>
                  <a:txBody>
                    <a:bodyPr/>
                    <a:lstStyle/>
                    <a:p>
                      <a:pPr algn="ctr"/>
                      <a:r>
                        <a:rPr lang="id-ID" sz="1100" u="sng" dirty="0">
                          <a:solidFill>
                            <a:schemeClr val="tx1"/>
                          </a:solidFill>
                        </a:rPr>
                        <a:t>NIP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100" dirty="0" err="1">
                          <a:solidFill>
                            <a:schemeClr val="tx1"/>
                          </a:solidFill>
                        </a:rPr>
                        <a:t>kode_mk</a:t>
                      </a:r>
                      <a:endParaRPr lang="id-ID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100" dirty="0" err="1">
                          <a:solidFill>
                            <a:schemeClr val="tx1"/>
                          </a:solidFill>
                        </a:rPr>
                        <a:t>th_akademik</a:t>
                      </a:r>
                      <a:endParaRPr lang="id-ID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95911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95911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25" name="Freeform 24">
            <a:extLst>
              <a:ext uri="{FF2B5EF4-FFF2-40B4-BE49-F238E27FC236}">
                <a16:creationId xmlns:a16="http://schemas.microsoft.com/office/drawing/2014/main" id="{967EF2B7-57F0-EE73-8917-6C1C1E6621E7}"/>
              </a:ext>
            </a:extLst>
          </p:cNvPr>
          <p:cNvSpPr/>
          <p:nvPr/>
        </p:nvSpPr>
        <p:spPr>
          <a:xfrm>
            <a:off x="657496" y="1517761"/>
            <a:ext cx="668030" cy="2733630"/>
          </a:xfrm>
          <a:custGeom>
            <a:avLst/>
            <a:gdLst>
              <a:gd name="csX0" fmla="*/ 668030 w 668030"/>
              <a:gd name="csY0" fmla="*/ 41681 h 2733630"/>
              <a:gd name="csX1" fmla="*/ 214374 w 668030"/>
              <a:gd name="csY1" fmla="*/ 34592 h 2733630"/>
              <a:gd name="csX2" fmla="*/ 79695 w 668030"/>
              <a:gd name="csY2" fmla="*/ 417365 h 2733630"/>
              <a:gd name="csX3" fmla="*/ 37164 w 668030"/>
              <a:gd name="csY3" fmla="*/ 1275058 h 2733630"/>
              <a:gd name="csX4" fmla="*/ 1723 w 668030"/>
              <a:gd name="csY4" fmla="*/ 2210723 h 2733630"/>
              <a:gd name="csX5" fmla="*/ 93871 w 668030"/>
              <a:gd name="csY5" fmla="*/ 2671467 h 2733630"/>
              <a:gd name="csX6" fmla="*/ 356141 w 668030"/>
              <a:gd name="csY6" fmla="*/ 2728174 h 2733630"/>
              <a:gd name="csX7" fmla="*/ 611323 w 668030"/>
              <a:gd name="csY7" fmla="*/ 2728174 h 27336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68030" h="2733630">
                <a:moveTo>
                  <a:pt x="668030" y="41681"/>
                </a:moveTo>
                <a:cubicBezTo>
                  <a:pt x="490230" y="6829"/>
                  <a:pt x="312430" y="-28022"/>
                  <a:pt x="214374" y="34592"/>
                </a:cubicBezTo>
                <a:cubicBezTo>
                  <a:pt x="116318" y="97206"/>
                  <a:pt x="109230" y="210621"/>
                  <a:pt x="79695" y="417365"/>
                </a:cubicBezTo>
                <a:cubicBezTo>
                  <a:pt x="50160" y="624109"/>
                  <a:pt x="50159" y="976165"/>
                  <a:pt x="37164" y="1275058"/>
                </a:cubicBezTo>
                <a:cubicBezTo>
                  <a:pt x="24169" y="1573951"/>
                  <a:pt x="-7728" y="1977988"/>
                  <a:pt x="1723" y="2210723"/>
                </a:cubicBezTo>
                <a:cubicBezTo>
                  <a:pt x="11174" y="2443458"/>
                  <a:pt x="34801" y="2585225"/>
                  <a:pt x="93871" y="2671467"/>
                </a:cubicBezTo>
                <a:cubicBezTo>
                  <a:pt x="152941" y="2757709"/>
                  <a:pt x="269899" y="2718723"/>
                  <a:pt x="356141" y="2728174"/>
                </a:cubicBezTo>
                <a:cubicBezTo>
                  <a:pt x="442383" y="2737625"/>
                  <a:pt x="526853" y="2732899"/>
                  <a:pt x="611323" y="2728174"/>
                </a:cubicBezTo>
              </a:path>
            </a:pathLst>
          </a:cu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88B4DA42-C2F1-1299-C112-8075EEF4D6E9}"/>
              </a:ext>
            </a:extLst>
          </p:cNvPr>
          <p:cNvSpPr/>
          <p:nvPr/>
        </p:nvSpPr>
        <p:spPr>
          <a:xfrm>
            <a:off x="1949302" y="2892056"/>
            <a:ext cx="1281254" cy="1318891"/>
          </a:xfrm>
          <a:custGeom>
            <a:avLst/>
            <a:gdLst>
              <a:gd name="csX0" fmla="*/ 0 w 1281254"/>
              <a:gd name="csY0" fmla="*/ 0 h 1318891"/>
              <a:gd name="csX1" fmla="*/ 269358 w 1281254"/>
              <a:gd name="csY1" fmla="*/ 141767 h 1318891"/>
              <a:gd name="csX2" fmla="*/ 588335 w 1281254"/>
              <a:gd name="csY2" fmla="*/ 340242 h 1318891"/>
              <a:gd name="csX3" fmla="*/ 1027814 w 1281254"/>
              <a:gd name="csY3" fmla="*/ 652130 h 1318891"/>
              <a:gd name="csX4" fmla="*/ 1240465 w 1281254"/>
              <a:gd name="csY4" fmla="*/ 864781 h 1318891"/>
              <a:gd name="csX5" fmla="*/ 1247554 w 1281254"/>
              <a:gd name="csY5" fmla="*/ 1134139 h 1318891"/>
              <a:gd name="csX6" fmla="*/ 1275907 w 1281254"/>
              <a:gd name="csY6" fmla="*/ 1290084 h 1318891"/>
              <a:gd name="csX7" fmla="*/ 1127051 w 1281254"/>
              <a:gd name="csY7" fmla="*/ 1318437 h 13188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81254" h="1318891">
                <a:moveTo>
                  <a:pt x="0" y="0"/>
                </a:moveTo>
                <a:cubicBezTo>
                  <a:pt x="85651" y="42530"/>
                  <a:pt x="171302" y="85060"/>
                  <a:pt x="269358" y="141767"/>
                </a:cubicBezTo>
                <a:cubicBezTo>
                  <a:pt x="367414" y="198474"/>
                  <a:pt x="461926" y="255182"/>
                  <a:pt x="588335" y="340242"/>
                </a:cubicBezTo>
                <a:cubicBezTo>
                  <a:pt x="714744" y="425302"/>
                  <a:pt x="919126" y="564707"/>
                  <a:pt x="1027814" y="652130"/>
                </a:cubicBezTo>
                <a:cubicBezTo>
                  <a:pt x="1136502" y="739553"/>
                  <a:pt x="1203842" y="784446"/>
                  <a:pt x="1240465" y="864781"/>
                </a:cubicBezTo>
                <a:cubicBezTo>
                  <a:pt x="1277088" y="945116"/>
                  <a:pt x="1241647" y="1063255"/>
                  <a:pt x="1247554" y="1134139"/>
                </a:cubicBezTo>
                <a:cubicBezTo>
                  <a:pt x="1253461" y="1205023"/>
                  <a:pt x="1295991" y="1259368"/>
                  <a:pt x="1275907" y="1290084"/>
                </a:cubicBezTo>
                <a:cubicBezTo>
                  <a:pt x="1255823" y="1320800"/>
                  <a:pt x="1191437" y="1319618"/>
                  <a:pt x="1127051" y="131843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29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89F5511-DC90-4E2D-C9BE-F8B986E6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DDFBD342-EE6C-CD5E-DC16-86768857F4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Unary – One-to-One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785D34DD-311A-B98E-DEC5-C4CE3AAA33C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97936"/>
            <a:ext cx="7703999" cy="3511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Transformasikan </a:t>
            </a:r>
            <a:r>
              <a:rPr lang="id-ID" sz="2800" b="1" dirty="0">
                <a:solidFill>
                  <a:srgbClr val="FFC000"/>
                </a:solidFill>
              </a:rPr>
              <a:t>entitas</a:t>
            </a:r>
            <a:r>
              <a:rPr lang="id-ID" sz="2800" dirty="0"/>
              <a:t> ke dalam sebuah tabel.</a:t>
            </a:r>
          </a:p>
          <a:p>
            <a:pPr marL="360363" indent="-360363">
              <a:buFont typeface="Arial" panose="020B0604020202020204" pitchFamily="34" charset="0"/>
              <a:buChar char="•"/>
            </a:pPr>
            <a:r>
              <a:rPr lang="id-ID" sz="2800" dirty="0"/>
              <a:t>Tambahkan kolom </a:t>
            </a:r>
            <a:r>
              <a:rPr lang="id-ID" sz="2800" b="1" dirty="0">
                <a:solidFill>
                  <a:srgbClr val="FFC000"/>
                </a:solidFill>
              </a:rPr>
              <a:t>kunci tamu</a:t>
            </a:r>
            <a:r>
              <a:rPr lang="id-ID" sz="2800" dirty="0"/>
              <a:t> yang merujuk kepada kunci primer.</a:t>
            </a:r>
          </a:p>
        </p:txBody>
      </p:sp>
    </p:spTree>
    <p:extLst>
      <p:ext uri="{BB962C8B-B14F-4D97-AF65-F5344CB8AC3E}">
        <p14:creationId xmlns:p14="http://schemas.microsoft.com/office/powerpoint/2010/main" val="1735735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5E8BD23C-4B50-85CB-4DFE-A8430586C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6B21865-2693-86B0-DEC9-1FB3EC9BA7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Unary – One-to-One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5377E8-CD61-B12E-CCF5-49BCD1511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8125"/>
            <a:ext cx="7772400" cy="26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36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E8085805-3A74-9F32-237C-306EAA10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F7ED5A8-5E1C-CCDB-826C-8A9433C18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Ternary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751D23F6-CFB0-32FE-AA34-DAEEAB645E8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97936"/>
            <a:ext cx="7703999" cy="3511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0272" indent="-270272">
              <a:buFont typeface="Arial" panose="020B0604020202020204" pitchFamily="34" charset="0"/>
              <a:buChar char="•"/>
            </a:pPr>
            <a:r>
              <a:rPr lang="id-ID" sz="2400" dirty="0"/>
              <a:t>Transformasikan setiap entitas yang terlibat ke dalam sebuah tabel.</a:t>
            </a:r>
          </a:p>
          <a:p>
            <a:pPr marL="270272" indent="-270272">
              <a:buFont typeface="Arial" panose="020B0604020202020204" pitchFamily="34" charset="0"/>
              <a:buChar char="•"/>
            </a:pPr>
            <a:r>
              <a:rPr lang="id-ID" sz="2400" dirty="0"/>
              <a:t>Derajat relasi </a:t>
            </a:r>
            <a:r>
              <a:rPr lang="id-ID" sz="2400" b="1" dirty="0" err="1">
                <a:solidFill>
                  <a:srgbClr val="FFC000"/>
                </a:solidFill>
              </a:rPr>
              <a:t>ternary</a:t>
            </a:r>
            <a:r>
              <a:rPr lang="id-ID" sz="2400" dirty="0"/>
              <a:t> umumnya menghasilkan </a:t>
            </a:r>
            <a:r>
              <a:rPr lang="id-ID" sz="2400" b="1" dirty="0">
                <a:solidFill>
                  <a:srgbClr val="92D050"/>
                </a:solidFill>
              </a:rPr>
              <a:t>sebuah tabel baru</a:t>
            </a:r>
            <a:r>
              <a:rPr lang="id-ID" sz="2400" dirty="0"/>
              <a:t>.</a:t>
            </a:r>
          </a:p>
          <a:p>
            <a:pPr marL="270272" indent="-270272">
              <a:buFont typeface="Arial" panose="020B0604020202020204" pitchFamily="34" charset="0"/>
              <a:buChar char="•"/>
            </a:pPr>
            <a:r>
              <a:rPr lang="id-ID" sz="2400" b="1" dirty="0">
                <a:solidFill>
                  <a:srgbClr val="FFC000"/>
                </a:solidFill>
              </a:rPr>
              <a:t>Masing-masing</a:t>
            </a:r>
            <a:r>
              <a:rPr lang="id-ID" sz="2400" dirty="0"/>
              <a:t> entitas </a:t>
            </a:r>
            <a:r>
              <a:rPr lang="id-ID" sz="2400" b="1" dirty="0">
                <a:solidFill>
                  <a:srgbClr val="FFC000"/>
                </a:solidFill>
              </a:rPr>
              <a:t>menyumbangkan</a:t>
            </a:r>
            <a:r>
              <a:rPr lang="id-ID" sz="2400" dirty="0"/>
              <a:t> kunci primer yang </a:t>
            </a:r>
            <a:r>
              <a:rPr lang="id-ID" sz="2400" b="1" dirty="0">
                <a:solidFill>
                  <a:srgbClr val="FFC000"/>
                </a:solidFill>
              </a:rPr>
              <a:t>dititipkan</a:t>
            </a:r>
            <a:r>
              <a:rPr lang="id-ID" sz="2400" dirty="0"/>
              <a:t> ke </a:t>
            </a:r>
            <a:r>
              <a:rPr lang="id-ID" sz="2400" b="1" dirty="0">
                <a:solidFill>
                  <a:srgbClr val="92D050"/>
                </a:solidFill>
              </a:rPr>
              <a:t>tabel baru</a:t>
            </a:r>
            <a:r>
              <a:rPr lang="id-ID" sz="2400" dirty="0"/>
              <a:t> tersebut, </a:t>
            </a:r>
            <a:r>
              <a:rPr lang="id-ID" sz="2400" b="1" dirty="0">
                <a:solidFill>
                  <a:srgbClr val="00B0F0"/>
                </a:solidFill>
              </a:rPr>
              <a:t>sebagai kunci tamu</a:t>
            </a:r>
            <a:r>
              <a:rPr lang="id-ID" sz="2400" dirty="0"/>
              <a:t>. </a:t>
            </a:r>
            <a:r>
              <a:rPr lang="id-ID" sz="2400" b="1" dirty="0">
                <a:solidFill>
                  <a:srgbClr val="FFC000"/>
                </a:solidFill>
              </a:rPr>
              <a:t>Gabungan</a:t>
            </a:r>
            <a:r>
              <a:rPr lang="id-ID" sz="2400" dirty="0"/>
              <a:t> daripada </a:t>
            </a:r>
            <a:r>
              <a:rPr lang="id-ID" sz="2400" b="1" dirty="0">
                <a:solidFill>
                  <a:srgbClr val="FFC000"/>
                </a:solidFill>
              </a:rPr>
              <a:t>kunci tamu</a:t>
            </a:r>
            <a:r>
              <a:rPr lang="id-ID" sz="2400" dirty="0"/>
              <a:t> dapat dijadikan sebagai </a:t>
            </a:r>
            <a:r>
              <a:rPr lang="id-ID" sz="2400" b="1" dirty="0">
                <a:solidFill>
                  <a:srgbClr val="FFC000"/>
                </a:solidFill>
              </a:rPr>
              <a:t>kunci primer</a:t>
            </a:r>
            <a:r>
              <a:rPr lang="id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6555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789C0822-0BBC-DEF6-7256-834E261DD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EDDAD379-5405-135F-C757-E64A7E2F6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Relasi</a:t>
            </a:r>
            <a:r>
              <a:rPr lang="en-ID" b="1" dirty="0"/>
              <a:t> Ternary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52BD6D-3A7B-8C0B-C816-3A00E2020F99}"/>
              </a:ext>
            </a:extLst>
          </p:cNvPr>
          <p:cNvSpPr txBox="1"/>
          <p:nvPr/>
        </p:nvSpPr>
        <p:spPr>
          <a:xfrm>
            <a:off x="4957640" y="3125957"/>
            <a:ext cx="4166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>
                <a:solidFill>
                  <a:srgbClr val="FF0000"/>
                </a:solidFill>
              </a:rPr>
              <a:t>Bagaimana transformasi ke dalam tabel fisik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agar terbentuk relasi </a:t>
            </a:r>
            <a:r>
              <a:rPr lang="id-ID" b="1" i="1" dirty="0">
                <a:solidFill>
                  <a:srgbClr val="FF0000"/>
                </a:solidFill>
              </a:rPr>
              <a:t>Dosen</a:t>
            </a:r>
            <a:r>
              <a:rPr lang="id-ID" i="1" dirty="0">
                <a:solidFill>
                  <a:srgbClr val="FF0000"/>
                </a:solidFill>
              </a:rPr>
              <a:t> dan </a:t>
            </a:r>
            <a:r>
              <a:rPr lang="id-ID" b="1" i="1" dirty="0" err="1">
                <a:solidFill>
                  <a:srgbClr val="FF0000"/>
                </a:solidFill>
              </a:rPr>
              <a:t>Matakuliah</a:t>
            </a:r>
            <a:r>
              <a:rPr lang="id-ID" i="1" dirty="0">
                <a:solidFill>
                  <a:srgbClr val="FF0000"/>
                </a:solidFill>
              </a:rPr>
              <a:t> 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yang baik?</a:t>
            </a:r>
          </a:p>
        </p:txBody>
      </p:sp>
      <p:sp>
        <p:nvSpPr>
          <p:cNvPr id="24" name="Arrow: Left 28">
            <a:extLst>
              <a:ext uri="{FF2B5EF4-FFF2-40B4-BE49-F238E27FC236}">
                <a16:creationId xmlns:a16="http://schemas.microsoft.com/office/drawing/2014/main" id="{E73A1584-4051-907D-2F08-DCF354D02648}"/>
              </a:ext>
            </a:extLst>
          </p:cNvPr>
          <p:cNvSpPr/>
          <p:nvPr/>
        </p:nvSpPr>
        <p:spPr>
          <a:xfrm flipH="1">
            <a:off x="5011276" y="2140036"/>
            <a:ext cx="1716206" cy="85842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5ABAA72-1480-192D-0004-02A9C2FEF371}"/>
              </a:ext>
            </a:extLst>
          </p:cNvPr>
          <p:cNvGrpSpPr/>
          <p:nvPr/>
        </p:nvGrpSpPr>
        <p:grpSpPr>
          <a:xfrm>
            <a:off x="721381" y="1482356"/>
            <a:ext cx="3789031" cy="2178788"/>
            <a:chOff x="2020331" y="2084832"/>
            <a:chExt cx="7685333" cy="31379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4CB6F08-3DA0-B634-01A8-712EBB6D43C3}"/>
                </a:ext>
              </a:extLst>
            </p:cNvPr>
            <p:cNvSpPr/>
            <p:nvPr/>
          </p:nvSpPr>
          <p:spPr>
            <a:xfrm>
              <a:off x="4876025" y="2084832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Pustakawan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199DBC6-CAD6-ED68-4AA3-E81E3F37A4BF}"/>
                </a:ext>
              </a:extLst>
            </p:cNvPr>
            <p:cNvSpPr/>
            <p:nvPr/>
          </p:nvSpPr>
          <p:spPr>
            <a:xfrm>
              <a:off x="2020331" y="3516233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Anggota</a:t>
              </a:r>
            </a:p>
          </p:txBody>
        </p:sp>
        <p:sp>
          <p:nvSpPr>
            <p:cNvPr id="27" name="Diamond 26">
              <a:extLst>
                <a:ext uri="{FF2B5EF4-FFF2-40B4-BE49-F238E27FC236}">
                  <a16:creationId xmlns:a16="http://schemas.microsoft.com/office/drawing/2014/main" id="{A5684EC1-FB16-7661-6E8E-3737137CAD8C}"/>
                </a:ext>
              </a:extLst>
            </p:cNvPr>
            <p:cNvSpPr/>
            <p:nvPr/>
          </p:nvSpPr>
          <p:spPr>
            <a:xfrm>
              <a:off x="4486428" y="3414632"/>
              <a:ext cx="2753139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Meminjam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A9AD15B-DDE0-87EF-575B-E860A332C751}"/>
                </a:ext>
              </a:extLst>
            </p:cNvPr>
            <p:cNvCxnSpPr>
              <a:cxnSpLocks/>
              <a:stCxn id="26" idx="3"/>
              <a:endCxn id="27" idx="1"/>
            </p:cNvCxnSpPr>
            <p:nvPr/>
          </p:nvCxnSpPr>
          <p:spPr>
            <a:xfrm>
              <a:off x="3994274" y="3835547"/>
              <a:ext cx="49215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AB773E0-C2D1-75B2-3464-D7BE2407A013}"/>
                </a:ext>
              </a:extLst>
            </p:cNvPr>
            <p:cNvCxnSpPr>
              <a:cxnSpLocks/>
            </p:cNvCxnSpPr>
            <p:nvPr/>
          </p:nvCxnSpPr>
          <p:spPr>
            <a:xfrm>
              <a:off x="7229712" y="3831052"/>
              <a:ext cx="49215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A1CB426-83F9-5EB8-B3BD-50BADDC009B9}"/>
                </a:ext>
              </a:extLst>
            </p:cNvPr>
            <p:cNvGrpSpPr/>
            <p:nvPr/>
          </p:nvGrpSpPr>
          <p:grpSpPr>
            <a:xfrm>
              <a:off x="7475789" y="3715571"/>
              <a:ext cx="249720" cy="229374"/>
              <a:chOff x="8176689" y="4742676"/>
              <a:chExt cx="249720" cy="229374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212C480-069E-11E3-4C47-034A5823EC58}"/>
                  </a:ext>
                </a:extLst>
              </p:cNvPr>
              <p:cNvSpPr/>
              <p:nvPr/>
            </p:nvSpPr>
            <p:spPr>
              <a:xfrm>
                <a:off x="8176689" y="4806691"/>
                <a:ext cx="99060" cy="96679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d-ID" sz="1000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E090408-F7DC-06A9-CF3E-D81E806235B0}"/>
                  </a:ext>
                </a:extLst>
              </p:cNvPr>
              <p:cNvCxnSpPr>
                <a:cxnSpLocks/>
                <a:stCxn id="31" idx="6"/>
              </p:cNvCxnSpPr>
              <p:nvPr/>
            </p:nvCxnSpPr>
            <p:spPr>
              <a:xfrm>
                <a:off x="8275749" y="4855031"/>
                <a:ext cx="150660" cy="11701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D418090-4DD5-C3E5-3E38-489397189189}"/>
                  </a:ext>
                </a:extLst>
              </p:cNvPr>
              <p:cNvCxnSpPr>
                <a:cxnSpLocks/>
                <a:stCxn id="31" idx="6"/>
              </p:cNvCxnSpPr>
              <p:nvPr/>
            </p:nvCxnSpPr>
            <p:spPr>
              <a:xfrm flipV="1">
                <a:off x="8275749" y="4742676"/>
                <a:ext cx="150660" cy="11235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6281AC0-B7C5-F3A9-AD26-3FEB349D3EBA}"/>
                </a:ext>
              </a:extLst>
            </p:cNvPr>
            <p:cNvSpPr/>
            <p:nvPr/>
          </p:nvSpPr>
          <p:spPr>
            <a:xfrm>
              <a:off x="7731721" y="3516233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Buku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4364A7F-FCB3-0AB2-6C95-1D145F62DC08}"/>
                </a:ext>
              </a:extLst>
            </p:cNvPr>
            <p:cNvCxnSpPr>
              <a:stCxn id="27" idx="0"/>
              <a:endCxn id="25" idx="2"/>
            </p:cNvCxnSpPr>
            <p:nvPr/>
          </p:nvCxnSpPr>
          <p:spPr>
            <a:xfrm flipH="1" flipV="1">
              <a:off x="5862997" y="2723460"/>
              <a:ext cx="1" cy="69117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9CF0347-3792-699C-F5D3-E6CE78077837}"/>
                </a:ext>
              </a:extLst>
            </p:cNvPr>
            <p:cNvSpPr/>
            <p:nvPr/>
          </p:nvSpPr>
          <p:spPr>
            <a:xfrm>
              <a:off x="2973330" y="4729306"/>
              <a:ext cx="1817747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tgl_pinjam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7B6A770-821F-6447-958E-E5062B21BD65}"/>
                </a:ext>
              </a:extLst>
            </p:cNvPr>
            <p:cNvSpPr/>
            <p:nvPr/>
          </p:nvSpPr>
          <p:spPr>
            <a:xfrm>
              <a:off x="4951791" y="4729306"/>
              <a:ext cx="1817747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tgl_kembali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4B1005A-7B55-650D-6293-70983B06DD40}"/>
                </a:ext>
              </a:extLst>
            </p:cNvPr>
            <p:cNvSpPr/>
            <p:nvPr/>
          </p:nvSpPr>
          <p:spPr>
            <a:xfrm>
              <a:off x="6930252" y="4729306"/>
              <a:ext cx="1817747" cy="493486"/>
            </a:xfrm>
            <a:prstGeom prst="ellips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denda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7DAC70A-EC43-58DB-5AB4-4A9C3CC9CBA8}"/>
                </a:ext>
              </a:extLst>
            </p:cNvPr>
            <p:cNvCxnSpPr>
              <a:stCxn id="27" idx="2"/>
              <a:endCxn id="38" idx="0"/>
            </p:cNvCxnSpPr>
            <p:nvPr/>
          </p:nvCxnSpPr>
          <p:spPr>
            <a:xfrm flipH="1">
              <a:off x="5860665" y="4256461"/>
              <a:ext cx="2333" cy="472845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4DA59F-EF9F-7264-44B0-619A637988E5}"/>
                </a:ext>
              </a:extLst>
            </p:cNvPr>
            <p:cNvCxnSpPr>
              <a:stCxn id="27" idx="2"/>
              <a:endCxn id="37" idx="0"/>
            </p:cNvCxnSpPr>
            <p:nvPr/>
          </p:nvCxnSpPr>
          <p:spPr>
            <a:xfrm flipH="1">
              <a:off x="3882204" y="4256461"/>
              <a:ext cx="1980794" cy="472845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6C314F1-838C-F330-5530-49802B490DBA}"/>
                </a:ext>
              </a:extLst>
            </p:cNvPr>
            <p:cNvCxnSpPr>
              <a:stCxn id="27" idx="2"/>
              <a:endCxn id="39" idx="0"/>
            </p:cNvCxnSpPr>
            <p:nvPr/>
          </p:nvCxnSpPr>
          <p:spPr>
            <a:xfrm>
              <a:off x="5862998" y="4256461"/>
              <a:ext cx="1976128" cy="472845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AB73DAF-E915-DD53-24B1-7778B62D70AD}"/>
                </a:ext>
              </a:extLst>
            </p:cNvPr>
            <p:cNvGrpSpPr/>
            <p:nvPr/>
          </p:nvGrpSpPr>
          <p:grpSpPr>
            <a:xfrm rot="16200000">
              <a:off x="4006190" y="3710685"/>
              <a:ext cx="229373" cy="249720"/>
              <a:chOff x="7436434" y="3796093"/>
              <a:chExt cx="229373" cy="24972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56ECCC9-9EDE-10E5-4662-5F29AB678E28}"/>
                  </a:ext>
                </a:extLst>
              </p:cNvPr>
              <p:cNvSpPr/>
              <p:nvPr/>
            </p:nvSpPr>
            <p:spPr>
              <a:xfrm rot="16200000">
                <a:off x="7499258" y="3947943"/>
                <a:ext cx="99060" cy="96679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d-ID" sz="1000"/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79D0F12-5E14-EC81-1AC9-FF62CB77F9E8}"/>
                  </a:ext>
                </a:extLst>
              </p:cNvPr>
              <p:cNvCxnSpPr>
                <a:cxnSpLocks/>
                <a:stCxn id="44" idx="6"/>
              </p:cNvCxnSpPr>
              <p:nvPr/>
            </p:nvCxnSpPr>
            <p:spPr>
              <a:xfrm rot="16200000">
                <a:off x="7531968" y="3812913"/>
                <a:ext cx="150660" cy="1170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D832A0C-1347-F328-B686-83FA8DF0088B}"/>
                  </a:ext>
                </a:extLst>
              </p:cNvPr>
              <p:cNvCxnSpPr>
                <a:cxnSpLocks/>
                <a:stCxn id="44" idx="6"/>
              </p:cNvCxnSpPr>
              <p:nvPr/>
            </p:nvCxnSpPr>
            <p:spPr>
              <a:xfrm rot="16200000" flipV="1">
                <a:off x="7417282" y="3815246"/>
                <a:ext cx="150660" cy="11235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3BD45D5-7456-206E-C479-1CE58F7A621D}"/>
                </a:ext>
              </a:extLst>
            </p:cNvPr>
            <p:cNvCxnSpPr>
              <a:cxnSpLocks/>
            </p:cNvCxnSpPr>
            <p:nvPr/>
          </p:nvCxnSpPr>
          <p:spPr>
            <a:xfrm>
              <a:off x="5781402" y="2809439"/>
              <a:ext cx="15852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11045D7-F57C-6FF3-8CCF-9BCFF172F852}"/>
                </a:ext>
              </a:extLst>
            </p:cNvPr>
            <p:cNvCxnSpPr>
              <a:cxnSpLocks/>
            </p:cNvCxnSpPr>
            <p:nvPr/>
          </p:nvCxnSpPr>
          <p:spPr>
            <a:xfrm>
              <a:off x="5781402" y="2845158"/>
              <a:ext cx="15852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9134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01F1-6D8B-A1C9-315C-E4B2AF06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Transformasi</a:t>
            </a:r>
            <a:r>
              <a:rPr lang="en-US" dirty="0"/>
              <a:t> Ternary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3D57AA-4225-73F4-FCEF-4C9ECC7D2ACA}"/>
              </a:ext>
            </a:extLst>
          </p:cNvPr>
          <p:cNvGraphicFramePr>
            <a:graphicFrameLocks noGrp="1"/>
          </p:cNvGraphicFramePr>
          <p:nvPr/>
        </p:nvGraphicFramePr>
        <p:xfrm>
          <a:off x="4564615" y="1670261"/>
          <a:ext cx="3037956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652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1012652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1012652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d-ID" sz="1100" u="sng" dirty="0"/>
                        <a:t>ISBN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judul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sinopsis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1DB693F-CC49-1A29-7F1E-A81DEF04AA3E}"/>
              </a:ext>
            </a:extLst>
          </p:cNvPr>
          <p:cNvSpPr txBox="1"/>
          <p:nvPr/>
        </p:nvSpPr>
        <p:spPr>
          <a:xfrm>
            <a:off x="4481488" y="1403354"/>
            <a:ext cx="9092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>
                <a:solidFill>
                  <a:schemeClr val="tx1"/>
                </a:solidFill>
              </a:rPr>
              <a:t>Tabel Buku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7DB2FAF-F7F8-6080-172C-1DC418FA9D66}"/>
              </a:ext>
            </a:extLst>
          </p:cNvPr>
          <p:cNvGraphicFramePr>
            <a:graphicFrameLocks noGrp="1"/>
          </p:cNvGraphicFramePr>
          <p:nvPr/>
        </p:nvGraphicFramePr>
        <p:xfrm>
          <a:off x="851223" y="1670261"/>
          <a:ext cx="3037955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092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624211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1012652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d-ID" sz="1100" u="sng" dirty="0"/>
                        <a:t>ID_Anggota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judul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sinopsis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280DDE4-8F77-910D-B38A-AB85F176990C}"/>
              </a:ext>
            </a:extLst>
          </p:cNvPr>
          <p:cNvSpPr txBox="1"/>
          <p:nvPr/>
        </p:nvSpPr>
        <p:spPr>
          <a:xfrm>
            <a:off x="768096" y="1403354"/>
            <a:ext cx="1117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>
                <a:solidFill>
                  <a:schemeClr val="tx1"/>
                </a:solidFill>
              </a:rPr>
              <a:t>Tabel Anggota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D8D8B99-8B1F-3ABA-2771-3415944D4DE1}"/>
              </a:ext>
            </a:extLst>
          </p:cNvPr>
          <p:cNvGraphicFramePr>
            <a:graphicFrameLocks noGrp="1"/>
          </p:cNvGraphicFramePr>
          <p:nvPr/>
        </p:nvGraphicFramePr>
        <p:xfrm>
          <a:off x="859443" y="2830516"/>
          <a:ext cx="3029735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647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769109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918979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d-ID" sz="1100" u="sng" dirty="0"/>
                        <a:t>ID_Pustakawan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nama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alamat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7CABC9C-59AF-9658-3446-28441042E622}"/>
              </a:ext>
            </a:extLst>
          </p:cNvPr>
          <p:cNvSpPr txBox="1"/>
          <p:nvPr/>
        </p:nvSpPr>
        <p:spPr>
          <a:xfrm>
            <a:off x="776316" y="2563608"/>
            <a:ext cx="13516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>
                <a:solidFill>
                  <a:schemeClr val="tx1"/>
                </a:solidFill>
              </a:rPr>
              <a:t>Tabel Pustakawan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496A35E-CB87-A150-D181-73F3284AE0C3}"/>
              </a:ext>
            </a:extLst>
          </p:cNvPr>
          <p:cNvGraphicFramePr>
            <a:graphicFrameLocks noGrp="1"/>
          </p:cNvGraphicFramePr>
          <p:nvPr/>
        </p:nvGraphicFramePr>
        <p:xfrm>
          <a:off x="859443" y="3990770"/>
          <a:ext cx="6790320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708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703640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1539809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  <a:gridCol w="1131721">
                  <a:extLst>
                    <a:ext uri="{9D8B030D-6E8A-4147-A177-3AD203B41FA5}">
                      <a16:colId xmlns:a16="http://schemas.microsoft.com/office/drawing/2014/main" val="2023662658"/>
                    </a:ext>
                  </a:extLst>
                </a:gridCol>
                <a:gridCol w="1131721">
                  <a:extLst>
                    <a:ext uri="{9D8B030D-6E8A-4147-A177-3AD203B41FA5}">
                      <a16:colId xmlns:a16="http://schemas.microsoft.com/office/drawing/2014/main" val="2278173430"/>
                    </a:ext>
                  </a:extLst>
                </a:gridCol>
                <a:gridCol w="1131721">
                  <a:extLst>
                    <a:ext uri="{9D8B030D-6E8A-4147-A177-3AD203B41FA5}">
                      <a16:colId xmlns:a16="http://schemas.microsoft.com/office/drawing/2014/main" val="1358532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d-ID" sz="1100" u="sng" dirty="0"/>
                        <a:t>ID Anggota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ISBN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ID_Pustakawan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tgl_pinjam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tgl_kembali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denda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C51DF4A-0623-D03C-9BD8-82AE5E9C8511}"/>
              </a:ext>
            </a:extLst>
          </p:cNvPr>
          <p:cNvSpPr txBox="1"/>
          <p:nvPr/>
        </p:nvSpPr>
        <p:spPr>
          <a:xfrm>
            <a:off x="776316" y="3723863"/>
            <a:ext cx="13660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>
                <a:solidFill>
                  <a:schemeClr val="tx1"/>
                </a:solidFill>
              </a:rPr>
              <a:t>Tabel Peminjaman</a:t>
            </a:r>
          </a:p>
        </p:txBody>
      </p:sp>
    </p:spTree>
    <p:extLst>
      <p:ext uri="{BB962C8B-B14F-4D97-AF65-F5344CB8AC3E}">
        <p14:creationId xmlns:p14="http://schemas.microsoft.com/office/powerpoint/2010/main" val="3980004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DD13DC71-6A6F-A472-0DF6-4AAEFD16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873E2DF-65A7-E6B2-98E1-CAEE627DC5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/>
              <a:t>Mapping Cardinalities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39767690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18B52BEF-B047-B975-E30E-2FAD467A5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751BAFDB-78B0-8DE3-647F-5C55FA881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/>
              <a:t>Mapping Cardinalities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7B2811DE-52F2-EC18-E95A-F1296A026F6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97936"/>
            <a:ext cx="7703999" cy="3511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2000" dirty="0" err="1"/>
              <a:t>Menyatakan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jumlah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entitas</a:t>
            </a:r>
            <a:r>
              <a:rPr lang="en-ID" sz="2000" dirty="0"/>
              <a:t> yang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dikaitkan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lain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dirty="0"/>
              <a:t>Paling </a:t>
            </a:r>
            <a:r>
              <a:rPr lang="en-ID" sz="2000" dirty="0" err="1"/>
              <a:t>berguna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mendeskripsikan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biner (</a:t>
            </a:r>
            <a:r>
              <a:rPr lang="en-ID" sz="2000" b="1" i="1" dirty="0">
                <a:solidFill>
                  <a:srgbClr val="FF0000"/>
                </a:solidFill>
              </a:rPr>
              <a:t>binary relationship sets</a:t>
            </a:r>
            <a:r>
              <a:rPr lang="en-ID" sz="20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himpunan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relasi</a:t>
            </a:r>
            <a:r>
              <a:rPr lang="en-ID" sz="2000" b="1" dirty="0">
                <a:solidFill>
                  <a:srgbClr val="FFC000"/>
                </a:solidFill>
              </a:rPr>
              <a:t> biner</a:t>
            </a:r>
            <a:r>
              <a:rPr lang="en-ID" sz="2000" dirty="0"/>
              <a:t>, </a:t>
            </a:r>
            <a:r>
              <a:rPr lang="en-ID" sz="2000" dirty="0" err="1"/>
              <a:t>pemetaan</a:t>
            </a:r>
            <a:r>
              <a:rPr lang="en-ID" sz="2000" dirty="0"/>
              <a:t> </a:t>
            </a:r>
            <a:r>
              <a:rPr lang="en-ID" sz="2000" dirty="0" err="1"/>
              <a:t>kardinalitas</a:t>
            </a:r>
            <a:r>
              <a:rPr lang="en-ID" sz="2000" dirty="0"/>
              <a:t> </a:t>
            </a:r>
            <a:r>
              <a:rPr lang="en-ID" sz="2000" dirty="0" err="1"/>
              <a:t>harus</a:t>
            </a:r>
            <a:r>
              <a:rPr lang="en-ID" sz="2000" dirty="0"/>
              <a:t> </a:t>
            </a:r>
            <a:r>
              <a:rPr lang="en-ID" sz="2000" dirty="0" err="1"/>
              <a:t>merupakan</a:t>
            </a:r>
            <a:r>
              <a:rPr lang="en-ID" sz="2000" dirty="0"/>
              <a:t> salah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tipe</a:t>
            </a:r>
            <a:r>
              <a:rPr lang="en-ID" sz="2000" dirty="0"/>
              <a:t> </a:t>
            </a:r>
            <a:r>
              <a:rPr lang="en-ID" sz="2000" dirty="0" err="1"/>
              <a:t>berikut</a:t>
            </a:r>
            <a:r>
              <a:rPr lang="en-ID" sz="2000" dirty="0"/>
              <a:t>: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i="1" dirty="0"/>
              <a:t>One to one</a:t>
            </a:r>
            <a:r>
              <a:rPr lang="en-ID" sz="2000" dirty="0"/>
              <a:t> (Satu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satu</a:t>
            </a:r>
            <a:r>
              <a:rPr lang="en-ID" sz="2000" dirty="0"/>
              <a:t>)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i="1" dirty="0"/>
              <a:t>One to many</a:t>
            </a:r>
            <a:r>
              <a:rPr lang="en-ID" sz="2000" dirty="0"/>
              <a:t> (Satu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banyak</a:t>
            </a:r>
            <a:r>
              <a:rPr lang="en-ID" sz="2000" dirty="0"/>
              <a:t>)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i="1" dirty="0"/>
              <a:t>Many to one</a:t>
            </a:r>
            <a:r>
              <a:rPr lang="en-ID" sz="2000" dirty="0"/>
              <a:t> (Banyak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satu</a:t>
            </a:r>
            <a:r>
              <a:rPr lang="en-ID" sz="2000" dirty="0"/>
              <a:t>)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i="1" dirty="0"/>
              <a:t>Many to many</a:t>
            </a:r>
            <a:r>
              <a:rPr lang="en-ID" sz="2000" dirty="0"/>
              <a:t> (Banyak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banyak</a:t>
            </a:r>
            <a:r>
              <a:rPr lang="en-ID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8076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D93CE6D-51E8-31DE-AA0C-15156D984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A6BAA02-2702-A0B3-A096-0193B4DFCC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/>
              <a:t>Mapping Cardinalities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2F9E43-63F3-ED47-9C19-C215F26D3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363" y="989373"/>
            <a:ext cx="5671274" cy="386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220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A88C063B-C039-938D-0D45-FD082474B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9AA15FA-5229-9DB3-34EC-F3E3423F35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/>
              <a:t>Mapping Cardinalities effects ER Design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09F27D5B-3426-3B17-F024-81C0ED7C9E0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197936"/>
            <a:ext cx="7703999" cy="3511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1400" dirty="0"/>
              <a:t>Dapat </a:t>
            </a:r>
            <a:r>
              <a:rPr lang="en-ID" sz="1400" dirty="0" err="1"/>
              <a:t>menjadikan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access-date</a:t>
            </a:r>
            <a:r>
              <a:rPr lang="en-ID" sz="1400" dirty="0"/>
              <a:t> (</a:t>
            </a:r>
            <a:r>
              <a:rPr lang="en-ID" sz="1400" dirty="0" err="1"/>
              <a:t>tanggal</a:t>
            </a:r>
            <a:r>
              <a:rPr lang="en-ID" sz="1400" dirty="0"/>
              <a:t> </a:t>
            </a:r>
            <a:r>
              <a:rPr lang="en-ID" sz="1400" dirty="0" err="1"/>
              <a:t>akses</a:t>
            </a:r>
            <a:r>
              <a:rPr lang="en-ID" sz="1400" dirty="0"/>
              <a:t>)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account</a:t>
            </a:r>
            <a:r>
              <a:rPr lang="en-ID" sz="1400" dirty="0"/>
              <a:t> (</a:t>
            </a:r>
            <a:r>
              <a:rPr lang="en-ID" sz="1400" dirty="0" err="1"/>
              <a:t>rekening</a:t>
            </a:r>
            <a:r>
              <a:rPr lang="en-ID" sz="1400" dirty="0"/>
              <a:t>), </a:t>
            </a:r>
            <a:r>
              <a:rPr lang="en-ID" sz="1400" dirty="0" err="1"/>
              <a:t>alih-alih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atribut</a:t>
            </a:r>
            <a:r>
              <a:rPr lang="en-ID" sz="1400" b="1" dirty="0">
                <a:solidFill>
                  <a:srgbClr val="FFC000"/>
                </a:solidFill>
              </a:rPr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relasi</a:t>
            </a:r>
            <a:r>
              <a:rPr lang="en-ID" sz="1400" dirty="0"/>
              <a:t>, </a:t>
            </a:r>
            <a:r>
              <a:rPr lang="en-ID" sz="1400" dirty="0" err="1"/>
              <a:t>jika</a:t>
            </a:r>
            <a:r>
              <a:rPr lang="en-ID" sz="1400" dirty="0"/>
              <a:t> </a:t>
            </a: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ID" sz="1400" dirty="0" err="1"/>
              <a:t>rekening</a:t>
            </a:r>
            <a:r>
              <a:rPr lang="en-ID" sz="1400" dirty="0"/>
              <a:t> </a:t>
            </a:r>
            <a:r>
              <a:rPr lang="en-ID" sz="1400" dirty="0" err="1"/>
              <a:t>hanya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dimiliki</a:t>
            </a:r>
            <a:r>
              <a:rPr lang="en-ID" sz="1400" dirty="0"/>
              <a:t> oleh </a:t>
            </a:r>
            <a:r>
              <a:rPr lang="en-ID" sz="1400" b="1" dirty="0" err="1">
                <a:solidFill>
                  <a:srgbClr val="FFC000"/>
                </a:solidFill>
              </a:rPr>
              <a:t>satu</a:t>
            </a:r>
            <a:r>
              <a:rPr lang="en-ID" sz="1400" dirty="0"/>
              <a:t> </a:t>
            </a:r>
            <a:r>
              <a:rPr lang="en-ID" sz="1400" dirty="0" err="1"/>
              <a:t>nasabah</a:t>
            </a:r>
            <a:r>
              <a:rPr lang="en-ID" sz="1400" dirty="0"/>
              <a:t>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400" dirty="0" err="1"/>
              <a:t>Yaitu</a:t>
            </a:r>
            <a:r>
              <a:rPr lang="en-ID" sz="1400" dirty="0"/>
              <a:t>,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account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customer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0000"/>
                </a:solidFill>
              </a:rPr>
              <a:t>many to one</a:t>
            </a:r>
            <a:r>
              <a:rPr lang="en-ID" sz="1400" dirty="0"/>
              <a:t> (</a:t>
            </a:r>
            <a:r>
              <a:rPr lang="en-ID" sz="1400" dirty="0" err="1"/>
              <a:t>banyak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), 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setara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customer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account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0000"/>
                </a:solidFill>
              </a:rPr>
              <a:t>one to many</a:t>
            </a:r>
            <a:r>
              <a:rPr lang="en-ID" sz="1400" dirty="0"/>
              <a:t> (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ID" sz="2400"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8DF505D-8B36-744B-E2BD-7FB4B8540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593" t="11800" r="3009" b="12743"/>
          <a:stretch>
            <a:fillRect/>
          </a:stretch>
        </p:blipFill>
        <p:spPr bwMode="auto">
          <a:xfrm>
            <a:off x="2280573" y="2463341"/>
            <a:ext cx="4582854" cy="25813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050026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192C-9B30-9368-784D-5CE6BD4C8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Degree of </a:t>
            </a:r>
            <a:r>
              <a:rPr lang="en-US" sz="2000" dirty="0" err="1"/>
              <a:t>Relantionship</a:t>
            </a:r>
            <a:r>
              <a:rPr lang="en-US" sz="2000" dirty="0"/>
              <a:t> Set vs Mapping Cardinalities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8DA6A4-85F4-2BC8-DD20-87866CD4F4E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813575" y="1017725"/>
            <a:ext cx="7153755" cy="141358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D" sz="1600" dirty="0"/>
              <a:t>Dalam </a:t>
            </a:r>
            <a:r>
              <a:rPr lang="en-ID" sz="1600" dirty="0" err="1"/>
              <a:t>perancangan</a:t>
            </a:r>
            <a:r>
              <a:rPr lang="en-ID" sz="1600" dirty="0"/>
              <a:t> basis data (ER Model), </a:t>
            </a:r>
            <a:r>
              <a:rPr lang="en-ID" sz="1600" b="1" dirty="0">
                <a:solidFill>
                  <a:srgbClr val="FFC000"/>
                </a:solidFill>
              </a:rPr>
              <a:t>Degree of Relationship</a:t>
            </a:r>
            <a:r>
              <a:rPr lang="en-ID" sz="1600" dirty="0"/>
              <a:t> dan </a:t>
            </a:r>
            <a:r>
              <a:rPr lang="en-ID" sz="1600" b="1" dirty="0">
                <a:solidFill>
                  <a:srgbClr val="FFC000"/>
                </a:solidFill>
              </a:rPr>
              <a:t>Mapping Cardinalities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dua </a:t>
            </a:r>
            <a:r>
              <a:rPr lang="en-ID" sz="1600" dirty="0" err="1"/>
              <a:t>konsep</a:t>
            </a:r>
            <a:r>
              <a:rPr lang="en-ID" sz="1600" dirty="0"/>
              <a:t> yang </a:t>
            </a:r>
            <a:r>
              <a:rPr lang="en-ID" sz="1600" dirty="0" err="1"/>
              <a:t>sering</a:t>
            </a:r>
            <a:r>
              <a:rPr lang="en-ID" sz="1600" dirty="0"/>
              <a:t> </a:t>
            </a:r>
            <a:r>
              <a:rPr lang="en-ID" sz="1600" dirty="0" err="1"/>
              <a:t>membingungkan</a:t>
            </a:r>
            <a:r>
              <a:rPr lang="en-ID" sz="1600" dirty="0"/>
              <a:t> </a:t>
            </a:r>
            <a:r>
              <a:rPr lang="en-ID" sz="1600" dirty="0" err="1"/>
              <a:t>karena</a:t>
            </a:r>
            <a:r>
              <a:rPr lang="en-ID" sz="1600" dirty="0"/>
              <a:t> </a:t>
            </a:r>
            <a:r>
              <a:rPr lang="en-ID" sz="1600" dirty="0" err="1"/>
              <a:t>keduanya</a:t>
            </a:r>
            <a:r>
              <a:rPr lang="en-ID" sz="1600" dirty="0"/>
              <a:t> </a:t>
            </a:r>
            <a:r>
              <a:rPr lang="en-ID" sz="1600" dirty="0" err="1"/>
              <a:t>sama-sama</a:t>
            </a:r>
            <a:r>
              <a:rPr lang="en-ID" sz="1600" dirty="0"/>
              <a:t> </a:t>
            </a:r>
            <a:r>
              <a:rPr lang="en-ID" sz="1600" dirty="0" err="1"/>
              <a:t>membahas</a:t>
            </a:r>
            <a:r>
              <a:rPr lang="en-ID" sz="1600" dirty="0"/>
              <a:t> </a:t>
            </a:r>
            <a:r>
              <a:rPr lang="en-ID" sz="1600" dirty="0" err="1"/>
              <a:t>tentang</a:t>
            </a:r>
            <a:r>
              <a:rPr lang="en-ID" sz="1600" dirty="0"/>
              <a:t> "</a:t>
            </a:r>
            <a:r>
              <a:rPr lang="en-ID" sz="1600" b="1" dirty="0" err="1">
                <a:solidFill>
                  <a:srgbClr val="FF0000"/>
                </a:solidFill>
              </a:rPr>
              <a:t>jumlah</a:t>
            </a:r>
            <a:r>
              <a:rPr lang="en-ID" sz="1600" dirty="0"/>
              <a:t>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dirty="0" err="1"/>
              <a:t>Namun</a:t>
            </a:r>
            <a:r>
              <a:rPr lang="en-ID" sz="1600" dirty="0"/>
              <a:t>, </a:t>
            </a:r>
            <a:r>
              <a:rPr lang="en-ID" sz="1600" dirty="0" err="1"/>
              <a:t>keduanya</a:t>
            </a:r>
            <a:r>
              <a:rPr lang="en-ID" sz="1600" dirty="0"/>
              <a:t> </a:t>
            </a:r>
            <a:r>
              <a:rPr lang="en-ID" sz="1600" dirty="0" err="1"/>
              <a:t>melihat</a:t>
            </a:r>
            <a:r>
              <a:rPr lang="en-ID" sz="1600" dirty="0"/>
              <a:t> </a:t>
            </a:r>
            <a:r>
              <a:rPr lang="en-ID" sz="1600" dirty="0" err="1"/>
              <a:t>hubungan</a:t>
            </a:r>
            <a:r>
              <a:rPr lang="en-ID" sz="1600" dirty="0"/>
              <a:t> </a:t>
            </a:r>
            <a:r>
              <a:rPr lang="en-ID" sz="1600" dirty="0" err="1"/>
              <a:t>antar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sudut</a:t>
            </a:r>
            <a:r>
              <a:rPr lang="en-ID" sz="1600" dirty="0"/>
              <a:t> </a:t>
            </a:r>
            <a:r>
              <a:rPr lang="en-ID" sz="1600" dirty="0" err="1"/>
              <a:t>pandang</a:t>
            </a:r>
            <a:r>
              <a:rPr lang="en-ID" sz="1600" dirty="0"/>
              <a:t> yang </a:t>
            </a:r>
            <a:r>
              <a:rPr lang="en-ID" sz="1600" dirty="0" err="1"/>
              <a:t>berbeda</a:t>
            </a:r>
            <a:r>
              <a:rPr lang="en-ID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3155C1-F5C4-9FC6-1A8C-ADAB8F7C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629399"/>
              </p:ext>
            </p:extLst>
          </p:nvPr>
        </p:nvGraphicFramePr>
        <p:xfrm>
          <a:off x="1311349" y="2571749"/>
          <a:ext cx="6896986" cy="2126759"/>
        </p:xfrm>
        <a:graphic>
          <a:graphicData uri="http://schemas.openxmlformats.org/drawingml/2006/table">
            <a:tbl>
              <a:tblPr>
                <a:tableStyleId>{41DC9C12-13C3-427B-B50E-1C3D4F8C5AD2}</a:tableStyleId>
              </a:tblPr>
              <a:tblGrid>
                <a:gridCol w="979244">
                  <a:extLst>
                    <a:ext uri="{9D8B030D-6E8A-4147-A177-3AD203B41FA5}">
                      <a16:colId xmlns:a16="http://schemas.microsoft.com/office/drawing/2014/main" val="113312782"/>
                    </a:ext>
                  </a:extLst>
                </a:gridCol>
                <a:gridCol w="2593295">
                  <a:extLst>
                    <a:ext uri="{9D8B030D-6E8A-4147-A177-3AD203B41FA5}">
                      <a16:colId xmlns:a16="http://schemas.microsoft.com/office/drawing/2014/main" val="1393099310"/>
                    </a:ext>
                  </a:extLst>
                </a:gridCol>
                <a:gridCol w="3324447">
                  <a:extLst>
                    <a:ext uri="{9D8B030D-6E8A-4147-A177-3AD203B41FA5}">
                      <a16:colId xmlns:a16="http://schemas.microsoft.com/office/drawing/2014/main" val="2982477638"/>
                    </a:ext>
                  </a:extLst>
                </a:gridCol>
              </a:tblGrid>
              <a:tr h="23604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D" sz="1400" b="1" dirty="0">
                          <a:solidFill>
                            <a:srgbClr val="FF0000"/>
                          </a:solidFill>
                          <a:effectLst/>
                        </a:rPr>
                        <a:t>Fitur</a:t>
                      </a:r>
                    </a:p>
                  </a:txBody>
                  <a:tcPr marL="17013" marR="17013" marT="11342" marB="11342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D" sz="1400" b="1" dirty="0">
                          <a:solidFill>
                            <a:srgbClr val="FF0000"/>
                          </a:solidFill>
                          <a:effectLst/>
                        </a:rPr>
                        <a:t>Degree of Relationship</a:t>
                      </a:r>
                    </a:p>
                  </a:txBody>
                  <a:tcPr marL="17013" marR="17013" marT="11342" marB="11342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D" sz="1400" b="1" dirty="0">
                          <a:solidFill>
                            <a:srgbClr val="FF0000"/>
                          </a:solidFill>
                          <a:effectLst/>
                        </a:rPr>
                        <a:t>Mapping Cardinalities</a:t>
                      </a:r>
                    </a:p>
                  </a:txBody>
                  <a:tcPr marL="0" marR="0" marT="11342" marB="11342" anchor="b"/>
                </a:tc>
                <a:extLst>
                  <a:ext uri="{0D108BD9-81ED-4DB2-BD59-A6C34878D82A}">
                    <a16:rowId xmlns:a16="http://schemas.microsoft.com/office/drawing/2014/main" val="636407974"/>
                  </a:ext>
                </a:extLst>
              </a:tr>
              <a:tr h="45882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Fokus</a:t>
                      </a:r>
                      <a:endParaRPr lang="en-ID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013" marR="17013" marT="11342" marB="1134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Jumlah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tipe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entitas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tabel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) yang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terlibat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17013" marR="17013" marT="11342" marB="1134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Jumlah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kejadian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data (record) yang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terhubung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0" marR="0" marT="11342" marB="11342" anchor="b"/>
                </a:tc>
                <a:extLst>
                  <a:ext uri="{0D108BD9-81ED-4DB2-BD59-A6C34878D82A}">
                    <a16:rowId xmlns:a16="http://schemas.microsoft.com/office/drawing/2014/main" val="976130178"/>
                  </a:ext>
                </a:extLst>
              </a:tr>
              <a:tr h="53308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Pertanyaan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Kunci</a:t>
                      </a:r>
                      <a:endParaRPr lang="en-ID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013" marR="17013" marT="11342" marB="1134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>
                          <a:solidFill>
                            <a:schemeClr val="tx1"/>
                          </a:solidFill>
                          <a:effectLst/>
                        </a:rPr>
                        <a:t>Berapa banyak entitas yang ikut serta?</a:t>
                      </a:r>
                    </a:p>
                  </a:txBody>
                  <a:tcPr marL="17013" marR="17013" marT="11342" marB="1134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Berapa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banyak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hubungan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yang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dibolehkan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untuk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tiap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data?</a:t>
                      </a:r>
                    </a:p>
                  </a:txBody>
                  <a:tcPr marL="0" marR="0" marT="11342" marB="11342" anchor="b"/>
                </a:tc>
                <a:extLst>
                  <a:ext uri="{0D108BD9-81ED-4DB2-BD59-A6C34878D82A}">
                    <a16:rowId xmlns:a16="http://schemas.microsoft.com/office/drawing/2014/main" val="3851709214"/>
                  </a:ext>
                </a:extLst>
              </a:tr>
              <a:tr h="38456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Contoh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Istilah</a:t>
                      </a:r>
                    </a:p>
                  </a:txBody>
                  <a:tcPr marL="17013" marR="17013" marT="11342" marB="1134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>
                          <a:solidFill>
                            <a:schemeClr val="tx1"/>
                          </a:solidFill>
                          <a:effectLst/>
                        </a:rPr>
                        <a:t>Unary, Binary, Ternary, n-ary.</a:t>
                      </a:r>
                    </a:p>
                  </a:txBody>
                  <a:tcPr marL="17013" marR="17013" marT="11342" marB="1134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One-to-One, One-to-Many, Many-to-Many.</a:t>
                      </a:r>
                    </a:p>
                  </a:txBody>
                  <a:tcPr marL="0" marR="0" marT="11342" marB="11342" anchor="b"/>
                </a:tc>
                <a:extLst>
                  <a:ext uri="{0D108BD9-81ED-4DB2-BD59-A6C34878D82A}">
                    <a16:rowId xmlns:a16="http://schemas.microsoft.com/office/drawing/2014/main" val="3728954105"/>
                  </a:ext>
                </a:extLst>
              </a:tr>
              <a:tr h="38456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Tujuan</a:t>
                      </a:r>
                    </a:p>
                  </a:txBody>
                  <a:tcPr marL="17013" marR="17013" marT="11342" marB="1134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Menentukan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struktur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dasar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hubungan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17013" marR="17013" marT="11342" marB="1134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Menentukan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batasan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(constraint) </a:t>
                      </a:r>
                      <a:r>
                        <a:rPr lang="en-ID" sz="1400" dirty="0" err="1">
                          <a:solidFill>
                            <a:schemeClr val="tx1"/>
                          </a:solidFill>
                          <a:effectLst/>
                        </a:rPr>
                        <a:t>operasional</a:t>
                      </a:r>
                      <a:r>
                        <a:rPr lang="en-ID" sz="1400" dirty="0">
                          <a:solidFill>
                            <a:schemeClr val="tx1"/>
                          </a:solidFill>
                          <a:effectLst/>
                        </a:rPr>
                        <a:t> data.</a:t>
                      </a:r>
                    </a:p>
                  </a:txBody>
                  <a:tcPr marL="0" marR="0" marT="11342" marB="11342" anchor="b"/>
                </a:tc>
                <a:extLst>
                  <a:ext uri="{0D108BD9-81ED-4DB2-BD59-A6C34878D82A}">
                    <a16:rowId xmlns:a16="http://schemas.microsoft.com/office/drawing/2014/main" val="2166276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0471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B40CFCB-DBD3-5037-306C-CA4C0FF8A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3C5868C-897B-4DF0-1F74-291AA6C97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/>
              <a:t>ER Diagram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3BE251CD-3C50-F408-691C-91A010A9462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918493"/>
            <a:ext cx="7703999" cy="37204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1800" b="1" dirty="0" err="1">
                <a:solidFill>
                  <a:srgbClr val="FFC000"/>
                </a:solidFill>
              </a:rPr>
              <a:t>Persegi</a:t>
            </a:r>
            <a:r>
              <a:rPr lang="en-ID" sz="1800" b="1" dirty="0">
                <a:solidFill>
                  <a:srgbClr val="FFC000"/>
                </a:solidFill>
              </a:rPr>
              <a:t> Panjang</a:t>
            </a:r>
            <a:r>
              <a:rPr lang="en-ID" sz="1800" dirty="0"/>
              <a:t> </a:t>
            </a:r>
            <a:r>
              <a:rPr lang="en-ID" sz="1800" dirty="0" err="1"/>
              <a:t>mewakili</a:t>
            </a:r>
            <a:r>
              <a:rPr lang="en-ID" sz="1800" dirty="0"/>
              <a:t>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entitas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b="1" dirty="0">
                <a:solidFill>
                  <a:srgbClr val="FFC000"/>
                </a:solidFill>
              </a:rPr>
              <a:t>Belah Ketupat</a:t>
            </a:r>
            <a:r>
              <a:rPr lang="en-ID" sz="1800" dirty="0"/>
              <a:t> </a:t>
            </a:r>
            <a:r>
              <a:rPr lang="en-ID" sz="1800" dirty="0" err="1"/>
              <a:t>mewakili</a:t>
            </a:r>
            <a:r>
              <a:rPr lang="en-ID" sz="1800" dirty="0"/>
              <a:t>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b="1" dirty="0">
                <a:solidFill>
                  <a:srgbClr val="FFC000"/>
                </a:solidFill>
              </a:rPr>
              <a:t>Garis</a:t>
            </a:r>
            <a:r>
              <a:rPr lang="en-ID" sz="1800" dirty="0"/>
              <a:t> </a:t>
            </a:r>
            <a:r>
              <a:rPr lang="en-ID" sz="1800" dirty="0" err="1"/>
              <a:t>menghubungkan</a:t>
            </a:r>
            <a:r>
              <a:rPr lang="en-ID" sz="1800" dirty="0"/>
              <a:t> </a:t>
            </a:r>
            <a:r>
              <a:rPr lang="en-ID" sz="1800" dirty="0" err="1"/>
              <a:t>atribut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entitas</a:t>
            </a:r>
            <a:r>
              <a:rPr lang="en-ID" sz="1800" dirty="0"/>
              <a:t> dan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entitas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b="1" dirty="0" err="1">
                <a:solidFill>
                  <a:srgbClr val="FFC000"/>
                </a:solidFill>
              </a:rPr>
              <a:t>Elips</a:t>
            </a:r>
            <a:r>
              <a:rPr lang="en-ID" sz="1800" dirty="0"/>
              <a:t> </a:t>
            </a:r>
            <a:r>
              <a:rPr lang="en-ID" sz="1800" dirty="0" err="1"/>
              <a:t>mewakili</a:t>
            </a:r>
            <a:r>
              <a:rPr lang="en-ID" sz="1800" dirty="0"/>
              <a:t> </a:t>
            </a:r>
            <a:r>
              <a:rPr lang="en-ID" sz="1800" dirty="0" err="1"/>
              <a:t>atribut</a:t>
            </a:r>
            <a:r>
              <a:rPr lang="en-ID" sz="1800" dirty="0"/>
              <a:t>: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600" b="1" dirty="0" err="1">
                <a:solidFill>
                  <a:srgbClr val="FFC000"/>
                </a:solidFill>
              </a:rPr>
              <a:t>Elips</a:t>
            </a:r>
            <a:r>
              <a:rPr lang="en-ID" sz="1600" b="1" dirty="0">
                <a:solidFill>
                  <a:srgbClr val="FFC000"/>
                </a:solidFill>
              </a:rPr>
              <a:t> Ganda</a:t>
            </a:r>
            <a:r>
              <a:rPr lang="en-ID" sz="1600" dirty="0"/>
              <a:t> </a:t>
            </a:r>
            <a:r>
              <a:rPr lang="en-ID" sz="1600" dirty="0" err="1"/>
              <a:t>mewakili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bernilai</a:t>
            </a:r>
            <a:r>
              <a:rPr lang="en-ID" sz="1600" dirty="0"/>
              <a:t> </a:t>
            </a:r>
            <a:r>
              <a:rPr lang="en-ID" sz="1600" dirty="0" err="1"/>
              <a:t>banyak</a:t>
            </a:r>
            <a:r>
              <a:rPr lang="en-ID" sz="1600" dirty="0"/>
              <a:t> (</a:t>
            </a:r>
            <a:r>
              <a:rPr lang="en-ID" sz="1600" i="1" dirty="0"/>
              <a:t>multivalued attributes</a:t>
            </a:r>
            <a:r>
              <a:rPr lang="en-ID" sz="1600" dirty="0"/>
              <a:t>).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600" b="1" dirty="0" err="1">
                <a:solidFill>
                  <a:srgbClr val="FFC000"/>
                </a:solidFill>
              </a:rPr>
              <a:t>Elips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Putus-putus</a:t>
            </a:r>
            <a:r>
              <a:rPr lang="en-ID" sz="1600" dirty="0"/>
              <a:t> </a:t>
            </a:r>
            <a:r>
              <a:rPr lang="en-ID" sz="1600" dirty="0" err="1"/>
              <a:t>menunjukkan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turunan</a:t>
            </a:r>
            <a:r>
              <a:rPr lang="en-ID" sz="1600" dirty="0"/>
              <a:t> (</a:t>
            </a:r>
            <a:r>
              <a:rPr lang="en-ID" sz="1600" i="1" dirty="0"/>
              <a:t>derived attributes</a:t>
            </a:r>
            <a:r>
              <a:rPr lang="en-ID" sz="1600" dirty="0"/>
              <a:t>).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en-ID" sz="1800" b="1" dirty="0">
                <a:solidFill>
                  <a:srgbClr val="FFC000"/>
                </a:solidFill>
              </a:rPr>
              <a:t>Garis Bawah</a:t>
            </a:r>
            <a:r>
              <a:rPr lang="en-ID" sz="1800" dirty="0"/>
              <a:t> </a:t>
            </a:r>
            <a:r>
              <a:rPr lang="en-ID" sz="1800" dirty="0" err="1"/>
              <a:t>menunjukkan</a:t>
            </a:r>
            <a:r>
              <a:rPr lang="en-ID" sz="1800" dirty="0"/>
              <a:t> </a:t>
            </a:r>
            <a:r>
              <a:rPr lang="en-ID" sz="1800" dirty="0" err="1"/>
              <a:t>atribut</a:t>
            </a:r>
            <a:r>
              <a:rPr lang="en-ID" sz="1800" dirty="0"/>
              <a:t> </a:t>
            </a:r>
            <a:r>
              <a:rPr lang="en-ID" sz="1800" dirty="0" err="1"/>
              <a:t>kunci</a:t>
            </a:r>
            <a:r>
              <a:rPr lang="en-ID" sz="1800" dirty="0"/>
              <a:t> </a:t>
            </a:r>
            <a:r>
              <a:rPr lang="en-ID" sz="1800" dirty="0" err="1"/>
              <a:t>utama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i="1" dirty="0"/>
              <a:t>primary key</a:t>
            </a:r>
            <a:r>
              <a:rPr lang="en-ID" sz="1800" dirty="0"/>
              <a:t> (</a:t>
            </a:r>
            <a:r>
              <a:rPr lang="en-ID" sz="1800" dirty="0" err="1"/>
              <a:t>akan</a:t>
            </a:r>
            <a:r>
              <a:rPr lang="en-ID" sz="1800" dirty="0"/>
              <a:t> </a:t>
            </a:r>
            <a:r>
              <a:rPr lang="en-ID" sz="1800" dirty="0" err="1"/>
              <a:t>dipelajari</a:t>
            </a:r>
            <a:r>
              <a:rPr lang="en-ID" sz="1800" dirty="0"/>
              <a:t> </a:t>
            </a:r>
            <a:r>
              <a:rPr lang="en-ID" sz="1800" dirty="0" err="1"/>
              <a:t>nanti</a:t>
            </a:r>
            <a:r>
              <a:rPr lang="en-ID" sz="1800" dirty="0"/>
              <a:t>).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8189E495-1F98-310A-F60E-5B723A557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064" t="30733" r="1064" b="30733"/>
          <a:stretch>
            <a:fillRect/>
          </a:stretch>
        </p:blipFill>
        <p:spPr bwMode="auto">
          <a:xfrm>
            <a:off x="2103738" y="3570787"/>
            <a:ext cx="4936519" cy="1457711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2228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ED5B-0358-3ED7-1349-F0AB4C73D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55310"/>
            <a:ext cx="7704000" cy="572700"/>
          </a:xfrm>
        </p:spPr>
        <p:txBody>
          <a:bodyPr/>
          <a:lstStyle/>
          <a:p>
            <a:r>
              <a:rPr lang="en-US" sz="2800" dirty="0"/>
              <a:t>ER Diagram with Composite, Multivalued, and Derived Attributes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00F9D-7124-DF6A-5650-19C877B68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1BE9E56-D847-B077-4112-DBF6A714802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EB198DB-523E-E40A-0335-2404820B04C8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0A096DF-1D49-6C1B-4893-07D0CCC26D29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1EE3F210-3639-C0DE-4D91-12E8E1599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948" t="14647" r="1704" b="16919"/>
          <a:stretch>
            <a:fillRect/>
          </a:stretch>
        </p:blipFill>
        <p:spPr bwMode="auto">
          <a:xfrm>
            <a:off x="1090057" y="1342351"/>
            <a:ext cx="6384224" cy="336581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939466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DE432FF7-0AB8-B535-CCE0-D987E4A7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F0D87E1C-62CF-C49F-C7D7-ABB701498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/>
              <a:t>Roles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7B04A5EF-FDC2-BB56-5487-8FAB5505754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989373"/>
            <a:ext cx="8119201" cy="20515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ID" sz="1400" dirty="0" err="1"/>
              <a:t>Himpunan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harus</a:t>
            </a:r>
            <a:r>
              <a:rPr lang="en-ID" sz="1400" dirty="0"/>
              <a:t> </a:t>
            </a:r>
            <a:r>
              <a:rPr lang="en-ID" sz="1400" dirty="0" err="1"/>
              <a:t>berbeda</a:t>
            </a:r>
            <a:r>
              <a:rPr lang="en-ID" sz="1400" dirty="0"/>
              <a:t>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400" dirty="0"/>
              <a:t>Label "</a:t>
            </a:r>
            <a:r>
              <a:rPr lang="en-ID" sz="1400" b="1" dirty="0"/>
              <a:t>manager</a:t>
            </a:r>
            <a:r>
              <a:rPr lang="en-ID" sz="1400" dirty="0"/>
              <a:t>" (</a:t>
            </a:r>
            <a:r>
              <a:rPr lang="en-ID" sz="1400" dirty="0" err="1"/>
              <a:t>manajer</a:t>
            </a:r>
            <a:r>
              <a:rPr lang="en-ID" sz="1400" dirty="0"/>
              <a:t>) dan "</a:t>
            </a:r>
            <a:r>
              <a:rPr lang="en-ID" sz="1400" b="1" dirty="0"/>
              <a:t>worker</a:t>
            </a:r>
            <a:r>
              <a:rPr lang="en-ID" sz="1400" dirty="0"/>
              <a:t>" (</a:t>
            </a:r>
            <a:r>
              <a:rPr lang="en-ID" sz="1400" dirty="0" err="1"/>
              <a:t>pekerja</a:t>
            </a:r>
            <a:r>
              <a:rPr lang="en-ID" sz="1400" dirty="0"/>
              <a:t>) </a:t>
            </a:r>
            <a:r>
              <a:rPr lang="en-ID" sz="1400" dirty="0" err="1"/>
              <a:t>disebut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b="1" dirty="0" err="1"/>
              <a:t>peran</a:t>
            </a:r>
            <a:r>
              <a:rPr lang="en-ID" sz="1400" dirty="0"/>
              <a:t> (</a:t>
            </a:r>
            <a:r>
              <a:rPr lang="en-ID" sz="1400" i="1" dirty="0"/>
              <a:t>roles</a:t>
            </a:r>
            <a:r>
              <a:rPr lang="en-ID" sz="1400" dirty="0"/>
              <a:t>); label </a:t>
            </a:r>
            <a:r>
              <a:rPr lang="en-ID" sz="1400" dirty="0" err="1"/>
              <a:t>tersebut</a:t>
            </a:r>
            <a:r>
              <a:rPr lang="en-ID" sz="1400" dirty="0"/>
              <a:t> </a:t>
            </a:r>
            <a:r>
              <a:rPr lang="en-ID" sz="1400" dirty="0" err="1"/>
              <a:t>menentukan</a:t>
            </a:r>
            <a:r>
              <a:rPr lang="en-ID" sz="1400" dirty="0"/>
              <a:t> </a:t>
            </a:r>
            <a:r>
              <a:rPr lang="en-ID" sz="1400" dirty="0" err="1"/>
              <a:t>bagaimana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dirty="0" err="1"/>
              <a:t>karyawan</a:t>
            </a:r>
            <a:r>
              <a:rPr lang="en-ID" sz="1400" dirty="0"/>
              <a:t> (</a:t>
            </a:r>
            <a:r>
              <a:rPr lang="en-ID" sz="1400" i="1" dirty="0"/>
              <a:t>employee</a:t>
            </a:r>
            <a:r>
              <a:rPr lang="en-ID" sz="1400" dirty="0"/>
              <a:t>) </a:t>
            </a:r>
            <a:r>
              <a:rPr lang="en-ID" sz="1400" dirty="0" err="1"/>
              <a:t>berinteraksi</a:t>
            </a:r>
            <a:r>
              <a:rPr lang="en-ID" sz="1400" dirty="0"/>
              <a:t> </a:t>
            </a:r>
            <a:r>
              <a:rPr lang="en-ID" sz="1400" dirty="0" err="1"/>
              <a:t>melalui</a:t>
            </a:r>
            <a:r>
              <a:rPr lang="en-ID" sz="1400" dirty="0"/>
              <a:t> </a:t>
            </a:r>
            <a:r>
              <a:rPr lang="en-ID" sz="1400" dirty="0" err="1"/>
              <a:t>himpunan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b="1" i="1" dirty="0"/>
              <a:t>works-for</a:t>
            </a:r>
            <a:r>
              <a:rPr lang="en-ID" sz="1400" dirty="0"/>
              <a:t> (</a:t>
            </a:r>
            <a:r>
              <a:rPr lang="en-ID" sz="1400" dirty="0" err="1"/>
              <a:t>bekerja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).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400" dirty="0"/>
              <a:t>Peran </a:t>
            </a:r>
            <a:r>
              <a:rPr lang="en-ID" sz="1400" dirty="0" err="1"/>
              <a:t>ditunjukkan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diagram E-R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memberi</a:t>
            </a:r>
            <a:r>
              <a:rPr lang="en-ID" sz="1400" dirty="0"/>
              <a:t> label pada garis yang </a:t>
            </a:r>
            <a:r>
              <a:rPr lang="en-ID" sz="1400" dirty="0" err="1"/>
              <a:t>menghubungkan</a:t>
            </a:r>
            <a:r>
              <a:rPr lang="en-ID" sz="1400" dirty="0"/>
              <a:t> </a:t>
            </a:r>
            <a:r>
              <a:rPr lang="en-ID" sz="1400" dirty="0" err="1"/>
              <a:t>belah</a:t>
            </a:r>
            <a:r>
              <a:rPr lang="en-ID" sz="1400" dirty="0"/>
              <a:t> ketupat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persegi</a:t>
            </a:r>
            <a:r>
              <a:rPr lang="en-ID" sz="1400" dirty="0"/>
              <a:t> </a:t>
            </a:r>
            <a:r>
              <a:rPr lang="en-ID" sz="1400" dirty="0" err="1"/>
              <a:t>panjang</a:t>
            </a:r>
            <a:r>
              <a:rPr lang="en-ID" sz="1400" dirty="0"/>
              <a:t>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400" dirty="0"/>
              <a:t>Label </a:t>
            </a:r>
            <a:r>
              <a:rPr lang="en-ID" sz="1400" dirty="0" err="1"/>
              <a:t>peran</a:t>
            </a:r>
            <a:r>
              <a:rPr lang="en-ID" sz="1400" dirty="0"/>
              <a:t> </a:t>
            </a:r>
            <a:r>
              <a:rPr lang="en-ID" sz="1400" dirty="0" err="1"/>
              <a:t>bersifat</a:t>
            </a:r>
            <a:r>
              <a:rPr lang="en-ID" sz="1400" dirty="0"/>
              <a:t> </a:t>
            </a:r>
            <a:r>
              <a:rPr lang="en-ID" sz="1400" dirty="0" err="1"/>
              <a:t>opsional</a:t>
            </a:r>
            <a:r>
              <a:rPr lang="en-ID" sz="1400" dirty="0"/>
              <a:t>, dan </a:t>
            </a:r>
            <a:r>
              <a:rPr lang="en-ID" sz="1400" dirty="0" err="1"/>
              <a:t>digunakan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memperjelas</a:t>
            </a:r>
            <a:r>
              <a:rPr lang="en-ID" sz="1400" dirty="0"/>
              <a:t> </a:t>
            </a:r>
            <a:r>
              <a:rPr lang="en-ID" sz="1400" dirty="0" err="1"/>
              <a:t>semantik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suatu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D82C87E-4526-C5AF-8452-40DAA5212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68" t="22791" r="2357" b="23051"/>
          <a:stretch>
            <a:fillRect/>
          </a:stretch>
        </p:blipFill>
        <p:spPr bwMode="auto">
          <a:xfrm>
            <a:off x="2523461" y="3136777"/>
            <a:ext cx="4206322" cy="178161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31348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A695B421-6148-DC94-E7DA-3F4A7DD4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7180BD4-06B1-0F10-CE5D-71A121612D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Cardinality Constraints</a:t>
            </a:r>
            <a:endParaRPr lang="en-ID" b="1"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6089CA3B-D1B0-33EA-A448-392721660C2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989373"/>
            <a:ext cx="8119201" cy="20515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ID" dirty="0"/>
              <a:t>Kita </a:t>
            </a:r>
            <a:r>
              <a:rPr lang="en-ID" dirty="0" err="1"/>
              <a:t>menyatakan</a:t>
            </a:r>
            <a:r>
              <a:rPr lang="en-ID" dirty="0"/>
              <a:t> </a:t>
            </a:r>
            <a:r>
              <a:rPr lang="en-ID" dirty="0" err="1"/>
              <a:t>batasan</a:t>
            </a:r>
            <a:r>
              <a:rPr lang="en-ID" dirty="0"/>
              <a:t> </a:t>
            </a:r>
            <a:r>
              <a:rPr lang="en-ID" dirty="0" err="1"/>
              <a:t>kardinalitas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menggambar</a:t>
            </a:r>
            <a:r>
              <a:rPr lang="en-ID" dirty="0"/>
              <a:t> garis </a:t>
            </a:r>
            <a:r>
              <a:rPr lang="en-ID" dirty="0" err="1"/>
              <a:t>berarah</a:t>
            </a:r>
            <a:r>
              <a:rPr lang="en-ID" dirty="0"/>
              <a:t> (</a:t>
            </a:r>
            <a:r>
              <a:rPr lang="en-US" dirty="0">
                <a:sym typeface="Symbol" pitchFamily="18" charset="2"/>
              </a:rPr>
              <a:t></a:t>
            </a:r>
            <a:r>
              <a:rPr lang="en-ID" dirty="0"/>
              <a:t>), yang </a:t>
            </a:r>
            <a:r>
              <a:rPr lang="en-ID" dirty="0" err="1"/>
              <a:t>menandakan</a:t>
            </a:r>
            <a:r>
              <a:rPr lang="en-ID" dirty="0"/>
              <a:t> "</a:t>
            </a:r>
            <a:r>
              <a:rPr lang="en-ID" b="1" dirty="0" err="1"/>
              <a:t>satu</a:t>
            </a:r>
            <a:r>
              <a:rPr lang="en-ID" dirty="0"/>
              <a:t> (</a:t>
            </a:r>
            <a:r>
              <a:rPr lang="en-ID" i="1" dirty="0"/>
              <a:t>one</a:t>
            </a:r>
            <a:r>
              <a:rPr lang="en-ID" dirty="0"/>
              <a:t>)," </a:t>
            </a:r>
            <a:r>
              <a:rPr lang="en-ID" dirty="0" err="1"/>
              <a:t>atau</a:t>
            </a:r>
            <a:r>
              <a:rPr lang="en-ID" dirty="0"/>
              <a:t> garis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(—), yang </a:t>
            </a:r>
            <a:r>
              <a:rPr lang="en-ID" dirty="0" err="1"/>
              <a:t>menandakan</a:t>
            </a:r>
            <a:r>
              <a:rPr lang="en-ID" dirty="0"/>
              <a:t> "</a:t>
            </a:r>
            <a:r>
              <a:rPr lang="en-ID" b="1" dirty="0" err="1"/>
              <a:t>banyak</a:t>
            </a:r>
            <a:r>
              <a:rPr lang="en-ID" dirty="0"/>
              <a:t> (</a:t>
            </a:r>
            <a:r>
              <a:rPr lang="en-ID" i="1" dirty="0"/>
              <a:t>many</a:t>
            </a:r>
            <a:r>
              <a:rPr lang="en-ID" dirty="0"/>
              <a:t>)," di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himpunan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dan </a:t>
            </a:r>
            <a:r>
              <a:rPr lang="en-ID" dirty="0" err="1"/>
              <a:t>himpunan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Relasi</a:t>
            </a:r>
            <a:r>
              <a:rPr lang="en-ID" b="1" dirty="0"/>
              <a:t> </a:t>
            </a:r>
            <a:r>
              <a:rPr lang="en-ID" b="1" i="1" dirty="0"/>
              <a:t>One-to-one</a:t>
            </a:r>
            <a:r>
              <a:rPr lang="en-ID" b="1" dirty="0"/>
              <a:t> (Satu-</a:t>
            </a:r>
            <a:r>
              <a:rPr lang="en-ID" b="1" dirty="0" err="1"/>
              <a:t>ke</a:t>
            </a:r>
            <a:r>
              <a:rPr lang="en-ID" b="1" dirty="0"/>
              <a:t>-</a:t>
            </a:r>
            <a:r>
              <a:rPr lang="en-ID" b="1" dirty="0" err="1"/>
              <a:t>satu</a:t>
            </a:r>
            <a:r>
              <a:rPr lang="en-ID" b="1" dirty="0"/>
              <a:t>):</a:t>
            </a:r>
            <a:endParaRPr lang="en-ID" dirty="0"/>
          </a:p>
          <a:p>
            <a:pPr lvl="1" algn="l">
              <a:buFont typeface="Wingdings" pitchFamily="2" charset="2"/>
              <a:buChar char="Ø"/>
            </a:pPr>
            <a:r>
              <a:rPr lang="en-ID" dirty="0"/>
              <a:t>(Gambar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tanda</a:t>
            </a:r>
            <a:r>
              <a:rPr lang="en-ID" dirty="0"/>
              <a:t> </a:t>
            </a:r>
            <a:r>
              <a:rPr lang="en-ID" dirty="0" err="1"/>
              <a:t>panah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b="1" i="1" dirty="0"/>
              <a:t>customer</a:t>
            </a:r>
            <a:r>
              <a:rPr lang="en-ID" dirty="0"/>
              <a:t> dan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b="1" i="1" dirty="0"/>
              <a:t>loan</a:t>
            </a:r>
            <a:r>
              <a:rPr lang="en-ID" dirty="0"/>
              <a:t>, yang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 </a:t>
            </a:r>
            <a:r>
              <a:rPr lang="en-ID" dirty="0" err="1"/>
              <a:t>dikaitkan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paling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pinjaman</a:t>
            </a:r>
            <a:r>
              <a:rPr lang="en-ID" dirty="0"/>
              <a:t>, dan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pinjaman</a:t>
            </a:r>
            <a:r>
              <a:rPr lang="en-ID" dirty="0"/>
              <a:t> </a:t>
            </a:r>
            <a:r>
              <a:rPr lang="en-ID" dirty="0" err="1"/>
              <a:t>dikaitkan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paling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).</a:t>
            </a:r>
          </a:p>
          <a:p>
            <a:pPr lvl="1" algn="l">
              <a:buFont typeface="Wingdings" pitchFamily="2" charset="2"/>
              <a:buChar char="Ø"/>
            </a:pPr>
            <a:endParaRPr lang="en-ID" dirty="0"/>
          </a:p>
          <a:p>
            <a:pPr lvl="1" algn="l">
              <a:buFont typeface="Wingdings" pitchFamily="2" charset="2"/>
              <a:buChar char="Ø"/>
            </a:pPr>
            <a:endParaRPr lang="en-ID" dirty="0"/>
          </a:p>
          <a:p>
            <a:pPr lvl="1" algn="l">
              <a:buFont typeface="Wingdings" pitchFamily="2" charset="2"/>
              <a:buChar char="Ø"/>
            </a:pPr>
            <a:endParaRPr lang="en-ID" dirty="0"/>
          </a:p>
          <a:p>
            <a:pPr lvl="1" algn="l">
              <a:buFont typeface="Wingdings" pitchFamily="2" charset="2"/>
              <a:buChar char="Ø"/>
            </a:pPr>
            <a:endParaRPr lang="en-ID" dirty="0"/>
          </a:p>
          <a:p>
            <a:pPr lvl="1" algn="l">
              <a:buFont typeface="Wingdings" pitchFamily="2" charset="2"/>
              <a:buChar char="Ø"/>
            </a:pPr>
            <a:endParaRPr lang="en-ID" dirty="0"/>
          </a:p>
          <a:p>
            <a:pPr lvl="1" algn="l">
              <a:buFont typeface="Wingdings" pitchFamily="2" charset="2"/>
              <a:buChar char="Ø"/>
            </a:pP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Relasi</a:t>
            </a:r>
            <a:r>
              <a:rPr lang="en-ID" b="1" dirty="0"/>
              <a:t> </a:t>
            </a:r>
            <a:r>
              <a:rPr lang="en-ID" b="1" i="1" dirty="0"/>
              <a:t>One-to-many</a:t>
            </a:r>
            <a:r>
              <a:rPr lang="en-ID" b="1" dirty="0"/>
              <a:t> (Satu-</a:t>
            </a:r>
            <a:r>
              <a:rPr lang="en-ID" b="1" dirty="0" err="1"/>
              <a:t>ke</a:t>
            </a:r>
            <a:r>
              <a:rPr lang="en-ID" b="1" dirty="0"/>
              <a:t>-</a:t>
            </a:r>
            <a:r>
              <a:rPr lang="en-ID" b="1" dirty="0" err="1"/>
              <a:t>banyak</a:t>
            </a:r>
            <a:r>
              <a:rPr lang="en-ID" b="1" dirty="0"/>
              <a:t>):</a:t>
            </a:r>
            <a:endParaRPr lang="en-ID" dirty="0"/>
          </a:p>
          <a:p>
            <a:pPr lvl="1" algn="l">
              <a:buFont typeface="Wingdings" pitchFamily="2" charset="2"/>
              <a:buChar char="Ø"/>
            </a:pPr>
            <a:r>
              <a:rPr lang="en-ID" dirty="0"/>
              <a:t>(Gambar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tanda</a:t>
            </a:r>
            <a:r>
              <a:rPr lang="en-ID" dirty="0"/>
              <a:t> </a:t>
            </a:r>
            <a:r>
              <a:rPr lang="en-ID" dirty="0" err="1"/>
              <a:t>panah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b="1" i="1" dirty="0"/>
              <a:t>customer</a:t>
            </a:r>
            <a:r>
              <a:rPr lang="en-ID" dirty="0"/>
              <a:t> dan garis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b="1" i="1" dirty="0"/>
              <a:t>loan</a:t>
            </a:r>
            <a:r>
              <a:rPr lang="en-ID" dirty="0"/>
              <a:t>, yang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pinjaman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pinjaman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dikaitkan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).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06A3E3C-B7FD-F5B7-2667-EFD8531BA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6525" t="63831" r="16737" b="5560"/>
          <a:stretch>
            <a:fillRect/>
          </a:stretch>
        </p:blipFill>
        <p:spPr bwMode="auto">
          <a:xfrm>
            <a:off x="4207317" y="2055515"/>
            <a:ext cx="3260651" cy="112144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3B331497-C90A-9CE3-177D-FD461F8A8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6525" t="847" r="16737" b="72424"/>
          <a:stretch>
            <a:fillRect/>
          </a:stretch>
        </p:blipFill>
        <p:spPr bwMode="auto">
          <a:xfrm>
            <a:off x="4288465" y="4095184"/>
            <a:ext cx="3179503" cy="955156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73899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7572" y="371475"/>
            <a:ext cx="6085284" cy="342900"/>
          </a:xfrm>
        </p:spPr>
        <p:txBody>
          <a:bodyPr>
            <a:normAutofit fontScale="90000"/>
          </a:bodyPr>
          <a:lstStyle/>
          <a:p>
            <a:r>
              <a:rPr lang="en-US"/>
              <a:t>Cardinality Constraints (Cont.)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/>
          <a:srcRect l="16525" t="31747" r="16737" b="39993"/>
          <a:stretch>
            <a:fillRect/>
          </a:stretch>
        </p:blipFill>
        <p:spPr bwMode="auto">
          <a:xfrm>
            <a:off x="2425303" y="1306116"/>
            <a:ext cx="4423172" cy="140493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634729" y="937023"/>
            <a:ext cx="5886450" cy="316706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/>
              <a:t>Many-to-one relationship:</a:t>
            </a:r>
          </a:p>
        </p:txBody>
      </p:sp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4" cstate="print"/>
          <a:srcRect l="1064" t="30733" r="1064" b="30733"/>
          <a:stretch>
            <a:fillRect/>
          </a:stretch>
        </p:blipFill>
        <p:spPr bwMode="auto">
          <a:xfrm>
            <a:off x="2408635" y="3207544"/>
            <a:ext cx="4421981" cy="1306116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8B00-EDEA-4F04-8E98-DE995092ABC0}" type="datetime1">
              <a:rPr lang="en-US" smtClean="0"/>
              <a:pPr/>
              <a:t>2/25/26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A008-1658-481F-B325-0100205FD83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 Modeling (Taken from the slides of the original books and modified by TW)</a:t>
            </a:r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7954150-D717-48BD-22CA-4CA10A1E845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800946"/>
            <a:ext cx="5886450" cy="316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800" dirty="0"/>
              <a:t>Many-to-many relationship: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F7742649-CFAC-ACE6-908A-5F9A7A04D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22D4172-6732-BC3A-7835-404ED82494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Participation of an Entity Set in a Relationship Set</a:t>
            </a:r>
            <a:endParaRPr lang="en-ID" sz="2400" b="1"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52ADCE3B-09FB-3CC3-AC42-492C4B1095E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989373"/>
            <a:ext cx="8119201" cy="20515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ID" sz="1600" b="1" dirty="0" err="1"/>
              <a:t>Partisipasi</a:t>
            </a:r>
            <a:r>
              <a:rPr lang="en-ID" sz="1600" b="1" dirty="0"/>
              <a:t> </a:t>
            </a:r>
            <a:r>
              <a:rPr lang="en-ID" sz="1600" b="1" dirty="0" err="1"/>
              <a:t>Himpunan</a:t>
            </a:r>
            <a:r>
              <a:rPr lang="en-ID" sz="1600" b="1" dirty="0"/>
              <a:t> </a:t>
            </a:r>
            <a:r>
              <a:rPr lang="en-ID" sz="1600" b="1" dirty="0" err="1"/>
              <a:t>Entitas</a:t>
            </a:r>
            <a:r>
              <a:rPr lang="en-ID" sz="1600" b="1" dirty="0"/>
              <a:t>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 err="1"/>
              <a:t>Himpunan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r>
              <a:rPr lang="en-ID" sz="1600" b="1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b="1" dirty="0" err="1">
                <a:solidFill>
                  <a:srgbClr val="FFC000"/>
                </a:solidFill>
              </a:rPr>
              <a:t>Partisipasi</a:t>
            </a:r>
            <a:r>
              <a:rPr lang="en-ID" sz="1600" b="1" dirty="0">
                <a:solidFill>
                  <a:srgbClr val="FFC000"/>
                </a:solidFill>
              </a:rPr>
              <a:t> Total</a:t>
            </a:r>
            <a:r>
              <a:rPr lang="en-ID" sz="1600" dirty="0"/>
              <a:t> (</a:t>
            </a:r>
            <a:r>
              <a:rPr lang="en-ID" sz="1600" dirty="0" err="1"/>
              <a:t>ditunjukkan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garis </a:t>
            </a:r>
            <a:r>
              <a:rPr lang="en-ID" sz="1600" b="1" dirty="0" err="1">
                <a:solidFill>
                  <a:srgbClr val="FFC000"/>
                </a:solidFill>
              </a:rPr>
              <a:t>ganda</a:t>
            </a:r>
            <a:r>
              <a:rPr lang="en-ID" sz="1600" dirty="0"/>
              <a:t>): </a:t>
            </a: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berpartisipasi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setidaknya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satu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relasi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.</a:t>
            </a:r>
          </a:p>
          <a:p>
            <a:pPr marL="895350" lvl="1" indent="-268288" algn="l">
              <a:buFont typeface="Wingdings" pitchFamily="2" charset="2"/>
              <a:buChar char="Ø"/>
            </a:pPr>
            <a:r>
              <a:rPr lang="en-ID" sz="1600" dirty="0" err="1"/>
              <a:t>Contoh</a:t>
            </a:r>
            <a:r>
              <a:rPr lang="en-ID" sz="1600" dirty="0"/>
              <a:t>: </a:t>
            </a:r>
            <a:r>
              <a:rPr lang="en-ID" sz="1600" dirty="0" err="1"/>
              <a:t>partisipasi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loan</a:t>
            </a:r>
            <a:r>
              <a:rPr lang="en-ID" sz="1600" dirty="0"/>
              <a:t> (</a:t>
            </a:r>
            <a:r>
              <a:rPr lang="en-ID" sz="1600" dirty="0" err="1"/>
              <a:t>pinjaman</a:t>
            </a:r>
            <a:r>
              <a:rPr lang="en-ID" sz="1600" dirty="0"/>
              <a:t>)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borrower</a:t>
            </a:r>
            <a:r>
              <a:rPr lang="en-ID" sz="1600" dirty="0"/>
              <a:t> (</a:t>
            </a:r>
            <a:r>
              <a:rPr lang="en-ID" sz="1600" dirty="0" err="1"/>
              <a:t>peminjam</a:t>
            </a:r>
            <a:r>
              <a:rPr lang="en-ID" sz="1600" dirty="0"/>
              <a:t>) </a:t>
            </a:r>
            <a:r>
              <a:rPr lang="en-ID" sz="1600" dirty="0" err="1"/>
              <a:t>bersifat</a:t>
            </a:r>
            <a:r>
              <a:rPr lang="en-ID" sz="1600" dirty="0"/>
              <a:t> total.</a:t>
            </a:r>
          </a:p>
          <a:p>
            <a:pPr marL="895350" lvl="2" indent="-268288" algn="l">
              <a:buFont typeface="Wingdings" pitchFamily="2" charset="2"/>
              <a:buChar char="Ø"/>
            </a:pP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pinjaman</a:t>
            </a:r>
            <a:r>
              <a:rPr lang="en-ID" sz="1600" dirty="0"/>
              <a:t>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memiliki</a:t>
            </a:r>
            <a:r>
              <a:rPr lang="en-ID" sz="1600" dirty="0"/>
              <a:t> </a:t>
            </a:r>
            <a:r>
              <a:rPr lang="en-ID" sz="1600" dirty="0" err="1"/>
              <a:t>nasabah</a:t>
            </a:r>
            <a:r>
              <a:rPr lang="en-ID" sz="1600" dirty="0"/>
              <a:t>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dengannya</a:t>
            </a:r>
            <a:r>
              <a:rPr lang="en-ID" sz="1600" dirty="0"/>
              <a:t> </a:t>
            </a:r>
            <a:r>
              <a:rPr lang="en-ID" sz="1600" dirty="0" err="1"/>
              <a:t>melalui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peminjam</a:t>
            </a:r>
            <a:r>
              <a:rPr lang="en-ID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b="1" dirty="0" err="1">
                <a:solidFill>
                  <a:srgbClr val="FFC000"/>
                </a:solidFill>
              </a:rPr>
              <a:t>Partisipasi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Parsial</a:t>
            </a:r>
            <a:r>
              <a:rPr lang="en-ID" sz="1600" dirty="0"/>
              <a:t>: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mungkin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berpartisipasi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apa</a:t>
            </a:r>
            <a:r>
              <a:rPr lang="en-ID" sz="1600" dirty="0"/>
              <a:t> pun di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.</a:t>
            </a:r>
          </a:p>
          <a:p>
            <a:pPr lvl="1" algn="l">
              <a:buFont typeface="Wingdings" pitchFamily="2" charset="2"/>
              <a:buChar char="Ø"/>
            </a:pPr>
            <a:r>
              <a:rPr lang="en-ID" sz="1600" dirty="0" err="1"/>
              <a:t>Contoh</a:t>
            </a:r>
            <a:r>
              <a:rPr lang="en-ID" sz="1600" dirty="0"/>
              <a:t>: </a:t>
            </a:r>
            <a:r>
              <a:rPr lang="en-ID" sz="1600" dirty="0" err="1"/>
              <a:t>partisipasi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customer</a:t>
            </a:r>
            <a:r>
              <a:rPr lang="en-ID" sz="1600" dirty="0"/>
              <a:t> (</a:t>
            </a:r>
            <a:r>
              <a:rPr lang="en-ID" sz="1600" dirty="0" err="1"/>
              <a:t>nasabah</a:t>
            </a:r>
            <a:r>
              <a:rPr lang="en-ID" sz="1600" dirty="0"/>
              <a:t>)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borrower</a:t>
            </a:r>
            <a:r>
              <a:rPr lang="en-ID" sz="1600" dirty="0"/>
              <a:t> (</a:t>
            </a:r>
            <a:r>
              <a:rPr lang="en-ID" sz="1600" dirty="0" err="1"/>
              <a:t>peminjam</a:t>
            </a:r>
            <a:r>
              <a:rPr lang="en-ID" sz="1600" dirty="0"/>
              <a:t>) </a:t>
            </a:r>
            <a:r>
              <a:rPr lang="en-ID" sz="1600" dirty="0" err="1"/>
              <a:t>bersifat</a:t>
            </a:r>
            <a:r>
              <a:rPr lang="en-ID" sz="1600" dirty="0"/>
              <a:t> </a:t>
            </a:r>
            <a:r>
              <a:rPr lang="en-ID" sz="1600" dirty="0" err="1"/>
              <a:t>parsial</a:t>
            </a:r>
            <a:r>
              <a:rPr lang="en-ID" sz="1600" dirty="0"/>
              <a:t>.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670B654-8A14-6F32-629B-4F96A6CCD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141" t="32826" r="978" b="34566"/>
          <a:stretch>
            <a:fillRect/>
          </a:stretch>
        </p:blipFill>
        <p:spPr bwMode="auto">
          <a:xfrm>
            <a:off x="2743200" y="3461462"/>
            <a:ext cx="6096000" cy="152314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061019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685925" y="202416"/>
            <a:ext cx="6057900" cy="759619"/>
          </a:xfrm>
        </p:spPr>
        <p:txBody>
          <a:bodyPr>
            <a:normAutofit fontScale="90000"/>
          </a:bodyPr>
          <a:lstStyle/>
          <a:p>
            <a:r>
              <a:rPr lang="en-US"/>
              <a:t>Alternative Notation for Cardinality Limits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 l="1701" t="30498" r="1323" b="29489"/>
          <a:stretch>
            <a:fillRect/>
          </a:stretch>
        </p:blipFill>
        <p:spPr bwMode="auto">
          <a:xfrm>
            <a:off x="1524000" y="2062173"/>
            <a:ext cx="6148388" cy="1902619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843087" y="1168014"/>
            <a:ext cx="5767388" cy="1434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sz="1800" dirty="0">
                <a:solidFill>
                  <a:schemeClr val="tx1"/>
                </a:solidFill>
                <a:latin typeface="Helvetica" pitchFamily="34" charset="0"/>
              </a:rPr>
              <a:t>Cardinality limits can also express participation constraints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813B-1960-40FE-A484-CCC105849B02}" type="datetime1">
              <a:rPr lang="en-US" smtClean="0"/>
              <a:pPr/>
              <a:t>2/25/26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6A008-1658-481F-B325-0100205FD83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 Modeling (Taken from the slides of the original books and modified by TW)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295BF42-50F1-2D71-3DFF-1EBE4926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78618302-E5A6-2EEF-CA1E-2D2861DEF4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/>
              <a:t>Keys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31466A65-FC4A-B863-7D5C-FCF893EC9A3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989373"/>
            <a:ext cx="8119201" cy="4206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b="1" dirty="0" err="1"/>
              <a:t>kunci</a:t>
            </a:r>
            <a:r>
              <a:rPr lang="en-ID" sz="2000" b="1" dirty="0"/>
              <a:t> super</a:t>
            </a:r>
            <a:r>
              <a:rPr lang="en-ID" sz="2000" dirty="0"/>
              <a:t> (</a:t>
            </a:r>
            <a:r>
              <a:rPr lang="en-ID" sz="2000" i="1" dirty="0">
                <a:solidFill>
                  <a:srgbClr val="FFC000"/>
                </a:solidFill>
              </a:rPr>
              <a:t>super key</a:t>
            </a:r>
            <a:r>
              <a:rPr lang="en-ID" sz="2000" dirty="0"/>
              <a:t>)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satu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lebih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atribut</a:t>
            </a:r>
            <a:r>
              <a:rPr lang="en-ID" sz="2000" dirty="0"/>
              <a:t> yang </a:t>
            </a:r>
            <a:r>
              <a:rPr lang="en-ID" sz="2000" dirty="0" err="1"/>
              <a:t>nilainya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unik</a:t>
            </a:r>
            <a:r>
              <a:rPr lang="en-ID" sz="2000" dirty="0"/>
              <a:t> </a:t>
            </a:r>
            <a:r>
              <a:rPr lang="en-ID" sz="2000" dirty="0" err="1"/>
              <a:t>menentukan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FFC000"/>
                </a:solidFill>
              </a:rPr>
              <a:t>setiap</a:t>
            </a:r>
            <a:r>
              <a:rPr lang="en-ID" sz="2000" dirty="0">
                <a:solidFill>
                  <a:srgbClr val="FFC000"/>
                </a:solidFill>
              </a:rPr>
              <a:t> </a:t>
            </a:r>
            <a:r>
              <a:rPr lang="en-ID" sz="2000" dirty="0" err="1">
                <a:solidFill>
                  <a:srgbClr val="FFC000"/>
                </a:solidFill>
              </a:rPr>
              <a:t>entitas</a:t>
            </a:r>
            <a:r>
              <a:rPr lang="en-ID" sz="2000" dirty="0"/>
              <a:t>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b="1" dirty="0" err="1"/>
              <a:t>kunci</a:t>
            </a:r>
            <a:r>
              <a:rPr lang="en-ID" sz="2000" b="1" dirty="0"/>
              <a:t> </a:t>
            </a:r>
            <a:r>
              <a:rPr lang="en-ID" sz="2000" b="1" dirty="0" err="1"/>
              <a:t>kandidat</a:t>
            </a:r>
            <a:r>
              <a:rPr lang="en-ID" sz="2000" dirty="0"/>
              <a:t> (</a:t>
            </a:r>
            <a:r>
              <a:rPr lang="en-ID" sz="2000" i="1" dirty="0">
                <a:solidFill>
                  <a:srgbClr val="FFC000"/>
                </a:solidFill>
              </a:rPr>
              <a:t>candidate key</a:t>
            </a:r>
            <a:r>
              <a:rPr lang="en-ID" sz="2000" dirty="0"/>
              <a:t>)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kunci</a:t>
            </a:r>
            <a:r>
              <a:rPr lang="en-ID" sz="2000" dirty="0"/>
              <a:t> super yang minimal: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1600" i="1" dirty="0"/>
              <a:t>Customer-id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kandidat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b="1" i="1" dirty="0"/>
              <a:t>customer</a:t>
            </a:r>
            <a:r>
              <a:rPr lang="en-ID" sz="1600" dirty="0"/>
              <a:t>.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1600" i="1" dirty="0"/>
              <a:t>Account-number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kandidat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b="1" i="1" dirty="0"/>
              <a:t>account</a:t>
            </a:r>
            <a:r>
              <a:rPr lang="en-ID" sz="1600" dirty="0"/>
              <a:t>.</a:t>
            </a:r>
            <a:endParaRPr lang="en-ID" sz="20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Meskipun</a:t>
            </a:r>
            <a:r>
              <a:rPr lang="en-ID" sz="2000" dirty="0"/>
              <a:t> </a:t>
            </a:r>
            <a:r>
              <a:rPr lang="en-ID" sz="2000" dirty="0" err="1"/>
              <a:t>beberapa</a:t>
            </a:r>
            <a:r>
              <a:rPr lang="en-ID" sz="2000" dirty="0"/>
              <a:t> </a:t>
            </a:r>
            <a:r>
              <a:rPr lang="en-ID" sz="2000" dirty="0" err="1"/>
              <a:t>kunci</a:t>
            </a:r>
            <a:r>
              <a:rPr lang="en-ID" sz="2000" dirty="0"/>
              <a:t> </a:t>
            </a:r>
            <a:r>
              <a:rPr lang="en-ID" sz="2000" dirty="0" err="1"/>
              <a:t>kandidat</a:t>
            </a:r>
            <a:r>
              <a:rPr lang="en-ID" sz="2000" dirty="0"/>
              <a:t> 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ada</a:t>
            </a:r>
            <a:r>
              <a:rPr lang="en-ID" sz="2000" dirty="0"/>
              <a:t>, salah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kunci</a:t>
            </a:r>
            <a:r>
              <a:rPr lang="en-ID" sz="2000" dirty="0"/>
              <a:t> </a:t>
            </a:r>
            <a:r>
              <a:rPr lang="en-ID" sz="2000" dirty="0" err="1"/>
              <a:t>kandidat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dipilih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b="1" dirty="0" err="1"/>
              <a:t>kunci</a:t>
            </a:r>
            <a:r>
              <a:rPr lang="en-ID" sz="2000" b="1" dirty="0"/>
              <a:t> </a:t>
            </a:r>
            <a:r>
              <a:rPr lang="en-ID" sz="2000" b="1" dirty="0" err="1"/>
              <a:t>utama</a:t>
            </a:r>
            <a:r>
              <a:rPr lang="en-ID" sz="2000" dirty="0"/>
              <a:t> (</a:t>
            </a:r>
            <a:r>
              <a:rPr lang="en-ID" sz="2000" i="1" dirty="0">
                <a:solidFill>
                  <a:srgbClr val="FFC000"/>
                </a:solidFill>
              </a:rPr>
              <a:t>primary key</a:t>
            </a:r>
            <a:r>
              <a:rPr lang="en-ID" sz="2000" dirty="0"/>
              <a:t>).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1600" dirty="0" err="1"/>
              <a:t>Semua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kandidat</a:t>
            </a:r>
            <a:r>
              <a:rPr lang="en-ID" sz="1600" dirty="0"/>
              <a:t> </a:t>
            </a:r>
            <a:r>
              <a:rPr lang="en-ID" sz="1600" dirty="0" err="1"/>
              <a:t>lainnya</a:t>
            </a:r>
            <a:r>
              <a:rPr lang="en-ID" sz="1600" dirty="0"/>
              <a:t> </a:t>
            </a:r>
            <a:r>
              <a:rPr lang="en-ID" sz="1600" dirty="0" err="1"/>
              <a:t>disebut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b="1" dirty="0" err="1"/>
              <a:t>kunci</a:t>
            </a:r>
            <a:r>
              <a:rPr lang="en-ID" sz="1600" b="1" dirty="0"/>
              <a:t> </a:t>
            </a:r>
            <a:r>
              <a:rPr lang="en-ID" sz="1600" b="1" dirty="0" err="1"/>
              <a:t>alternatif</a:t>
            </a:r>
            <a:r>
              <a:rPr lang="en-ID" sz="1600" dirty="0"/>
              <a:t> (</a:t>
            </a:r>
            <a:r>
              <a:rPr lang="en-ID" sz="1600" i="1" dirty="0"/>
              <a:t>alternate keys</a:t>
            </a:r>
            <a:r>
              <a:rPr lang="en-ID" sz="1600" dirty="0"/>
              <a:t>).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0063380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FDA1BB6-DEF2-C1A4-AC6D-7AC6EFBC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336FBDA-D7D0-A9D5-B169-2F72FC486C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/>
              <a:t>Keys for Relationship Set</a:t>
            </a: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C47F9F89-3CD1-0C89-0A93-9A354532550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989373"/>
            <a:ext cx="8119201" cy="4206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ID" sz="2000" b="1" dirty="0" err="1"/>
              <a:t>Kunci</a:t>
            </a:r>
            <a:r>
              <a:rPr lang="en-ID" sz="2000" b="1" dirty="0"/>
              <a:t> </a:t>
            </a:r>
            <a:r>
              <a:rPr lang="en-ID" sz="2000" b="1" dirty="0" err="1"/>
              <a:t>untuk</a:t>
            </a:r>
            <a:r>
              <a:rPr lang="en-ID" sz="2000" b="1" dirty="0"/>
              <a:t> </a:t>
            </a:r>
            <a:r>
              <a:rPr lang="en-ID" sz="2000" b="1" dirty="0" err="1"/>
              <a:t>Himpunan</a:t>
            </a:r>
            <a:r>
              <a:rPr lang="en-ID" sz="2000" b="1" dirty="0"/>
              <a:t> </a:t>
            </a:r>
            <a:r>
              <a:rPr lang="en-ID" sz="2000" b="1" dirty="0" err="1"/>
              <a:t>Relasi</a:t>
            </a:r>
            <a:r>
              <a:rPr lang="en-ID" sz="2000" b="1" dirty="0"/>
              <a:t> (Keys for Relationship Sets) :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Kombinasi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kunci-kunci</a:t>
            </a:r>
            <a:r>
              <a:rPr lang="en-ID" sz="2000" dirty="0"/>
              <a:t> </a:t>
            </a:r>
            <a:r>
              <a:rPr lang="en-ID" sz="2000" dirty="0" err="1"/>
              <a:t>utama</a:t>
            </a:r>
            <a:r>
              <a:rPr lang="en-ID" sz="2000" dirty="0"/>
              <a:t> (</a:t>
            </a:r>
            <a:r>
              <a:rPr lang="en-ID" sz="2000" i="1" dirty="0">
                <a:solidFill>
                  <a:srgbClr val="FFC000"/>
                </a:solidFill>
              </a:rPr>
              <a:t>primary keys</a:t>
            </a:r>
            <a:r>
              <a:rPr lang="en-ID" sz="2000" dirty="0"/>
              <a:t>)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yang </a:t>
            </a:r>
            <a:r>
              <a:rPr lang="en-ID" sz="2000" dirty="0" err="1"/>
              <a:t>berpartisipasi</a:t>
            </a:r>
            <a:r>
              <a:rPr lang="en-ID" sz="2000" dirty="0"/>
              <a:t> </a:t>
            </a:r>
            <a:r>
              <a:rPr lang="en-ID" sz="2000" dirty="0" err="1"/>
              <a:t>membentuk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b="1" dirty="0" err="1"/>
              <a:t>kunci</a:t>
            </a:r>
            <a:r>
              <a:rPr lang="en-ID" sz="2000" b="1" dirty="0"/>
              <a:t> super</a:t>
            </a:r>
            <a:r>
              <a:rPr lang="en-ID" sz="2000" dirty="0"/>
              <a:t> (</a:t>
            </a:r>
            <a:r>
              <a:rPr lang="en-ID" sz="2000" i="1" dirty="0">
                <a:solidFill>
                  <a:srgbClr val="FFC000"/>
                </a:solidFill>
              </a:rPr>
              <a:t>super key</a:t>
            </a:r>
            <a:r>
              <a:rPr lang="en-ID" sz="2000" dirty="0"/>
              <a:t>)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.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1600" i="1" dirty="0"/>
              <a:t>(customer-id, account-number)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super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b="1" i="1" dirty="0"/>
              <a:t>depositor</a:t>
            </a:r>
            <a:r>
              <a:rPr lang="en-ID" sz="1600" dirty="0"/>
              <a:t>.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1600" b="1" dirty="0"/>
              <a:t>CATATAN</a:t>
            </a:r>
            <a:r>
              <a:rPr lang="en-ID" sz="1600" dirty="0"/>
              <a:t>: </a:t>
            </a:r>
            <a:r>
              <a:rPr lang="en-ID" sz="1600" dirty="0" err="1"/>
              <a:t>hal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berarti</a:t>
            </a:r>
            <a:r>
              <a:rPr lang="en-ID" sz="1600" dirty="0"/>
              <a:t> </a:t>
            </a:r>
            <a:r>
              <a:rPr lang="en-ID" sz="1600" dirty="0" err="1"/>
              <a:t>sepasang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paling </a:t>
            </a:r>
            <a:r>
              <a:rPr lang="en-ID" sz="1600" dirty="0" err="1"/>
              <a:t>banyak</a:t>
            </a:r>
            <a:r>
              <a:rPr lang="en-ID" sz="1600" dirty="0"/>
              <a:t> </a:t>
            </a:r>
            <a:r>
              <a:rPr lang="en-ID" sz="1600" dirty="0" err="1"/>
              <a:t>hanya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memiliki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suatu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tertentu</a:t>
            </a:r>
            <a:r>
              <a:rPr lang="en-ID" sz="1600" dirty="0"/>
              <a:t>.</a:t>
            </a:r>
            <a:endParaRPr lang="en-ID" sz="20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dirty="0"/>
              <a:t>Harus </a:t>
            </a:r>
            <a:r>
              <a:rPr lang="en-ID" sz="2000" dirty="0" err="1"/>
              <a:t>mempertimbangkan</a:t>
            </a:r>
            <a:r>
              <a:rPr lang="en-ID" sz="2000" dirty="0"/>
              <a:t> </a:t>
            </a:r>
            <a:r>
              <a:rPr lang="en-ID" sz="2000" dirty="0" err="1"/>
              <a:t>pemetaan</a:t>
            </a:r>
            <a:r>
              <a:rPr lang="en-ID" sz="2000" dirty="0"/>
              <a:t> </a:t>
            </a:r>
            <a:r>
              <a:rPr lang="en-ID" sz="2000" dirty="0" err="1"/>
              <a:t>kardinalitas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saat</a:t>
            </a:r>
            <a:r>
              <a:rPr lang="en-ID" sz="2000" dirty="0"/>
              <a:t> </a:t>
            </a:r>
            <a:r>
              <a:rPr lang="en-ID" sz="2000" dirty="0" err="1"/>
              <a:t>menentukan</a:t>
            </a:r>
            <a:r>
              <a:rPr lang="en-ID" sz="2000" dirty="0"/>
              <a:t> </a:t>
            </a:r>
            <a:r>
              <a:rPr lang="en-ID" sz="2000" dirty="0" err="1"/>
              <a:t>apa</a:t>
            </a:r>
            <a:r>
              <a:rPr lang="en-ID" sz="2000" dirty="0"/>
              <a:t> </a:t>
            </a:r>
            <a:r>
              <a:rPr lang="en-ID" sz="2000" dirty="0" err="1"/>
              <a:t>saja</a:t>
            </a:r>
            <a:r>
              <a:rPr lang="en-ID" sz="2000" dirty="0"/>
              <a:t> yang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kunci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kandidat</a:t>
            </a:r>
            <a:r>
              <a:rPr lang="en-ID" sz="2000" dirty="0"/>
              <a:t> (</a:t>
            </a:r>
            <a:r>
              <a:rPr lang="en-ID" sz="2000" i="1" dirty="0"/>
              <a:t>candidate keys</a:t>
            </a:r>
            <a:r>
              <a:rPr lang="en-ID" sz="2000" dirty="0"/>
              <a:t>).</a:t>
            </a:r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Perlu</a:t>
            </a:r>
            <a:r>
              <a:rPr lang="en-ID" sz="2000" dirty="0"/>
              <a:t> </a:t>
            </a:r>
            <a:r>
              <a:rPr lang="en-ID" sz="2000" dirty="0" err="1"/>
              <a:t>mempertimbangkan</a:t>
            </a:r>
            <a:r>
              <a:rPr lang="en-ID" sz="2000" dirty="0"/>
              <a:t> </a:t>
            </a:r>
            <a:r>
              <a:rPr lang="en-ID" sz="2000" dirty="0" err="1"/>
              <a:t>semantik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memilih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kunci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utama</a:t>
            </a:r>
            <a:r>
              <a:rPr lang="en-ID" sz="2000" dirty="0"/>
              <a:t> (</a:t>
            </a:r>
            <a:r>
              <a:rPr lang="en-ID" sz="2000" i="1" dirty="0"/>
              <a:t>primary key</a:t>
            </a:r>
            <a:r>
              <a:rPr lang="en-ID" sz="2000" dirty="0"/>
              <a:t>) </a:t>
            </a:r>
            <a:r>
              <a:rPr lang="en-ID" sz="2000" dirty="0" err="1"/>
              <a:t>jika</a:t>
            </a:r>
            <a:r>
              <a:rPr lang="en-ID" sz="2000" dirty="0"/>
              <a:t> </a:t>
            </a:r>
            <a:r>
              <a:rPr lang="en-ID" sz="2000" dirty="0" err="1"/>
              <a:t>terdapat</a:t>
            </a:r>
            <a:r>
              <a:rPr lang="en-ID" sz="2000" dirty="0"/>
              <a:t>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kunci</a:t>
            </a:r>
            <a:r>
              <a:rPr lang="en-ID" sz="2000" dirty="0"/>
              <a:t> </a:t>
            </a:r>
            <a:r>
              <a:rPr lang="en-ID" sz="2000" dirty="0" err="1"/>
              <a:t>kandidat</a:t>
            </a:r>
            <a:r>
              <a:rPr lang="en-ID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953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BB12-AD1D-96AF-6441-492DAA3E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No 1 (Binary – One-to-Many)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8BF1E17-94A8-67CF-9E91-CE15C7AB81B0}"/>
              </a:ext>
            </a:extLst>
          </p:cNvPr>
          <p:cNvGrpSpPr/>
          <p:nvPr/>
        </p:nvGrpSpPr>
        <p:grpSpPr>
          <a:xfrm>
            <a:off x="931015" y="1324437"/>
            <a:ext cx="3799315" cy="2972503"/>
            <a:chOff x="579254" y="1944997"/>
            <a:chExt cx="5304910" cy="47026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379F1B-AECD-0DD6-0664-8308A5F0E890}"/>
                </a:ext>
              </a:extLst>
            </p:cNvPr>
            <p:cNvSpPr/>
            <p:nvPr/>
          </p:nvSpPr>
          <p:spPr>
            <a:xfrm>
              <a:off x="2342435" y="2692618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Prodi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EB7A2F6-6813-7BE8-F545-491AAD7B2676}"/>
                </a:ext>
              </a:extLst>
            </p:cNvPr>
            <p:cNvSpPr/>
            <p:nvPr/>
          </p:nvSpPr>
          <p:spPr>
            <a:xfrm>
              <a:off x="579254" y="1956283"/>
              <a:ext cx="1524190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u="sng" dirty="0"/>
                <a:t>kd_prodi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156DA1-D320-9E57-C666-13D6DD6CC326}"/>
                </a:ext>
              </a:extLst>
            </p:cNvPr>
            <p:cNvSpPr/>
            <p:nvPr/>
          </p:nvSpPr>
          <p:spPr>
            <a:xfrm>
              <a:off x="2729668" y="1944997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nama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ECFAFCE-C3D6-6B66-485A-88EFFDD54DD5}"/>
                </a:ext>
              </a:extLst>
            </p:cNvPr>
            <p:cNvSpPr/>
            <p:nvPr/>
          </p:nvSpPr>
          <p:spPr>
            <a:xfrm>
              <a:off x="4594113" y="1947847"/>
              <a:ext cx="129005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no_izin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4796-18C9-A395-7032-E80A3C43BC2E}"/>
                </a:ext>
              </a:extLst>
            </p:cNvPr>
            <p:cNvCxnSpPr>
              <a:cxnSpLocks/>
              <a:stCxn id="9" idx="4"/>
              <a:endCxn id="8" idx="0"/>
            </p:cNvCxnSpPr>
            <p:nvPr/>
          </p:nvCxnSpPr>
          <p:spPr>
            <a:xfrm>
              <a:off x="1341349" y="2449769"/>
              <a:ext cx="1988058" cy="2428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DE97558-7F03-6982-1E14-110E76E290BD}"/>
                </a:ext>
              </a:extLst>
            </p:cNvPr>
            <p:cNvCxnSpPr>
              <a:cxnSpLocks/>
              <a:stCxn id="8" idx="0"/>
              <a:endCxn id="10" idx="4"/>
            </p:cNvCxnSpPr>
            <p:nvPr/>
          </p:nvCxnSpPr>
          <p:spPr>
            <a:xfrm flipH="1" flipV="1">
              <a:off x="3324754" y="2438483"/>
              <a:ext cx="4653" cy="2541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B10EC4F-5333-CD3D-1ED8-433FAE7130D8}"/>
                </a:ext>
              </a:extLst>
            </p:cNvPr>
            <p:cNvCxnSpPr>
              <a:cxnSpLocks/>
              <a:stCxn id="8" idx="0"/>
              <a:endCxn id="11" idx="4"/>
            </p:cNvCxnSpPr>
            <p:nvPr/>
          </p:nvCxnSpPr>
          <p:spPr>
            <a:xfrm flipV="1">
              <a:off x="3329407" y="2441333"/>
              <a:ext cx="1909732" cy="2512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AE52DAA-CD0D-3DD3-CF1E-23CB48CD3F3F}"/>
                </a:ext>
              </a:extLst>
            </p:cNvPr>
            <p:cNvSpPr/>
            <p:nvPr/>
          </p:nvSpPr>
          <p:spPr>
            <a:xfrm>
              <a:off x="2342435" y="5119334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Mahasiswa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CB5BE83-4032-7293-A79A-AC2EC264B24C}"/>
                </a:ext>
              </a:extLst>
            </p:cNvPr>
            <p:cNvSpPr/>
            <p:nvPr/>
          </p:nvSpPr>
          <p:spPr>
            <a:xfrm>
              <a:off x="1321953" y="5984349"/>
              <a:ext cx="1909252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NIM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A307DD0-1229-696F-CFCA-D2288C2B16F6}"/>
                </a:ext>
              </a:extLst>
            </p:cNvPr>
            <p:cNvSpPr/>
            <p:nvPr/>
          </p:nvSpPr>
          <p:spPr>
            <a:xfrm>
              <a:off x="3621216" y="5984349"/>
              <a:ext cx="1906952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nama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01568C2-EF5E-67F3-337F-CB90D3AE7D2E}"/>
                </a:ext>
              </a:extLst>
            </p:cNvPr>
            <p:cNvCxnSpPr>
              <a:stCxn id="16" idx="0"/>
              <a:endCxn id="15" idx="2"/>
            </p:cNvCxnSpPr>
            <p:nvPr/>
          </p:nvCxnSpPr>
          <p:spPr>
            <a:xfrm flipV="1">
              <a:off x="2276579" y="5757962"/>
              <a:ext cx="1052828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0E64FA3-F18D-7E9F-DADA-D937C58C6966}"/>
                </a:ext>
              </a:extLst>
            </p:cNvPr>
            <p:cNvCxnSpPr>
              <a:stCxn id="17" idx="0"/>
              <a:endCxn id="15" idx="2"/>
            </p:cNvCxnSpPr>
            <p:nvPr/>
          </p:nvCxnSpPr>
          <p:spPr>
            <a:xfrm flipH="1" flipV="1">
              <a:off x="3329407" y="5757962"/>
              <a:ext cx="1245285" cy="2263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Diamond 19">
              <a:extLst>
                <a:ext uri="{FF2B5EF4-FFF2-40B4-BE49-F238E27FC236}">
                  <a16:creationId xmlns:a16="http://schemas.microsoft.com/office/drawing/2014/main" id="{63F51B3C-C256-835B-9B57-914E616D98B2}"/>
                </a:ext>
              </a:extLst>
            </p:cNvPr>
            <p:cNvSpPr/>
            <p:nvPr/>
          </p:nvSpPr>
          <p:spPr>
            <a:xfrm>
              <a:off x="1858706" y="3803067"/>
              <a:ext cx="2940331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Anggota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86EF5D0-8F11-780B-1093-1606BFE033C1}"/>
                </a:ext>
              </a:extLst>
            </p:cNvPr>
            <p:cNvCxnSpPr>
              <a:cxnSpLocks/>
              <a:stCxn id="8" idx="2"/>
              <a:endCxn id="20" idx="0"/>
            </p:cNvCxnSpPr>
            <p:nvPr/>
          </p:nvCxnSpPr>
          <p:spPr>
            <a:xfrm flipH="1">
              <a:off x="3328872" y="3331246"/>
              <a:ext cx="535" cy="4718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18DC037-6AC3-AC32-E800-983FCFCF295B}"/>
                </a:ext>
              </a:extLst>
            </p:cNvPr>
            <p:cNvCxnSpPr>
              <a:cxnSpLocks/>
              <a:stCxn id="20" idx="2"/>
              <a:endCxn id="15" idx="0"/>
            </p:cNvCxnSpPr>
            <p:nvPr/>
          </p:nvCxnSpPr>
          <p:spPr>
            <a:xfrm>
              <a:off x="3328872" y="4644896"/>
              <a:ext cx="535" cy="47443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971776F-A99E-896D-1010-D25F7B2FE4C9}"/>
                </a:ext>
              </a:extLst>
            </p:cNvPr>
            <p:cNvCxnSpPr>
              <a:cxnSpLocks/>
            </p:cNvCxnSpPr>
            <p:nvPr/>
          </p:nvCxnSpPr>
          <p:spPr>
            <a:xfrm>
              <a:off x="3245491" y="3399989"/>
              <a:ext cx="15852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1CCE91-28ED-4DFB-11E7-4CCC6DD05CD9}"/>
                </a:ext>
              </a:extLst>
            </p:cNvPr>
            <p:cNvCxnSpPr>
              <a:cxnSpLocks/>
            </p:cNvCxnSpPr>
            <p:nvPr/>
          </p:nvCxnSpPr>
          <p:spPr>
            <a:xfrm>
              <a:off x="3245491" y="3435708"/>
              <a:ext cx="15852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902EDA1-F101-FD3C-212C-F68806317AF9}"/>
                </a:ext>
              </a:extLst>
            </p:cNvPr>
            <p:cNvGrpSpPr/>
            <p:nvPr/>
          </p:nvGrpSpPr>
          <p:grpSpPr>
            <a:xfrm>
              <a:off x="3202710" y="5009404"/>
              <a:ext cx="251697" cy="107313"/>
              <a:chOff x="3202710" y="5009404"/>
              <a:chExt cx="251697" cy="107313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85C7C20-4BDB-E85F-752A-5FACABC567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2710" y="5012255"/>
                <a:ext cx="124993" cy="1044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D764BDD-6508-09E8-23CC-E339669B4E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27710" y="5009404"/>
                <a:ext cx="126697" cy="1073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B1190E8-7260-34ED-F32D-21CFEA1105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2472" y="5009404"/>
                <a:ext cx="21606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9" name="Slide Number Placeholder 2">
              <a:extLst>
                <a:ext uri="{FF2B5EF4-FFF2-40B4-BE49-F238E27FC236}">
                  <a16:creationId xmlns:a16="http://schemas.microsoft.com/office/drawing/2014/main" id="{F1A62FBA-CB31-E44C-17BC-F91AD5590C56}"/>
                </a:ext>
              </a:extLst>
            </p:cNvPr>
            <p:cNvSpPr txBox="1">
              <a:spLocks/>
            </p:cNvSpPr>
            <p:nvPr/>
          </p:nvSpPr>
          <p:spPr>
            <a:xfrm>
              <a:off x="1024128" y="6373368"/>
              <a:ext cx="973667" cy="274320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fld id="{4FAB73BC-B049-4115-A692-8D63A059BFB8}" type="slidenum">
                <a:rPr lang="en-US" sz="1000" smtClean="0"/>
                <a:pPr/>
                <a:t>49</a:t>
              </a:fld>
              <a:endParaRPr lang="en-US" sz="1000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E1EFBB1-3AC2-A3EA-8E29-71F6A3B99583}"/>
              </a:ext>
            </a:extLst>
          </p:cNvPr>
          <p:cNvSpPr txBox="1"/>
          <p:nvPr/>
        </p:nvSpPr>
        <p:spPr>
          <a:xfrm>
            <a:off x="4957640" y="3125957"/>
            <a:ext cx="4166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>
                <a:solidFill>
                  <a:srgbClr val="FF0000"/>
                </a:solidFill>
              </a:rPr>
              <a:t>Bagaimana transformasi ke dalam tabel fisik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agar terbentuk relasi </a:t>
            </a:r>
            <a:r>
              <a:rPr lang="id-ID" b="1" i="1" dirty="0" err="1">
                <a:solidFill>
                  <a:srgbClr val="FF0000"/>
                </a:solidFill>
              </a:rPr>
              <a:t>Prodi</a:t>
            </a:r>
            <a:r>
              <a:rPr lang="id-ID" i="1" dirty="0">
                <a:solidFill>
                  <a:srgbClr val="FF0000"/>
                </a:solidFill>
              </a:rPr>
              <a:t> dan </a:t>
            </a:r>
            <a:r>
              <a:rPr lang="id-ID" b="1" i="1" dirty="0">
                <a:solidFill>
                  <a:srgbClr val="FF0000"/>
                </a:solidFill>
              </a:rPr>
              <a:t>Mahasiswa</a:t>
            </a:r>
            <a:r>
              <a:rPr lang="id-ID" i="1" dirty="0">
                <a:solidFill>
                  <a:srgbClr val="FF0000"/>
                </a:solidFill>
              </a:rPr>
              <a:t> 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yang baik?</a:t>
            </a:r>
          </a:p>
        </p:txBody>
      </p:sp>
      <p:sp>
        <p:nvSpPr>
          <p:cNvPr id="32" name="Arrow: Left 28">
            <a:extLst>
              <a:ext uri="{FF2B5EF4-FFF2-40B4-BE49-F238E27FC236}">
                <a16:creationId xmlns:a16="http://schemas.microsoft.com/office/drawing/2014/main" id="{DAACC06A-5EC5-4C2C-9D8E-A8CC7C576BF4}"/>
              </a:ext>
            </a:extLst>
          </p:cNvPr>
          <p:cNvSpPr/>
          <p:nvPr/>
        </p:nvSpPr>
        <p:spPr>
          <a:xfrm flipH="1">
            <a:off x="5011276" y="2140036"/>
            <a:ext cx="1716206" cy="85842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938801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1A2D-FB7A-3123-D753-D0445CBD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No 2  (Binary – Many-to-many)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0C48A6B-4525-D4D0-910D-6B1D307C9CD1}"/>
              </a:ext>
            </a:extLst>
          </p:cNvPr>
          <p:cNvGrpSpPr/>
          <p:nvPr/>
        </p:nvGrpSpPr>
        <p:grpSpPr>
          <a:xfrm>
            <a:off x="861435" y="1960137"/>
            <a:ext cx="3649019" cy="2497564"/>
            <a:chOff x="861435" y="1960136"/>
            <a:chExt cx="5517968" cy="457337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0C8572-0726-04C8-A5F6-1933AB26EEAA}"/>
                </a:ext>
              </a:extLst>
            </p:cNvPr>
            <p:cNvSpPr/>
            <p:nvPr/>
          </p:nvSpPr>
          <p:spPr>
            <a:xfrm>
              <a:off x="2643004" y="5078255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100" b="1" dirty="0"/>
                <a:t>Buku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B898D0-987D-1640-F38A-B59DB945351D}"/>
                </a:ext>
              </a:extLst>
            </p:cNvPr>
            <p:cNvSpPr/>
            <p:nvPr/>
          </p:nvSpPr>
          <p:spPr>
            <a:xfrm>
              <a:off x="2643004" y="2663600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100" b="1" dirty="0"/>
                <a:t>Penulis</a:t>
              </a:r>
            </a:p>
          </p:txBody>
        </p:sp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908578BD-BD4C-D8AE-636F-2D55D8D67203}"/>
                </a:ext>
              </a:extLst>
            </p:cNvPr>
            <p:cNvSpPr/>
            <p:nvPr/>
          </p:nvSpPr>
          <p:spPr>
            <a:xfrm>
              <a:off x="2254264" y="3769327"/>
              <a:ext cx="2753139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100" dirty="0"/>
                <a:t>Menulis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9C7347A-D414-6822-F930-2486C9AC35A6}"/>
                </a:ext>
              </a:extLst>
            </p:cNvPr>
            <p:cNvGrpSpPr/>
            <p:nvPr/>
          </p:nvGrpSpPr>
          <p:grpSpPr>
            <a:xfrm>
              <a:off x="3504126" y="4970942"/>
              <a:ext cx="251697" cy="107313"/>
              <a:chOff x="3202710" y="5009404"/>
              <a:chExt cx="251697" cy="107313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9E4EAD2-85E5-2783-E438-9B45E7074D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2710" y="5012255"/>
                <a:ext cx="124993" cy="1044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3F8972B-4A49-382B-A1E8-ED9AA7D26A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27710" y="5009404"/>
                <a:ext cx="126697" cy="1073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4701D76-38CB-5D57-1441-3F98B1433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2472" y="5009404"/>
                <a:ext cx="21606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2898035-9D46-BAE0-E377-C35E521FEF2C}"/>
                </a:ext>
              </a:extLst>
            </p:cNvPr>
            <p:cNvGrpSpPr/>
            <p:nvPr/>
          </p:nvGrpSpPr>
          <p:grpSpPr>
            <a:xfrm rot="10800000">
              <a:off x="3504124" y="3302228"/>
              <a:ext cx="251697" cy="107313"/>
              <a:chOff x="3202710" y="5009404"/>
              <a:chExt cx="251697" cy="1073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6EBA1A0-E1C4-B2C2-BF20-4BE3B71012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02710" y="5012255"/>
                <a:ext cx="124993" cy="1044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B2696E6-83F8-A08F-0E3E-3E16466A62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27710" y="5009404"/>
                <a:ext cx="126697" cy="10731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0781C17-76BD-30D8-1F5D-91DF51E17E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2472" y="5009404"/>
                <a:ext cx="21606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F189F88-95D0-D571-9124-B99D977BDB4F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3629976" y="3302228"/>
              <a:ext cx="858" cy="4670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8F92BC1-742C-8B66-89A6-21810EF19917}"/>
                </a:ext>
              </a:extLst>
            </p:cNvPr>
            <p:cNvCxnSpPr>
              <a:cxnSpLocks/>
              <a:stCxn id="9" idx="2"/>
              <a:endCxn id="7" idx="0"/>
            </p:cNvCxnSpPr>
            <p:nvPr/>
          </p:nvCxnSpPr>
          <p:spPr>
            <a:xfrm flipH="1">
              <a:off x="3629976" y="4611156"/>
              <a:ext cx="858" cy="4670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4E4CCC8-B73C-611E-5528-EB7C3710D94D}"/>
                </a:ext>
              </a:extLst>
            </p:cNvPr>
            <p:cNvSpPr/>
            <p:nvPr/>
          </p:nvSpPr>
          <p:spPr>
            <a:xfrm>
              <a:off x="861435" y="1960136"/>
              <a:ext cx="1978789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900" u="sng" dirty="0"/>
                <a:t>kd_penenulis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E8F101-6A07-4FDC-6AEC-C6762C6D802E}"/>
                </a:ext>
              </a:extLst>
            </p:cNvPr>
            <p:cNvSpPr/>
            <p:nvPr/>
          </p:nvSpPr>
          <p:spPr>
            <a:xfrm>
              <a:off x="3032941" y="1960728"/>
              <a:ext cx="119017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100" dirty="0"/>
                <a:t>nama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B6E2B1D-F65C-055D-4B8E-45D72A2A8AF3}"/>
                </a:ext>
              </a:extLst>
            </p:cNvPr>
            <p:cNvSpPr/>
            <p:nvPr/>
          </p:nvSpPr>
          <p:spPr>
            <a:xfrm>
              <a:off x="4812087" y="1960136"/>
              <a:ext cx="1290051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100" dirty="0"/>
                <a:t>alamat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5860C4C-E07B-6093-52A0-2470AFEA86C4}"/>
                </a:ext>
              </a:extLst>
            </p:cNvPr>
            <p:cNvCxnSpPr>
              <a:cxnSpLocks/>
              <a:stCxn id="20" idx="4"/>
              <a:endCxn id="8" idx="0"/>
            </p:cNvCxnSpPr>
            <p:nvPr/>
          </p:nvCxnSpPr>
          <p:spPr>
            <a:xfrm>
              <a:off x="1850830" y="2453622"/>
              <a:ext cx="1779146" cy="2099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F2ABFD0-0DE4-D6D4-334C-5DDD697CD4FD}"/>
                </a:ext>
              </a:extLst>
            </p:cNvPr>
            <p:cNvCxnSpPr>
              <a:cxnSpLocks/>
              <a:stCxn id="8" idx="0"/>
              <a:endCxn id="21" idx="4"/>
            </p:cNvCxnSpPr>
            <p:nvPr/>
          </p:nvCxnSpPr>
          <p:spPr>
            <a:xfrm flipH="1" flipV="1">
              <a:off x="3628027" y="2454214"/>
              <a:ext cx="1949" cy="2093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0B24A69-BC68-DF8C-B15D-E401C633CC99}"/>
                </a:ext>
              </a:extLst>
            </p:cNvPr>
            <p:cNvCxnSpPr>
              <a:cxnSpLocks/>
              <a:stCxn id="8" idx="0"/>
              <a:endCxn id="22" idx="4"/>
            </p:cNvCxnSpPr>
            <p:nvPr/>
          </p:nvCxnSpPr>
          <p:spPr>
            <a:xfrm flipV="1">
              <a:off x="3629976" y="2453622"/>
              <a:ext cx="1827137" cy="2099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67DE7A2-438F-6317-8FD6-22849253272A}"/>
                </a:ext>
              </a:extLst>
            </p:cNvPr>
            <p:cNvSpPr/>
            <p:nvPr/>
          </p:nvSpPr>
          <p:spPr>
            <a:xfrm>
              <a:off x="861435" y="6038410"/>
              <a:ext cx="1590824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100" u="sng" dirty="0"/>
                <a:t>ISBN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C0FCB13-C351-49F8-192B-31BB4E01D77E}"/>
                </a:ext>
              </a:extLst>
            </p:cNvPr>
            <p:cNvSpPr/>
            <p:nvPr/>
          </p:nvSpPr>
          <p:spPr>
            <a:xfrm>
              <a:off x="2840224" y="6040023"/>
              <a:ext cx="1575607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100" dirty="0"/>
                <a:t>judul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DAA1714-4A97-3F21-5106-E5106F72CEE1}"/>
                </a:ext>
              </a:extLst>
            </p:cNvPr>
            <p:cNvSpPr/>
            <p:nvPr/>
          </p:nvSpPr>
          <p:spPr>
            <a:xfrm>
              <a:off x="4803796" y="6038410"/>
              <a:ext cx="1575607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thn_terbit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F1F090-D2B1-3B93-2A90-04757C47BC5A}"/>
                </a:ext>
              </a:extLst>
            </p:cNvPr>
            <p:cNvCxnSpPr>
              <a:stCxn id="26" idx="0"/>
              <a:endCxn id="7" idx="2"/>
            </p:cNvCxnSpPr>
            <p:nvPr/>
          </p:nvCxnSpPr>
          <p:spPr>
            <a:xfrm flipV="1">
              <a:off x="1656847" y="5716883"/>
              <a:ext cx="1973129" cy="3215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0E2A4F9-39DC-D0E1-2DA9-DAF2E059C492}"/>
                </a:ext>
              </a:extLst>
            </p:cNvPr>
            <p:cNvCxnSpPr>
              <a:cxnSpLocks/>
              <a:stCxn id="27" idx="0"/>
              <a:endCxn id="7" idx="2"/>
            </p:cNvCxnSpPr>
            <p:nvPr/>
          </p:nvCxnSpPr>
          <p:spPr>
            <a:xfrm flipV="1">
              <a:off x="3628028" y="5716883"/>
              <a:ext cx="1948" cy="3231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6E8448B-6472-F28A-E485-768623DB7B0B}"/>
                </a:ext>
              </a:extLst>
            </p:cNvPr>
            <p:cNvCxnSpPr>
              <a:cxnSpLocks/>
              <a:stCxn id="28" idx="0"/>
              <a:endCxn id="7" idx="2"/>
            </p:cNvCxnSpPr>
            <p:nvPr/>
          </p:nvCxnSpPr>
          <p:spPr>
            <a:xfrm flipH="1" flipV="1">
              <a:off x="3629976" y="5716883"/>
              <a:ext cx="1961624" cy="3215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2171339-D809-F237-F042-DA72AC6F07F1}"/>
              </a:ext>
            </a:extLst>
          </p:cNvPr>
          <p:cNvSpPr txBox="1"/>
          <p:nvPr/>
        </p:nvSpPr>
        <p:spPr>
          <a:xfrm>
            <a:off x="4957640" y="3125957"/>
            <a:ext cx="4166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>
                <a:solidFill>
                  <a:srgbClr val="FF0000"/>
                </a:solidFill>
              </a:rPr>
              <a:t>Bagaimana transformasi ke dalam tabel fisik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agar terbentuk relasi </a:t>
            </a:r>
            <a:r>
              <a:rPr lang="id-ID" b="1" i="1" dirty="0">
                <a:solidFill>
                  <a:srgbClr val="FF0000"/>
                </a:solidFill>
              </a:rPr>
              <a:t>Penulis</a:t>
            </a:r>
            <a:r>
              <a:rPr lang="id-ID" i="1" dirty="0">
                <a:solidFill>
                  <a:srgbClr val="FF0000"/>
                </a:solidFill>
              </a:rPr>
              <a:t> dan </a:t>
            </a:r>
            <a:r>
              <a:rPr lang="id-ID" b="1" i="1" dirty="0">
                <a:solidFill>
                  <a:srgbClr val="FF0000"/>
                </a:solidFill>
              </a:rPr>
              <a:t>Buku</a:t>
            </a:r>
            <a:r>
              <a:rPr lang="id-ID" i="1" dirty="0">
                <a:solidFill>
                  <a:srgbClr val="FF0000"/>
                </a:solidFill>
              </a:rPr>
              <a:t> </a:t>
            </a:r>
            <a:br>
              <a:rPr lang="id-ID" i="1" dirty="0">
                <a:solidFill>
                  <a:srgbClr val="FF0000"/>
                </a:solidFill>
              </a:rPr>
            </a:br>
            <a:r>
              <a:rPr lang="id-ID" i="1" dirty="0">
                <a:solidFill>
                  <a:srgbClr val="FF0000"/>
                </a:solidFill>
              </a:rPr>
              <a:t>yang baik?</a:t>
            </a:r>
          </a:p>
        </p:txBody>
      </p:sp>
      <p:sp>
        <p:nvSpPr>
          <p:cNvPr id="34" name="Arrow: Left 28">
            <a:extLst>
              <a:ext uri="{FF2B5EF4-FFF2-40B4-BE49-F238E27FC236}">
                <a16:creationId xmlns:a16="http://schemas.microsoft.com/office/drawing/2014/main" id="{02D2ED62-EE01-3411-B2BF-6E60477E98A5}"/>
              </a:ext>
            </a:extLst>
          </p:cNvPr>
          <p:cNvSpPr/>
          <p:nvPr/>
        </p:nvSpPr>
        <p:spPr>
          <a:xfrm flipH="1">
            <a:off x="5011276" y="2140036"/>
            <a:ext cx="1716206" cy="85842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844004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BF6B-0307-1E03-5196-BBD4CED62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No 3 (Unary – one-to-many)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639E99-E2B9-97CF-941E-DA8811439FBB}"/>
              </a:ext>
            </a:extLst>
          </p:cNvPr>
          <p:cNvGrpSpPr/>
          <p:nvPr/>
        </p:nvGrpSpPr>
        <p:grpSpPr>
          <a:xfrm>
            <a:off x="642590" y="2444263"/>
            <a:ext cx="4351441" cy="1094962"/>
            <a:chOff x="642590" y="2450587"/>
            <a:chExt cx="5599365" cy="108863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08870CD-9BB2-0DF9-2E0C-F11467DB17E3}"/>
                </a:ext>
              </a:extLst>
            </p:cNvPr>
            <p:cNvSpPr/>
            <p:nvPr/>
          </p:nvSpPr>
          <p:spPr>
            <a:xfrm>
              <a:off x="642590" y="2673350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Pegawai</a:t>
              </a:r>
            </a:p>
          </p:txBody>
        </p:sp>
        <p:sp>
          <p:nvSpPr>
            <p:cNvPr id="8" name="Diamond 7">
              <a:extLst>
                <a:ext uri="{FF2B5EF4-FFF2-40B4-BE49-F238E27FC236}">
                  <a16:creationId xmlns:a16="http://schemas.microsoft.com/office/drawing/2014/main" id="{488F738A-51E7-F200-EF28-DD38717E7E8F}"/>
                </a:ext>
              </a:extLst>
            </p:cNvPr>
            <p:cNvSpPr/>
            <p:nvPr/>
          </p:nvSpPr>
          <p:spPr>
            <a:xfrm>
              <a:off x="3488816" y="2571749"/>
              <a:ext cx="2753139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Membawahi</a:t>
              </a:r>
            </a:p>
          </p:txBody>
        </p:sp>
        <p:cxnSp>
          <p:nvCxnSpPr>
            <p:cNvPr id="9" name="Connector: Elbow 16">
              <a:extLst>
                <a:ext uri="{FF2B5EF4-FFF2-40B4-BE49-F238E27FC236}">
                  <a16:creationId xmlns:a16="http://schemas.microsoft.com/office/drawing/2014/main" id="{4D3E8E28-47E3-1846-81E9-DE567C9A352F}"/>
                </a:ext>
              </a:extLst>
            </p:cNvPr>
            <p:cNvCxnSpPr>
              <a:cxnSpLocks/>
              <a:stCxn id="7" idx="0"/>
              <a:endCxn id="8" idx="0"/>
            </p:cNvCxnSpPr>
            <p:nvPr/>
          </p:nvCxnSpPr>
          <p:spPr>
            <a:xfrm rot="5400000" flipH="1" flipV="1">
              <a:off x="3196674" y="1004638"/>
              <a:ext cx="101601" cy="3235824"/>
            </a:xfrm>
            <a:prstGeom prst="bentConnector3">
              <a:avLst>
                <a:gd name="adj1" fmla="val 654995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or: Elbow 17">
              <a:extLst>
                <a:ext uri="{FF2B5EF4-FFF2-40B4-BE49-F238E27FC236}">
                  <a16:creationId xmlns:a16="http://schemas.microsoft.com/office/drawing/2014/main" id="{BAA118FE-BC4A-56FA-4691-B46869E2CB3E}"/>
                </a:ext>
              </a:extLst>
            </p:cNvPr>
            <p:cNvCxnSpPr>
              <a:cxnSpLocks/>
              <a:stCxn id="7" idx="2"/>
              <a:endCxn id="8" idx="2"/>
            </p:cNvCxnSpPr>
            <p:nvPr/>
          </p:nvCxnSpPr>
          <p:spPr>
            <a:xfrm rot="16200000" flipH="1">
              <a:off x="3196674" y="1744866"/>
              <a:ext cx="101600" cy="3235824"/>
            </a:xfrm>
            <a:prstGeom prst="bentConnector3">
              <a:avLst>
                <a:gd name="adj1" fmla="val 6925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DA342D4-EA49-4F2E-76B6-D6BD57222AE3}"/>
                </a:ext>
              </a:extLst>
            </p:cNvPr>
            <p:cNvSpPr/>
            <p:nvPr/>
          </p:nvSpPr>
          <p:spPr>
            <a:xfrm rot="5400000" flipH="1">
              <a:off x="1586820" y="3445812"/>
              <a:ext cx="90145" cy="9667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d-ID" sz="100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32CB4E-0F0A-E8FB-4D8C-6FEE5AE63C77}"/>
                </a:ext>
              </a:extLst>
            </p:cNvPr>
            <p:cNvCxnSpPr>
              <a:stCxn id="11" idx="6"/>
            </p:cNvCxnSpPr>
            <p:nvPr/>
          </p:nvCxnSpPr>
          <p:spPr>
            <a:xfrm rot="5400000" flipH="1">
              <a:off x="1504832" y="3322019"/>
              <a:ext cx="137102" cy="11701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911F383-1789-57EC-70EF-247ADDAA1156}"/>
                </a:ext>
              </a:extLst>
            </p:cNvPr>
            <p:cNvCxnSpPr>
              <a:stCxn id="11" idx="6"/>
            </p:cNvCxnSpPr>
            <p:nvPr/>
          </p:nvCxnSpPr>
          <p:spPr>
            <a:xfrm rot="5400000" flipH="1" flipV="1">
              <a:off x="1619519" y="3324351"/>
              <a:ext cx="137102" cy="112355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86F37B3-5EAE-0293-E2F7-7D722F0C13B5}"/>
                </a:ext>
              </a:extLst>
            </p:cNvPr>
            <p:cNvSpPr/>
            <p:nvPr/>
          </p:nvSpPr>
          <p:spPr>
            <a:xfrm rot="5400000" flipH="1">
              <a:off x="1586820" y="2447320"/>
              <a:ext cx="90145" cy="9667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d-ID" sz="100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AC96CA7-DE69-A0AC-8381-1E6BBAF1F407}"/>
                </a:ext>
              </a:extLst>
            </p:cNvPr>
            <p:cNvCxnSpPr/>
            <p:nvPr/>
          </p:nvCxnSpPr>
          <p:spPr>
            <a:xfrm>
              <a:off x="1544808" y="2578099"/>
              <a:ext cx="17086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994D2DB-4465-4155-0340-2596882CE7C4}"/>
              </a:ext>
            </a:extLst>
          </p:cNvPr>
          <p:cNvSpPr txBox="1"/>
          <p:nvPr/>
        </p:nvSpPr>
        <p:spPr>
          <a:xfrm>
            <a:off x="5166109" y="3122838"/>
            <a:ext cx="4166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i="1" dirty="0">
                <a:solidFill>
                  <a:srgbClr val="FF0000"/>
                </a:solidFill>
              </a:rPr>
              <a:t>Bagaimana transformasi tabelnya?</a:t>
            </a:r>
          </a:p>
        </p:txBody>
      </p:sp>
      <p:sp>
        <p:nvSpPr>
          <p:cNvPr id="17" name="Arrow: Left 28">
            <a:extLst>
              <a:ext uri="{FF2B5EF4-FFF2-40B4-BE49-F238E27FC236}">
                <a16:creationId xmlns:a16="http://schemas.microsoft.com/office/drawing/2014/main" id="{49DB19DF-A443-EA90-69F7-A189A1DB3E07}"/>
              </a:ext>
            </a:extLst>
          </p:cNvPr>
          <p:cNvSpPr/>
          <p:nvPr/>
        </p:nvSpPr>
        <p:spPr>
          <a:xfrm flipH="1">
            <a:off x="5219745" y="2136917"/>
            <a:ext cx="1716206" cy="858423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3017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02144-1CDC-00B9-332E-0E4F72B3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No 4 (</a:t>
            </a:r>
            <a:r>
              <a:rPr lang="en-US" dirty="0" err="1"/>
              <a:t>Agregasi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1E2F3-8BD9-E469-4262-815B91F853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1E11CBE-8572-56AF-0561-EED5F1CA901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AEC6F76-4137-ACDF-5158-8698FFE4CDC8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F97B664-E48F-7BCB-EF7F-5F8B77C1DD42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9FE23DE-6D07-0A36-8B76-A1803FE40771}"/>
              </a:ext>
            </a:extLst>
          </p:cNvPr>
          <p:cNvGrpSpPr/>
          <p:nvPr/>
        </p:nvGrpSpPr>
        <p:grpSpPr>
          <a:xfrm>
            <a:off x="896814" y="1017725"/>
            <a:ext cx="6901963" cy="3572563"/>
            <a:chOff x="737298" y="1975263"/>
            <a:chExt cx="9277230" cy="46724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5CF352-4D43-93B1-53F9-479B2E7A7DD2}"/>
                </a:ext>
              </a:extLst>
            </p:cNvPr>
            <p:cNvSpPr/>
            <p:nvPr/>
          </p:nvSpPr>
          <p:spPr>
            <a:xfrm>
              <a:off x="1857079" y="1975263"/>
              <a:ext cx="8157449" cy="1995560"/>
            </a:xfrm>
            <a:prstGeom prst="rect">
              <a:avLst/>
            </a:prstGeom>
            <a:ln>
              <a:prstDash val="dash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d-ID" sz="1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4DDD6C-26B1-EF4C-8155-CB5568A593C8}"/>
                </a:ext>
              </a:extLst>
            </p:cNvPr>
            <p:cNvSpPr/>
            <p:nvPr/>
          </p:nvSpPr>
          <p:spPr>
            <a:xfrm>
              <a:off x="7793147" y="3021664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Matakuliah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F20280-0383-C48F-AFD8-355447658E21}"/>
                </a:ext>
              </a:extLst>
            </p:cNvPr>
            <p:cNvSpPr/>
            <p:nvPr/>
          </p:nvSpPr>
          <p:spPr>
            <a:xfrm>
              <a:off x="2087968" y="3021664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Dosen</a:t>
              </a:r>
            </a:p>
          </p:txBody>
        </p:sp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7566E8F1-5D3C-B876-4813-342FF16E4632}"/>
                </a:ext>
              </a:extLst>
            </p:cNvPr>
            <p:cNvSpPr/>
            <p:nvPr/>
          </p:nvSpPr>
          <p:spPr>
            <a:xfrm>
              <a:off x="4554065" y="2920063"/>
              <a:ext cx="2753139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Mengampu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F0051B2-A14C-A399-C7E7-5D81D8F2BFEB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4061911" y="3340978"/>
              <a:ext cx="4921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B3BD75-8E44-0B1B-4863-8DFD8C2C2E92}"/>
                </a:ext>
              </a:extLst>
            </p:cNvPr>
            <p:cNvCxnSpPr>
              <a:cxnSpLocks/>
            </p:cNvCxnSpPr>
            <p:nvPr/>
          </p:nvCxnSpPr>
          <p:spPr>
            <a:xfrm>
              <a:off x="7297349" y="3336483"/>
              <a:ext cx="4921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2118BC2-6810-81F0-2C20-16D70AF101CC}"/>
                </a:ext>
              </a:extLst>
            </p:cNvPr>
            <p:cNvGrpSpPr/>
            <p:nvPr/>
          </p:nvGrpSpPr>
          <p:grpSpPr>
            <a:xfrm>
              <a:off x="7642486" y="3221002"/>
              <a:ext cx="150660" cy="229374"/>
              <a:chOff x="7445058" y="2780779"/>
              <a:chExt cx="150660" cy="229374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959BC53-A4F5-1A09-5728-70FCB82E7B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5058" y="2893134"/>
                <a:ext cx="150660" cy="1170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BB97CDA-5AE2-DBBE-7688-018F319F31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45058" y="2780779"/>
                <a:ext cx="150660" cy="11235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0529613B-473B-F329-46D2-A8CAF58EC392}"/>
                  </a:ext>
                </a:extLst>
              </p:cNvPr>
              <p:cNvCxnSpPr/>
              <p:nvPr/>
            </p:nvCxnSpPr>
            <p:spPr>
              <a:xfrm>
                <a:off x="7448158" y="2813124"/>
                <a:ext cx="0" cy="1600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205527C-0E0D-6B0F-DFB8-94927FDF358D}"/>
                </a:ext>
              </a:extLst>
            </p:cNvPr>
            <p:cNvGrpSpPr/>
            <p:nvPr/>
          </p:nvGrpSpPr>
          <p:grpSpPr>
            <a:xfrm flipH="1">
              <a:off x="4068562" y="3230527"/>
              <a:ext cx="150221" cy="229374"/>
              <a:chOff x="7445058" y="2780779"/>
              <a:chExt cx="150660" cy="22937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02F9C87-E767-D973-94F0-87263517F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5058" y="2893134"/>
                <a:ext cx="150660" cy="1170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ABD1DB1-C34E-27A7-7541-4ADFF2465F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45058" y="2780779"/>
                <a:ext cx="150660" cy="11235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9D23628-7748-C0F8-6D21-7359129BB976}"/>
                  </a:ext>
                </a:extLst>
              </p:cNvPr>
              <p:cNvCxnSpPr/>
              <p:nvPr/>
            </p:nvCxnSpPr>
            <p:spPr>
              <a:xfrm>
                <a:off x="7448158" y="2813124"/>
                <a:ext cx="0" cy="16002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685862-1252-5A50-7A96-3B75171A23A3}"/>
                </a:ext>
              </a:extLst>
            </p:cNvPr>
            <p:cNvSpPr/>
            <p:nvPr/>
          </p:nvSpPr>
          <p:spPr>
            <a:xfrm>
              <a:off x="4948831" y="5968063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b="1" dirty="0"/>
                <a:t>Mahasiswa</a:t>
              </a:r>
            </a:p>
          </p:txBody>
        </p:sp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AD602FB6-7D34-1878-11B1-33F00199647F}"/>
                </a:ext>
              </a:extLst>
            </p:cNvPr>
            <p:cNvSpPr/>
            <p:nvPr/>
          </p:nvSpPr>
          <p:spPr>
            <a:xfrm>
              <a:off x="4552621" y="4548528"/>
              <a:ext cx="2753139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Mengambil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BF51D6E-5D62-81ED-046E-76672F8B5AEE}"/>
                </a:ext>
              </a:extLst>
            </p:cNvPr>
            <p:cNvCxnSpPr>
              <a:cxnSpLocks/>
              <a:stCxn id="22" idx="0"/>
              <a:endCxn id="7" idx="2"/>
            </p:cNvCxnSpPr>
            <p:nvPr/>
          </p:nvCxnSpPr>
          <p:spPr>
            <a:xfrm flipV="1">
              <a:off x="5929191" y="3970823"/>
              <a:ext cx="6613" cy="5777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7FE80A-A40B-126D-3254-79FD3533DF1A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5929191" y="5390357"/>
              <a:ext cx="1" cy="577707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69B6C96-7B63-14B1-69A1-D5957F0F40EF}"/>
                </a:ext>
              </a:extLst>
            </p:cNvPr>
            <p:cNvSpPr/>
            <p:nvPr/>
          </p:nvSpPr>
          <p:spPr>
            <a:xfrm>
              <a:off x="7789503" y="4722699"/>
              <a:ext cx="1163485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nilai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7CFF9EF-8371-0C01-1C32-A025FD07F0F1}"/>
                </a:ext>
              </a:extLst>
            </p:cNvPr>
            <p:cNvCxnSpPr>
              <a:cxnSpLocks/>
              <a:stCxn id="22" idx="3"/>
              <a:endCxn id="25" idx="2"/>
            </p:cNvCxnSpPr>
            <p:nvPr/>
          </p:nvCxnSpPr>
          <p:spPr>
            <a:xfrm flipV="1">
              <a:off x="7305760" y="4969442"/>
              <a:ext cx="483743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D0C8249-A816-90E4-7ECC-DCE60F469DDB}"/>
                </a:ext>
              </a:extLst>
            </p:cNvPr>
            <p:cNvGrpSpPr/>
            <p:nvPr/>
          </p:nvGrpSpPr>
          <p:grpSpPr>
            <a:xfrm rot="10800000">
              <a:off x="5816353" y="5718342"/>
              <a:ext cx="229373" cy="249720"/>
              <a:chOff x="7436434" y="3796093"/>
              <a:chExt cx="229373" cy="249720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045C8DC-FFAA-A423-4842-9FDAFD2C13E6}"/>
                  </a:ext>
                </a:extLst>
              </p:cNvPr>
              <p:cNvSpPr/>
              <p:nvPr/>
            </p:nvSpPr>
            <p:spPr>
              <a:xfrm rot="16200000">
                <a:off x="7499258" y="3947943"/>
                <a:ext cx="99060" cy="96679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d-ID" sz="1000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F98D46F-5808-0245-CCBB-98B8C3818FDC}"/>
                  </a:ext>
                </a:extLst>
              </p:cNvPr>
              <p:cNvCxnSpPr>
                <a:cxnSpLocks/>
                <a:stCxn id="28" idx="6"/>
              </p:cNvCxnSpPr>
              <p:nvPr/>
            </p:nvCxnSpPr>
            <p:spPr>
              <a:xfrm rot="16200000">
                <a:off x="7531968" y="3812913"/>
                <a:ext cx="150660" cy="1170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1EE3EFD-0649-AA15-A46C-93495A796112}"/>
                  </a:ext>
                </a:extLst>
              </p:cNvPr>
              <p:cNvCxnSpPr>
                <a:cxnSpLocks/>
                <a:stCxn id="28" idx="6"/>
              </p:cNvCxnSpPr>
              <p:nvPr/>
            </p:nvCxnSpPr>
            <p:spPr>
              <a:xfrm rot="16200000" flipV="1">
                <a:off x="7417282" y="3815246"/>
                <a:ext cx="150660" cy="11235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09AD150-8A18-466D-E4D9-89EC06B2E877}"/>
                </a:ext>
              </a:extLst>
            </p:cNvPr>
            <p:cNvGrpSpPr/>
            <p:nvPr/>
          </p:nvGrpSpPr>
          <p:grpSpPr>
            <a:xfrm>
              <a:off x="5824157" y="3972657"/>
              <a:ext cx="229373" cy="249720"/>
              <a:chOff x="7436434" y="3796093"/>
              <a:chExt cx="229373" cy="24972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0457AC3-D361-2AD9-FBC0-EEEB89637A60}"/>
                  </a:ext>
                </a:extLst>
              </p:cNvPr>
              <p:cNvSpPr/>
              <p:nvPr/>
            </p:nvSpPr>
            <p:spPr>
              <a:xfrm rot="16200000">
                <a:off x="7499258" y="3947943"/>
                <a:ext cx="99060" cy="96679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d-ID" sz="1000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532CBC4-F850-1310-6F93-7D20ABA1A419}"/>
                  </a:ext>
                </a:extLst>
              </p:cNvPr>
              <p:cNvCxnSpPr>
                <a:cxnSpLocks/>
                <a:stCxn id="32" idx="6"/>
              </p:cNvCxnSpPr>
              <p:nvPr/>
            </p:nvCxnSpPr>
            <p:spPr>
              <a:xfrm rot="16200000">
                <a:off x="7531968" y="3812913"/>
                <a:ext cx="150660" cy="1170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3AB8499-3C8C-5C57-9A6E-DBB99CFBDFCF}"/>
                  </a:ext>
                </a:extLst>
              </p:cNvPr>
              <p:cNvCxnSpPr>
                <a:cxnSpLocks/>
                <a:stCxn id="32" idx="6"/>
              </p:cNvCxnSpPr>
              <p:nvPr/>
            </p:nvCxnSpPr>
            <p:spPr>
              <a:xfrm rot="16200000" flipV="1">
                <a:off x="7417282" y="3815246"/>
                <a:ext cx="150660" cy="11235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3BE55EC-35E4-27C7-92AE-B436E461E4EF}"/>
                </a:ext>
              </a:extLst>
            </p:cNvPr>
            <p:cNvSpPr/>
            <p:nvPr/>
          </p:nvSpPr>
          <p:spPr>
            <a:xfrm>
              <a:off x="4962647" y="2136776"/>
              <a:ext cx="1946310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000" dirty="0"/>
                <a:t>th_akademik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F899491-FBB2-3E71-FE76-D86DB8C57C69}"/>
                </a:ext>
              </a:extLst>
            </p:cNvPr>
            <p:cNvCxnSpPr>
              <a:stCxn id="10" idx="0"/>
              <a:endCxn id="35" idx="4"/>
            </p:cNvCxnSpPr>
            <p:nvPr/>
          </p:nvCxnSpPr>
          <p:spPr>
            <a:xfrm flipV="1">
              <a:off x="5930635" y="2630262"/>
              <a:ext cx="5167" cy="2898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Arrow: Left 33">
              <a:extLst>
                <a:ext uri="{FF2B5EF4-FFF2-40B4-BE49-F238E27FC236}">
                  <a16:creationId xmlns:a16="http://schemas.microsoft.com/office/drawing/2014/main" id="{95BA349B-7883-3F19-3C99-C0CAF4FFE4EA}"/>
                </a:ext>
              </a:extLst>
            </p:cNvPr>
            <p:cNvSpPr/>
            <p:nvPr/>
          </p:nvSpPr>
          <p:spPr>
            <a:xfrm flipH="1">
              <a:off x="2035050" y="4540230"/>
              <a:ext cx="1716206" cy="858423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9725987-1091-A995-7CCE-5B5CE72237A8}"/>
                </a:ext>
              </a:extLst>
            </p:cNvPr>
            <p:cNvSpPr txBox="1"/>
            <p:nvPr/>
          </p:nvSpPr>
          <p:spPr>
            <a:xfrm>
              <a:off x="737298" y="5442286"/>
              <a:ext cx="4311711" cy="322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000" i="1" dirty="0">
                  <a:solidFill>
                    <a:srgbClr val="FF0000"/>
                  </a:solidFill>
                </a:rPr>
                <a:t>Tunjukkan bagaimana tranformasi tabel-nya?</a:t>
              </a:r>
            </a:p>
          </p:txBody>
        </p:sp>
        <p:sp>
          <p:nvSpPr>
            <p:cNvPr id="39" name="Slide Number Placeholder 2">
              <a:extLst>
                <a:ext uri="{FF2B5EF4-FFF2-40B4-BE49-F238E27FC236}">
                  <a16:creationId xmlns:a16="http://schemas.microsoft.com/office/drawing/2014/main" id="{9A804898-3BF5-870D-72DE-3D4599EA7F45}"/>
                </a:ext>
              </a:extLst>
            </p:cNvPr>
            <p:cNvSpPr txBox="1">
              <a:spLocks/>
            </p:cNvSpPr>
            <p:nvPr/>
          </p:nvSpPr>
          <p:spPr>
            <a:xfrm>
              <a:off x="1024128" y="6373368"/>
              <a:ext cx="973667" cy="274320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fld id="{4FAB73BC-B049-4115-A692-8D63A059BFB8}" type="slidenum">
                <a:rPr lang="en-US" sz="1000" smtClean="0"/>
                <a:pPr/>
                <a:t>52</a:t>
              </a:fld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32695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C3F5-9080-4051-396A-04228AE5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No 5 (</a:t>
            </a:r>
            <a:r>
              <a:rPr lang="en-US" dirty="0" err="1"/>
              <a:t>buat</a:t>
            </a:r>
            <a:r>
              <a:rPr lang="en-US" dirty="0"/>
              <a:t> ERD </a:t>
            </a:r>
            <a:r>
              <a:rPr lang="en-US" dirty="0" err="1"/>
              <a:t>dari</a:t>
            </a:r>
            <a:r>
              <a:rPr lang="en-US" dirty="0"/>
              <a:t> Tabel </a:t>
            </a:r>
            <a:r>
              <a:rPr lang="en-US" dirty="0" err="1"/>
              <a:t>berikut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938F6-2091-815B-9A88-E684CC4C9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0616" y="2816142"/>
            <a:ext cx="2610900" cy="1469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54D01F-BF09-D641-2640-71E84130C24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680061" y="2816142"/>
            <a:ext cx="2610900" cy="14694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7448E3-D97C-CD88-0175-7F80798A62F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680061" y="2419717"/>
            <a:ext cx="2610900" cy="483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5A1EF12-E154-CAE5-C67D-F7900688B62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870623" y="2419717"/>
            <a:ext cx="2610900" cy="4830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9" name="Group 85">
            <a:extLst>
              <a:ext uri="{FF2B5EF4-FFF2-40B4-BE49-F238E27FC236}">
                <a16:creationId xmlns:a16="http://schemas.microsoft.com/office/drawing/2014/main" id="{CA5558D4-FC7D-03D6-A66E-10EC87CBA6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7024235"/>
              </p:ext>
            </p:extLst>
          </p:nvPr>
        </p:nvGraphicFramePr>
        <p:xfrm>
          <a:off x="1666142" y="1304373"/>
          <a:ext cx="5826919" cy="685800"/>
        </p:xfrm>
        <a:graphic>
          <a:graphicData uri="http://schemas.openxmlformats.org/drawingml/2006/table">
            <a:tbl>
              <a:tblPr/>
              <a:tblGrid>
                <a:gridCol w="1941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SIM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NAMA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ALAMAT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Group 87">
            <a:extLst>
              <a:ext uri="{FF2B5EF4-FFF2-40B4-BE49-F238E27FC236}">
                <a16:creationId xmlns:a16="http://schemas.microsoft.com/office/drawing/2014/main" id="{40483E11-C23E-1CAD-621E-AC7B360DB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38419"/>
              </p:ext>
            </p:extLst>
          </p:nvPr>
        </p:nvGraphicFramePr>
        <p:xfrm>
          <a:off x="1670905" y="2486664"/>
          <a:ext cx="5822157" cy="914400"/>
        </p:xfrm>
        <a:graphic>
          <a:graphicData uri="http://schemas.openxmlformats.org/drawingml/2006/table">
            <a:tbl>
              <a:tblPr/>
              <a:tblGrid>
                <a:gridCol w="1454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6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KENDARAAN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MODEL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TAHUN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PEMILIK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Group 190">
            <a:extLst>
              <a:ext uri="{FF2B5EF4-FFF2-40B4-BE49-F238E27FC236}">
                <a16:creationId xmlns:a16="http://schemas.microsoft.com/office/drawing/2014/main" id="{A319E677-53DA-D79A-FB89-7AFF8F001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78305"/>
              </p:ext>
            </p:extLst>
          </p:nvPr>
        </p:nvGraphicFramePr>
        <p:xfrm>
          <a:off x="1268474" y="3830880"/>
          <a:ext cx="6647259" cy="1184434"/>
        </p:xfrm>
        <a:graphic>
          <a:graphicData uri="http://schemas.openxmlformats.org/drawingml/2006/table">
            <a:tbl>
              <a:tblPr/>
              <a:tblGrid>
                <a:gridCol w="1337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7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1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71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LAPORAN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LOKASI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TANGGAL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KENDARAAN TERLIBAT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KENDARAAN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SUPIR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KERUSAKAN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Box 166">
            <a:extLst>
              <a:ext uri="{FF2B5EF4-FFF2-40B4-BE49-F238E27FC236}">
                <a16:creationId xmlns:a16="http://schemas.microsoft.com/office/drawing/2014/main" id="{145CB0BF-60D6-1841-A1D9-CB7CD0C90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086" y="949567"/>
            <a:ext cx="86914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50" dirty="0" err="1">
                <a:solidFill>
                  <a:schemeClr val="tx1"/>
                </a:solidFill>
              </a:rPr>
              <a:t>Pelanggan</a:t>
            </a:r>
            <a:r>
              <a:rPr lang="en-US" sz="105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13" name="Text Box 167">
            <a:extLst>
              <a:ext uri="{FF2B5EF4-FFF2-40B4-BE49-F238E27FC236}">
                <a16:creationId xmlns:a16="http://schemas.microsoft.com/office/drawing/2014/main" id="{4A518881-6BA3-C944-D46C-2CB0064A3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183" y="2123523"/>
            <a:ext cx="883575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50" dirty="0" err="1">
                <a:solidFill>
                  <a:schemeClr val="tx1"/>
                </a:solidFill>
              </a:rPr>
              <a:t>Kendaraan</a:t>
            </a:r>
            <a:r>
              <a:rPr lang="en-US" sz="105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14" name="Text Box 168">
            <a:extLst>
              <a:ext uri="{FF2B5EF4-FFF2-40B4-BE49-F238E27FC236}">
                <a16:creationId xmlns:a16="http://schemas.microsoft.com/office/drawing/2014/main" id="{7D9FDC29-DD40-2640-39E3-0E33FA733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136" y="3491552"/>
            <a:ext cx="92845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50" dirty="0" err="1">
                <a:solidFill>
                  <a:schemeClr val="tx1"/>
                </a:solidFill>
              </a:rPr>
              <a:t>Kecelakaan</a:t>
            </a:r>
            <a:r>
              <a:rPr lang="en-US" sz="1050" dirty="0">
                <a:solidFill>
                  <a:schemeClr val="tx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36503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7EBA-E199-C03B-4942-75623DD0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3CB17-FF83-002C-9F79-8E0852F9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No 6 (</a:t>
            </a:r>
            <a:r>
              <a:rPr lang="en-US" dirty="0" err="1"/>
              <a:t>buat</a:t>
            </a:r>
            <a:r>
              <a:rPr lang="en-US" dirty="0"/>
              <a:t> ERD </a:t>
            </a:r>
            <a:r>
              <a:rPr lang="en-US" dirty="0" err="1"/>
              <a:t>dari</a:t>
            </a:r>
            <a:r>
              <a:rPr lang="en-US" dirty="0"/>
              <a:t> Tabel </a:t>
            </a:r>
            <a:r>
              <a:rPr lang="en-US" dirty="0" err="1"/>
              <a:t>berikut</a:t>
            </a:r>
            <a:r>
              <a:rPr lang="en-US" dirty="0"/>
              <a:t>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04900C-F71B-700F-BD05-C1018E987F42}"/>
              </a:ext>
            </a:extLst>
          </p:cNvPr>
          <p:cNvGraphicFramePr>
            <a:graphicFrameLocks noGrp="1"/>
          </p:cNvGraphicFramePr>
          <p:nvPr/>
        </p:nvGraphicFramePr>
        <p:xfrm>
          <a:off x="4564615" y="1670261"/>
          <a:ext cx="3037956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652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1012652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1012652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d-ID" sz="1100" u="sng" dirty="0"/>
                        <a:t>ISBN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judul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sinopsis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34D2B00-9C80-8A38-67F6-8CE6338C21A4}"/>
              </a:ext>
            </a:extLst>
          </p:cNvPr>
          <p:cNvSpPr txBox="1"/>
          <p:nvPr/>
        </p:nvSpPr>
        <p:spPr>
          <a:xfrm>
            <a:off x="4481488" y="1403354"/>
            <a:ext cx="9092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>
                <a:solidFill>
                  <a:schemeClr val="tx1"/>
                </a:solidFill>
              </a:rPr>
              <a:t>Tabel Buku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7C3A17-A181-15A0-F35B-48328F0919B6}"/>
              </a:ext>
            </a:extLst>
          </p:cNvPr>
          <p:cNvGraphicFramePr>
            <a:graphicFrameLocks noGrp="1"/>
          </p:cNvGraphicFramePr>
          <p:nvPr/>
        </p:nvGraphicFramePr>
        <p:xfrm>
          <a:off x="851223" y="1670261"/>
          <a:ext cx="3037955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092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624211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1012652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d-ID" sz="1100" u="sng" dirty="0"/>
                        <a:t>ID_Anggota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judul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sinopsis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1829CB1-7A25-95A4-600A-66628D8C9F97}"/>
              </a:ext>
            </a:extLst>
          </p:cNvPr>
          <p:cNvSpPr txBox="1"/>
          <p:nvPr/>
        </p:nvSpPr>
        <p:spPr>
          <a:xfrm>
            <a:off x="768096" y="1403354"/>
            <a:ext cx="11176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>
                <a:solidFill>
                  <a:schemeClr val="tx1"/>
                </a:solidFill>
              </a:rPr>
              <a:t>Tabel Anggota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029111-6472-7AD4-840E-43EECCC07D32}"/>
              </a:ext>
            </a:extLst>
          </p:cNvPr>
          <p:cNvGraphicFramePr>
            <a:graphicFrameLocks noGrp="1"/>
          </p:cNvGraphicFramePr>
          <p:nvPr/>
        </p:nvGraphicFramePr>
        <p:xfrm>
          <a:off x="859443" y="2830516"/>
          <a:ext cx="3029735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647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769109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918979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d-ID" sz="1100" u="sng" dirty="0"/>
                        <a:t>ID_Pustakawan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nama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alamat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1363947-43BB-A9EE-5AA6-129330D8D5B4}"/>
              </a:ext>
            </a:extLst>
          </p:cNvPr>
          <p:cNvSpPr txBox="1"/>
          <p:nvPr/>
        </p:nvSpPr>
        <p:spPr>
          <a:xfrm>
            <a:off x="776316" y="2563608"/>
            <a:ext cx="13516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>
                <a:solidFill>
                  <a:schemeClr val="tx1"/>
                </a:solidFill>
              </a:rPr>
              <a:t>Tabel Pustakawan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20F281D-2C68-3D2D-EFAF-1C51990B516E}"/>
              </a:ext>
            </a:extLst>
          </p:cNvPr>
          <p:cNvGraphicFramePr>
            <a:graphicFrameLocks noGrp="1"/>
          </p:cNvGraphicFramePr>
          <p:nvPr/>
        </p:nvGraphicFramePr>
        <p:xfrm>
          <a:off x="859443" y="3990770"/>
          <a:ext cx="6790320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708">
                  <a:extLst>
                    <a:ext uri="{9D8B030D-6E8A-4147-A177-3AD203B41FA5}">
                      <a16:colId xmlns:a16="http://schemas.microsoft.com/office/drawing/2014/main" val="415966133"/>
                    </a:ext>
                  </a:extLst>
                </a:gridCol>
                <a:gridCol w="703640">
                  <a:extLst>
                    <a:ext uri="{9D8B030D-6E8A-4147-A177-3AD203B41FA5}">
                      <a16:colId xmlns:a16="http://schemas.microsoft.com/office/drawing/2014/main" val="2605689420"/>
                    </a:ext>
                  </a:extLst>
                </a:gridCol>
                <a:gridCol w="1539809">
                  <a:extLst>
                    <a:ext uri="{9D8B030D-6E8A-4147-A177-3AD203B41FA5}">
                      <a16:colId xmlns:a16="http://schemas.microsoft.com/office/drawing/2014/main" val="545403811"/>
                    </a:ext>
                  </a:extLst>
                </a:gridCol>
                <a:gridCol w="1131721">
                  <a:extLst>
                    <a:ext uri="{9D8B030D-6E8A-4147-A177-3AD203B41FA5}">
                      <a16:colId xmlns:a16="http://schemas.microsoft.com/office/drawing/2014/main" val="2023662658"/>
                    </a:ext>
                  </a:extLst>
                </a:gridCol>
                <a:gridCol w="1131721">
                  <a:extLst>
                    <a:ext uri="{9D8B030D-6E8A-4147-A177-3AD203B41FA5}">
                      <a16:colId xmlns:a16="http://schemas.microsoft.com/office/drawing/2014/main" val="2278173430"/>
                    </a:ext>
                  </a:extLst>
                </a:gridCol>
                <a:gridCol w="1131721">
                  <a:extLst>
                    <a:ext uri="{9D8B030D-6E8A-4147-A177-3AD203B41FA5}">
                      <a16:colId xmlns:a16="http://schemas.microsoft.com/office/drawing/2014/main" val="1358532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id-ID" sz="1100" u="sng" dirty="0"/>
                        <a:t>ID Anggota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ISBN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ID_Pustakawan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tgl_pinjam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tgl_kembali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id-ID" sz="1100" dirty="0"/>
                        <a:t>denda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28063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255005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id-ID" sz="11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5809331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1008DAE-1C00-2737-DFE9-1B6E20757FD7}"/>
              </a:ext>
            </a:extLst>
          </p:cNvPr>
          <p:cNvSpPr txBox="1"/>
          <p:nvPr/>
        </p:nvSpPr>
        <p:spPr>
          <a:xfrm>
            <a:off x="776316" y="3723863"/>
            <a:ext cx="13660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>
                <a:solidFill>
                  <a:schemeClr val="tx1"/>
                </a:solidFill>
              </a:rPr>
              <a:t>Tabel Peminjaman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17D0F5C-C987-7809-7460-D38863924F5F}"/>
              </a:ext>
            </a:extLst>
          </p:cNvPr>
          <p:cNvGrpSpPr/>
          <p:nvPr/>
        </p:nvGrpSpPr>
        <p:grpSpPr>
          <a:xfrm>
            <a:off x="4936099" y="2638850"/>
            <a:ext cx="2030987" cy="1120852"/>
            <a:chOff x="2020331" y="2084832"/>
            <a:chExt cx="7685333" cy="31379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99DBA5D-5457-E9B7-9413-AA319D6C9A16}"/>
                </a:ext>
              </a:extLst>
            </p:cNvPr>
            <p:cNvSpPr/>
            <p:nvPr/>
          </p:nvSpPr>
          <p:spPr>
            <a:xfrm>
              <a:off x="4876025" y="2084832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600" b="1" dirty="0"/>
                <a:t>Pustakawan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8D42D0-F9AB-E859-C963-BF83D6410890}"/>
                </a:ext>
              </a:extLst>
            </p:cNvPr>
            <p:cNvSpPr/>
            <p:nvPr/>
          </p:nvSpPr>
          <p:spPr>
            <a:xfrm>
              <a:off x="2020331" y="3516233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600" b="1" dirty="0"/>
                <a:t>Anggota</a:t>
              </a:r>
            </a:p>
          </p:txBody>
        </p: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76A265CA-999A-45E2-2F08-4C9472CD7EE0}"/>
                </a:ext>
              </a:extLst>
            </p:cNvPr>
            <p:cNvSpPr/>
            <p:nvPr/>
          </p:nvSpPr>
          <p:spPr>
            <a:xfrm>
              <a:off x="4486428" y="3414632"/>
              <a:ext cx="2753139" cy="84182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600" dirty="0"/>
                <a:t>Meminjam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F6D2A9-46B0-66AF-2546-D4392D48C4B7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3994274" y="3835547"/>
              <a:ext cx="49215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F90DF91-64E5-21A8-7AE6-84DF0FBF7D79}"/>
                </a:ext>
              </a:extLst>
            </p:cNvPr>
            <p:cNvCxnSpPr>
              <a:cxnSpLocks/>
            </p:cNvCxnSpPr>
            <p:nvPr/>
          </p:nvCxnSpPr>
          <p:spPr>
            <a:xfrm>
              <a:off x="7229712" y="3831052"/>
              <a:ext cx="49215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5D00F44-FF0A-6493-9245-3F9E42261744}"/>
                </a:ext>
              </a:extLst>
            </p:cNvPr>
            <p:cNvGrpSpPr/>
            <p:nvPr/>
          </p:nvGrpSpPr>
          <p:grpSpPr>
            <a:xfrm>
              <a:off x="7475789" y="3715571"/>
              <a:ext cx="249720" cy="229374"/>
              <a:chOff x="8176689" y="4742676"/>
              <a:chExt cx="249720" cy="229374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6B5F206-7AF9-DDF7-D384-1093890CF271}"/>
                  </a:ext>
                </a:extLst>
              </p:cNvPr>
              <p:cNvSpPr/>
              <p:nvPr/>
            </p:nvSpPr>
            <p:spPr>
              <a:xfrm>
                <a:off x="8176689" y="4806691"/>
                <a:ext cx="99060" cy="96679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d-ID" sz="600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890A3EC-F2FD-ACA6-2B52-D93603CF04ED}"/>
                  </a:ext>
                </a:extLst>
              </p:cNvPr>
              <p:cNvCxnSpPr>
                <a:cxnSpLocks/>
                <a:stCxn id="32" idx="6"/>
              </p:cNvCxnSpPr>
              <p:nvPr/>
            </p:nvCxnSpPr>
            <p:spPr>
              <a:xfrm>
                <a:off x="8275749" y="4855031"/>
                <a:ext cx="150660" cy="11701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271D173-845B-C8C4-D82C-B1F006A4B429}"/>
                  </a:ext>
                </a:extLst>
              </p:cNvPr>
              <p:cNvCxnSpPr>
                <a:cxnSpLocks/>
                <a:stCxn id="32" idx="6"/>
              </p:cNvCxnSpPr>
              <p:nvPr/>
            </p:nvCxnSpPr>
            <p:spPr>
              <a:xfrm flipV="1">
                <a:off x="8275749" y="4742676"/>
                <a:ext cx="150660" cy="11235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9E216CA-FBAF-FAC0-8295-51524FFA4534}"/>
                </a:ext>
              </a:extLst>
            </p:cNvPr>
            <p:cNvSpPr/>
            <p:nvPr/>
          </p:nvSpPr>
          <p:spPr>
            <a:xfrm>
              <a:off x="7731721" y="3516233"/>
              <a:ext cx="1973943" cy="63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600" b="1" dirty="0"/>
                <a:t>Buku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22CE7D-685F-CFFB-4EC8-CA74E6B4DFAA}"/>
                </a:ext>
              </a:extLst>
            </p:cNvPr>
            <p:cNvCxnSpPr>
              <a:stCxn id="6" idx="0"/>
              <a:endCxn id="4" idx="2"/>
            </p:cNvCxnSpPr>
            <p:nvPr/>
          </p:nvCxnSpPr>
          <p:spPr>
            <a:xfrm flipH="1" flipV="1">
              <a:off x="5862997" y="2723460"/>
              <a:ext cx="1" cy="69117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D4C0669-8A1E-CC28-18B8-0B2137B719A7}"/>
                </a:ext>
              </a:extLst>
            </p:cNvPr>
            <p:cNvSpPr/>
            <p:nvPr/>
          </p:nvSpPr>
          <p:spPr>
            <a:xfrm>
              <a:off x="2973330" y="4729306"/>
              <a:ext cx="1817747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600" dirty="0"/>
                <a:t>tgl_pinjam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F539798-33B6-284D-9943-088E2557ADE2}"/>
                </a:ext>
              </a:extLst>
            </p:cNvPr>
            <p:cNvSpPr/>
            <p:nvPr/>
          </p:nvSpPr>
          <p:spPr>
            <a:xfrm>
              <a:off x="4951791" y="4729306"/>
              <a:ext cx="1817747" cy="49348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600" dirty="0"/>
                <a:t>tgl_kembali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41C966D-2BB6-51EE-273A-1BB8CF5D04E6}"/>
                </a:ext>
              </a:extLst>
            </p:cNvPr>
            <p:cNvSpPr/>
            <p:nvPr/>
          </p:nvSpPr>
          <p:spPr>
            <a:xfrm>
              <a:off x="6930252" y="4729306"/>
              <a:ext cx="1817747" cy="493486"/>
            </a:xfrm>
            <a:prstGeom prst="ellips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600" dirty="0"/>
                <a:t>denda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0E13567-E5B8-F8B4-AC83-CED79112610D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 flipH="1">
              <a:off x="5860665" y="4256461"/>
              <a:ext cx="2333" cy="472845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D3DD6F0-2C76-735C-2044-E80DBD444C7C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3882204" y="4256461"/>
              <a:ext cx="1980794" cy="472845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2A17B0D-0827-3198-5E6E-072FFDF3586F}"/>
                </a:ext>
              </a:extLst>
            </p:cNvPr>
            <p:cNvCxnSpPr>
              <a:stCxn id="6" idx="2"/>
              <a:endCxn id="22" idx="0"/>
            </p:cNvCxnSpPr>
            <p:nvPr/>
          </p:nvCxnSpPr>
          <p:spPr>
            <a:xfrm>
              <a:off x="5862998" y="4256461"/>
              <a:ext cx="1976128" cy="472845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9C908EF-FCFE-E59F-A0BA-7B2E00E06A00}"/>
                </a:ext>
              </a:extLst>
            </p:cNvPr>
            <p:cNvGrpSpPr/>
            <p:nvPr/>
          </p:nvGrpSpPr>
          <p:grpSpPr>
            <a:xfrm rot="16200000">
              <a:off x="4006190" y="3710685"/>
              <a:ext cx="229373" cy="249720"/>
              <a:chOff x="7436434" y="3796093"/>
              <a:chExt cx="229373" cy="24972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9F692B6-3DB8-4086-E45A-A46D5673642E}"/>
                  </a:ext>
                </a:extLst>
              </p:cNvPr>
              <p:cNvSpPr/>
              <p:nvPr/>
            </p:nvSpPr>
            <p:spPr>
              <a:xfrm rot="16200000">
                <a:off x="7499258" y="3947943"/>
                <a:ext cx="99060" cy="96679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d-ID" sz="600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3A88EF1-6626-8A0A-44D9-0E4713FB9BEA}"/>
                  </a:ext>
                </a:extLst>
              </p:cNvPr>
              <p:cNvCxnSpPr>
                <a:cxnSpLocks/>
                <a:stCxn id="29" idx="6"/>
              </p:cNvCxnSpPr>
              <p:nvPr/>
            </p:nvCxnSpPr>
            <p:spPr>
              <a:xfrm rot="16200000">
                <a:off x="7531968" y="3812913"/>
                <a:ext cx="150660" cy="1170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B2C00E7-5D6D-111D-3138-2D7737AD6AD8}"/>
                  </a:ext>
                </a:extLst>
              </p:cNvPr>
              <p:cNvCxnSpPr>
                <a:cxnSpLocks/>
                <a:stCxn id="29" idx="6"/>
              </p:cNvCxnSpPr>
              <p:nvPr/>
            </p:nvCxnSpPr>
            <p:spPr>
              <a:xfrm rot="16200000" flipV="1">
                <a:off x="7417282" y="3815246"/>
                <a:ext cx="150660" cy="11235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2EF672-A8F1-6014-83ED-AC468D2AF51C}"/>
                </a:ext>
              </a:extLst>
            </p:cNvPr>
            <p:cNvCxnSpPr>
              <a:cxnSpLocks/>
            </p:cNvCxnSpPr>
            <p:nvPr/>
          </p:nvCxnSpPr>
          <p:spPr>
            <a:xfrm>
              <a:off x="5781402" y="2809439"/>
              <a:ext cx="15852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554C68B-109F-37DC-951B-58C48142C2F5}"/>
                </a:ext>
              </a:extLst>
            </p:cNvPr>
            <p:cNvCxnSpPr>
              <a:cxnSpLocks/>
            </p:cNvCxnSpPr>
            <p:nvPr/>
          </p:nvCxnSpPr>
          <p:spPr>
            <a:xfrm>
              <a:off x="5781402" y="2845158"/>
              <a:ext cx="15852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04182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F5B858EF-1877-8373-1C39-40DC67F7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DD28701-B18F-9242-916C-DE67CBB6F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51" y="1307100"/>
            <a:ext cx="6712085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 err="1"/>
              <a:t>Arigatou</a:t>
            </a:r>
            <a:r>
              <a:rPr lang="en-US" sz="4700" dirty="0"/>
              <a:t> </a:t>
            </a:r>
            <a:r>
              <a:rPr lang="en-US" sz="4700" dirty="0" err="1"/>
              <a:t>Gozaimasu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40750458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FBDA49B-660F-40D0-A2A1-18212AA4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E91DC68-AD45-AD48-7212-962C266AD4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Cardinality Constraints on Ternary Relationship</a:t>
            </a:r>
            <a:endParaRPr lang="en-ID" sz="2400" b="1"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90A4121B-A44C-6358-7BEA-9B4FCEE56ED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989373"/>
            <a:ext cx="8119201" cy="4206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ID" sz="1800" b="1" dirty="0"/>
              <a:t>Batasan </a:t>
            </a:r>
            <a:r>
              <a:rPr lang="en-ID" sz="1800" b="1" dirty="0" err="1"/>
              <a:t>Kardinalitas</a:t>
            </a:r>
            <a:r>
              <a:rPr lang="en-ID" sz="1800" b="1" dirty="0"/>
              <a:t> pada </a:t>
            </a:r>
            <a:r>
              <a:rPr lang="en-ID" sz="1800" b="1" dirty="0" err="1"/>
              <a:t>Relasi</a:t>
            </a:r>
            <a:r>
              <a:rPr lang="en-ID" sz="1800" b="1" dirty="0"/>
              <a:t> Terner (Cardinality Constraints on Ternary Relationship)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dirty="0"/>
              <a:t>Kita </a:t>
            </a:r>
            <a:r>
              <a:rPr lang="en-ID" sz="1600" dirty="0" err="1"/>
              <a:t>mengizinkan</a:t>
            </a:r>
            <a:r>
              <a:rPr lang="en-ID" sz="1600" dirty="0"/>
              <a:t> paling </a:t>
            </a:r>
            <a:r>
              <a:rPr lang="en-ID" sz="1600" dirty="0" err="1"/>
              <a:t>banyak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panah</a:t>
            </a:r>
            <a:r>
              <a:rPr lang="en-ID" sz="1600" dirty="0"/>
              <a:t> </a:t>
            </a:r>
            <a:r>
              <a:rPr lang="en-ID" sz="1600" dirty="0" err="1"/>
              <a:t>keluar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terner</a:t>
            </a:r>
            <a:r>
              <a:rPr lang="en-ID" sz="1600" dirty="0"/>
              <a:t> (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derajat</a:t>
            </a:r>
            <a:r>
              <a:rPr lang="en-ID" sz="1600" dirty="0"/>
              <a:t> yang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tinggi</a:t>
            </a:r>
            <a:r>
              <a:rPr lang="en-ID" sz="1600" dirty="0"/>
              <a:t>)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menunjukkan</a:t>
            </a:r>
            <a:r>
              <a:rPr lang="en-ID" sz="1600" dirty="0"/>
              <a:t> </a:t>
            </a:r>
            <a:r>
              <a:rPr lang="en-ID" sz="1600" dirty="0" err="1"/>
              <a:t>batasan</a:t>
            </a:r>
            <a:r>
              <a:rPr lang="en-ID" sz="1600" dirty="0"/>
              <a:t> </a:t>
            </a:r>
            <a:r>
              <a:rPr lang="en-ID" sz="1600" dirty="0" err="1"/>
              <a:t>kardinalitas</a:t>
            </a:r>
            <a:r>
              <a:rPr lang="en-ID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dirty="0" err="1"/>
              <a:t>Contoh</a:t>
            </a:r>
            <a:r>
              <a:rPr lang="en-ID" sz="1600" dirty="0"/>
              <a:t>: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panah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b="1" i="1" dirty="0"/>
              <a:t>works-on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b="1" i="1" dirty="0"/>
              <a:t>job</a:t>
            </a:r>
            <a:r>
              <a:rPr lang="en-ID" sz="1600" dirty="0"/>
              <a:t> </a:t>
            </a:r>
            <a:r>
              <a:rPr lang="en-ID" sz="1600" dirty="0" err="1"/>
              <a:t>menunjukkan</a:t>
            </a:r>
            <a:r>
              <a:rPr lang="en-ID" sz="1600" dirty="0"/>
              <a:t> </a:t>
            </a:r>
            <a:r>
              <a:rPr lang="en-ID" sz="1600" dirty="0" err="1"/>
              <a:t>bahwa</a:t>
            </a:r>
            <a:r>
              <a:rPr lang="en-ID" sz="1600" dirty="0"/>
              <a:t> </a:t>
            </a: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karyawan</a:t>
            </a:r>
            <a:r>
              <a:rPr lang="en-ID" sz="1600" dirty="0"/>
              <a:t> </a:t>
            </a:r>
            <a:r>
              <a:rPr lang="en-ID" sz="1600" dirty="0" err="1"/>
              <a:t>bekerja</a:t>
            </a:r>
            <a:r>
              <a:rPr lang="en-ID" sz="1600" dirty="0"/>
              <a:t> pada paling </a:t>
            </a:r>
            <a:r>
              <a:rPr lang="en-ID" sz="1600" dirty="0" err="1"/>
              <a:t>banyak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pekerjaan</a:t>
            </a:r>
            <a:r>
              <a:rPr lang="en-ID" sz="1600" dirty="0"/>
              <a:t> di </a:t>
            </a:r>
            <a:r>
              <a:rPr lang="en-ID" sz="1600" dirty="0" err="1"/>
              <a:t>cabang</a:t>
            </a:r>
            <a:r>
              <a:rPr lang="en-ID" sz="1600" dirty="0"/>
              <a:t> mana pun.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dirty="0"/>
              <a:t>Jika </a:t>
            </a:r>
            <a:r>
              <a:rPr lang="en-ID" sz="1600" dirty="0" err="1"/>
              <a:t>terdapat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panah</a:t>
            </a:r>
            <a:r>
              <a:rPr lang="en-ID" sz="1600" dirty="0"/>
              <a:t>, </a:t>
            </a:r>
            <a:r>
              <a:rPr lang="en-ID" sz="1600" dirty="0" err="1"/>
              <a:t>ada</a:t>
            </a:r>
            <a:r>
              <a:rPr lang="en-ID" sz="1600" dirty="0"/>
              <a:t> dua 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mendefinisikan</a:t>
            </a:r>
            <a:r>
              <a:rPr lang="en-ID" sz="1600" dirty="0"/>
              <a:t> </a:t>
            </a:r>
            <a:r>
              <a:rPr lang="en-ID" sz="1600" dirty="0" err="1"/>
              <a:t>maknanya</a:t>
            </a:r>
            <a:r>
              <a:rPr lang="en-ID" sz="1600" dirty="0"/>
              <a:t>: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400" dirty="0" err="1"/>
              <a:t>Contoh</a:t>
            </a:r>
            <a:r>
              <a:rPr lang="en-ID" sz="1400" dirty="0"/>
              <a:t>: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dirty="0" err="1"/>
              <a:t>terner</a:t>
            </a:r>
            <a:r>
              <a:rPr lang="en-ID" sz="1400" dirty="0"/>
              <a:t> </a:t>
            </a:r>
            <a:r>
              <a:rPr lang="en-ID" sz="1400" i="1" dirty="0"/>
              <a:t>R</a:t>
            </a:r>
            <a:r>
              <a:rPr lang="en-ID" sz="1400" dirty="0"/>
              <a:t> </a:t>
            </a:r>
            <a:r>
              <a:rPr lang="en-ID" sz="1400" dirty="0" err="1"/>
              <a:t>antara</a:t>
            </a:r>
            <a:r>
              <a:rPr lang="en-ID" sz="1400" dirty="0"/>
              <a:t> </a:t>
            </a:r>
            <a:r>
              <a:rPr lang="en-ID" sz="1400" i="1" dirty="0"/>
              <a:t>A</a:t>
            </a:r>
            <a:r>
              <a:rPr lang="en-ID" sz="1400" dirty="0"/>
              <a:t>, </a:t>
            </a:r>
            <a:r>
              <a:rPr lang="en-ID" sz="1400" i="1" dirty="0"/>
              <a:t>B</a:t>
            </a:r>
            <a:r>
              <a:rPr lang="en-ID" sz="1400" dirty="0"/>
              <a:t>, dan </a:t>
            </a:r>
            <a:r>
              <a:rPr lang="en-ID" sz="1400" i="1" dirty="0"/>
              <a:t>C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panah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arah</a:t>
            </a:r>
            <a:r>
              <a:rPr lang="en-ID" sz="1400" dirty="0"/>
              <a:t> </a:t>
            </a:r>
            <a:r>
              <a:rPr lang="en-ID" sz="1400" i="1" dirty="0"/>
              <a:t>B</a:t>
            </a:r>
            <a:r>
              <a:rPr lang="en-ID" sz="1400" dirty="0"/>
              <a:t> dan </a:t>
            </a:r>
            <a:r>
              <a:rPr lang="en-ID" sz="1400" i="1" dirty="0"/>
              <a:t>C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berarti</a:t>
            </a:r>
            <a:r>
              <a:rPr lang="en-ID" sz="1400" dirty="0"/>
              <a:t>: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i="1" dirty="0"/>
              <a:t>A</a:t>
            </a:r>
            <a:r>
              <a:rPr lang="en-ID" sz="1400" dirty="0"/>
              <a:t> </a:t>
            </a:r>
            <a:r>
              <a:rPr lang="en-ID" sz="1400" dirty="0" err="1"/>
              <a:t>dikaitkan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dirty="0" err="1"/>
              <a:t>unik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i="1" dirty="0"/>
              <a:t>B</a:t>
            </a:r>
            <a:r>
              <a:rPr lang="en-ID" sz="1400" dirty="0"/>
              <a:t> dan </a:t>
            </a:r>
            <a:r>
              <a:rPr lang="en-ID" sz="1400" i="1" dirty="0"/>
              <a:t>C</a:t>
            </a:r>
            <a:r>
              <a:rPr lang="en-ID" sz="1400" dirty="0"/>
              <a:t>, </a:t>
            </a:r>
            <a:r>
              <a:rPr lang="en-ID" sz="1400" dirty="0" err="1"/>
              <a:t>atau</a:t>
            </a:r>
            <a:endParaRPr lang="en-ID" sz="1400" dirty="0"/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ID" sz="1400" dirty="0" err="1"/>
              <a:t>pasangan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(A, B) </a:t>
            </a:r>
            <a:r>
              <a:rPr lang="en-ID" sz="1400" dirty="0" err="1"/>
              <a:t>dikaitkan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C yang </a:t>
            </a:r>
            <a:r>
              <a:rPr lang="en-ID" sz="1400" dirty="0" err="1"/>
              <a:t>unik</a:t>
            </a:r>
            <a:r>
              <a:rPr lang="en-ID" sz="1400" dirty="0"/>
              <a:t>, dan </a:t>
            </a: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ID" sz="1400" dirty="0" err="1"/>
              <a:t>pasangan</a:t>
            </a:r>
            <a:r>
              <a:rPr lang="en-ID" sz="1400" dirty="0"/>
              <a:t> (A, C) </a:t>
            </a:r>
            <a:r>
              <a:rPr lang="en-ID" sz="1400" dirty="0" err="1"/>
              <a:t>dikaitkan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B yang </a:t>
            </a:r>
            <a:r>
              <a:rPr lang="en-ID" sz="1400" dirty="0" err="1"/>
              <a:t>unik</a:t>
            </a:r>
            <a:r>
              <a:rPr lang="en-ID" sz="1400" dirty="0"/>
              <a:t>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400" dirty="0"/>
              <a:t>Masing-masing </a:t>
            </a:r>
            <a:r>
              <a:rPr lang="en-ID" sz="1400" dirty="0" err="1"/>
              <a:t>alternatif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 </a:t>
            </a:r>
            <a:r>
              <a:rPr lang="en-ID" sz="1400" dirty="0" err="1"/>
              <a:t>telah</a:t>
            </a:r>
            <a:r>
              <a:rPr lang="en-ID" sz="1400" dirty="0"/>
              <a:t> </a:t>
            </a:r>
            <a:r>
              <a:rPr lang="en-ID" sz="1400" dirty="0" err="1"/>
              <a:t>digunakan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formalisme</a:t>
            </a:r>
            <a:r>
              <a:rPr lang="en-ID" sz="1400" dirty="0"/>
              <a:t> yang </a:t>
            </a:r>
            <a:r>
              <a:rPr lang="en-ID" sz="1400" dirty="0" err="1"/>
              <a:t>berbeda</a:t>
            </a:r>
            <a:r>
              <a:rPr lang="en-ID" sz="1400" dirty="0"/>
              <a:t>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menghindari</a:t>
            </a:r>
            <a:r>
              <a:rPr lang="en-ID" sz="1400" dirty="0"/>
              <a:t> </a:t>
            </a:r>
            <a:r>
              <a:rPr lang="en-ID" sz="1400" dirty="0" err="1"/>
              <a:t>kebingungan</a:t>
            </a:r>
            <a:r>
              <a:rPr lang="en-ID" sz="1400" dirty="0"/>
              <a:t>,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melarang</a:t>
            </a:r>
            <a:r>
              <a:rPr lang="en-ID" sz="1400" dirty="0"/>
              <a:t> </a:t>
            </a:r>
            <a:r>
              <a:rPr lang="en-ID" sz="1400" dirty="0" err="1"/>
              <a:t>penggunaan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panah</a:t>
            </a:r>
            <a:r>
              <a:rPr lang="en-ID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89700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8379660-8E47-F2A0-11B7-51CE4FE6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4C9FAB0-E900-CD1B-5B26-555BFCA795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Binary Vs. Non-Binary Relationships</a:t>
            </a:r>
            <a:endParaRPr lang="en-ID" sz="2400" b="1"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A3C9DC8C-9FFE-B6FA-7B04-BA86F5875AE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989373"/>
            <a:ext cx="8119201" cy="4206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relasi</a:t>
            </a:r>
            <a:r>
              <a:rPr lang="en-ID" sz="2400" dirty="0"/>
              <a:t> yang </a:t>
            </a:r>
            <a:r>
              <a:rPr lang="en-ID" sz="2400" dirty="0" err="1"/>
              <a:t>tampak</a:t>
            </a:r>
            <a:r>
              <a:rPr lang="en-ID" sz="2400" dirty="0"/>
              <a:t> </a:t>
            </a:r>
            <a:r>
              <a:rPr lang="en-ID" sz="2400" dirty="0" err="1"/>
              <a:t>sebagai</a:t>
            </a:r>
            <a:r>
              <a:rPr lang="en-ID" sz="2400" dirty="0"/>
              <a:t> non-biner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baik</a:t>
            </a:r>
            <a:r>
              <a:rPr lang="en-ID" sz="2400" dirty="0"/>
              <a:t> </a:t>
            </a:r>
            <a:r>
              <a:rPr lang="en-ID" sz="2400" dirty="0" err="1"/>
              <a:t>direpresentasikan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</a:t>
            </a:r>
            <a:r>
              <a:rPr lang="en-ID" sz="2400" dirty="0" err="1"/>
              <a:t>relasi</a:t>
            </a:r>
            <a:r>
              <a:rPr lang="en-ID" sz="2400" dirty="0"/>
              <a:t> biner.</a:t>
            </a:r>
          </a:p>
          <a:p>
            <a:pPr marL="1066800" lvl="1" indent="-457200" algn="l">
              <a:buFont typeface="Wingdings" pitchFamily="2" charset="2"/>
              <a:buChar char="Ø"/>
            </a:pPr>
            <a:r>
              <a:rPr lang="en-ID" sz="2000" dirty="0" err="1"/>
              <a:t>Contoh</a:t>
            </a:r>
            <a:r>
              <a:rPr lang="en-ID" sz="2000" dirty="0"/>
              <a:t>: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terner</a:t>
            </a:r>
            <a:r>
              <a:rPr lang="en-ID" sz="2000" dirty="0"/>
              <a:t> </a:t>
            </a:r>
            <a:r>
              <a:rPr lang="en-ID" sz="2000" b="1" i="1" dirty="0"/>
              <a:t>parents</a:t>
            </a:r>
            <a:r>
              <a:rPr lang="en-ID" sz="2000" dirty="0"/>
              <a:t> (orang </a:t>
            </a:r>
            <a:r>
              <a:rPr lang="en-ID" sz="2000" dirty="0" err="1"/>
              <a:t>tua</a:t>
            </a:r>
            <a:r>
              <a:rPr lang="en-ID" sz="2000" dirty="0"/>
              <a:t>), yang </a:t>
            </a:r>
            <a:r>
              <a:rPr lang="en-ID" sz="2000" dirty="0" err="1"/>
              <a:t>menghubungkan</a:t>
            </a:r>
            <a:r>
              <a:rPr lang="en-ID" sz="2000" dirty="0"/>
              <a:t> </a:t>
            </a:r>
            <a:r>
              <a:rPr lang="en-ID" sz="2000" dirty="0" err="1"/>
              <a:t>seorang</a:t>
            </a:r>
            <a:r>
              <a:rPr lang="en-ID" sz="2000" dirty="0"/>
              <a:t> </a:t>
            </a:r>
            <a:r>
              <a:rPr lang="en-ID" sz="2000" dirty="0" err="1"/>
              <a:t>anak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ayah dan </a:t>
            </a:r>
            <a:r>
              <a:rPr lang="en-ID" sz="2000" dirty="0" err="1"/>
              <a:t>ibunya</a:t>
            </a:r>
            <a:r>
              <a:rPr lang="en-ID" sz="2000" dirty="0"/>
              <a:t>, paling </a:t>
            </a:r>
            <a:r>
              <a:rPr lang="en-ID" sz="2000" dirty="0" err="1"/>
              <a:t>baik</a:t>
            </a:r>
            <a:r>
              <a:rPr lang="en-ID" sz="2000" dirty="0"/>
              <a:t> </a:t>
            </a:r>
            <a:r>
              <a:rPr lang="en-ID" sz="2000" dirty="0" err="1"/>
              <a:t>digantikan</a:t>
            </a:r>
            <a:r>
              <a:rPr lang="en-ID" sz="2000" dirty="0"/>
              <a:t> oleh dua </a:t>
            </a:r>
            <a:r>
              <a:rPr lang="en-ID" sz="2000" dirty="0" err="1"/>
              <a:t>relasi</a:t>
            </a:r>
            <a:r>
              <a:rPr lang="en-ID" sz="2000" dirty="0"/>
              <a:t> biner, </a:t>
            </a:r>
            <a:r>
              <a:rPr lang="en-ID" sz="2000" dirty="0" err="1"/>
              <a:t>yaitu</a:t>
            </a:r>
            <a:r>
              <a:rPr lang="en-ID" sz="2000" dirty="0"/>
              <a:t> </a:t>
            </a:r>
            <a:r>
              <a:rPr lang="en-ID" sz="2000" b="1" i="1" dirty="0"/>
              <a:t>father</a:t>
            </a:r>
            <a:r>
              <a:rPr lang="en-ID" sz="2000" dirty="0"/>
              <a:t> (ayah) dan </a:t>
            </a:r>
            <a:r>
              <a:rPr lang="en-ID" sz="2000" b="1" i="1" dirty="0"/>
              <a:t>mother</a:t>
            </a:r>
            <a:r>
              <a:rPr lang="en-ID" sz="2000" dirty="0"/>
              <a:t> (</a:t>
            </a:r>
            <a:r>
              <a:rPr lang="en-ID" sz="2000" dirty="0" err="1"/>
              <a:t>ibu</a:t>
            </a:r>
            <a:r>
              <a:rPr lang="en-ID" sz="2000" dirty="0"/>
              <a:t>).</a:t>
            </a:r>
          </a:p>
          <a:p>
            <a:pPr marL="1524000" lvl="2" indent="-457200" algn="l">
              <a:buFont typeface="Wingdings" pitchFamily="2" charset="2"/>
              <a:buChar char="Ø"/>
            </a:pPr>
            <a:r>
              <a:rPr lang="en-ID" sz="1800" dirty="0" err="1"/>
              <a:t>Menggunakan</a:t>
            </a:r>
            <a:r>
              <a:rPr lang="en-ID" sz="1800" dirty="0"/>
              <a:t> dua </a:t>
            </a:r>
            <a:r>
              <a:rPr lang="en-ID" sz="1800" dirty="0" err="1"/>
              <a:t>relasi</a:t>
            </a:r>
            <a:r>
              <a:rPr lang="en-ID" sz="1800" dirty="0"/>
              <a:t> biner </a:t>
            </a:r>
            <a:r>
              <a:rPr lang="en-ID" sz="1800" dirty="0" err="1"/>
              <a:t>memungkinkan</a:t>
            </a:r>
            <a:r>
              <a:rPr lang="en-ID" sz="1800" dirty="0"/>
              <a:t> </a:t>
            </a:r>
            <a:r>
              <a:rPr lang="en-ID" sz="1800" dirty="0" err="1"/>
              <a:t>adanya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</a:t>
            </a:r>
            <a:r>
              <a:rPr lang="en-ID" sz="1800" dirty="0" err="1"/>
              <a:t>parsial</a:t>
            </a:r>
            <a:r>
              <a:rPr lang="en-ID" sz="1800" dirty="0"/>
              <a:t> (</a:t>
            </a:r>
            <a:r>
              <a:rPr lang="en-ID" sz="1800" dirty="0" err="1"/>
              <a:t>misalnya</a:t>
            </a:r>
            <a:r>
              <a:rPr lang="en-ID" sz="1800" dirty="0"/>
              <a:t>: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ibu</a:t>
            </a:r>
            <a:r>
              <a:rPr lang="en-ID" sz="1800" dirty="0"/>
              <a:t> yang </a:t>
            </a:r>
            <a:r>
              <a:rPr lang="en-ID" sz="1800" dirty="0" err="1"/>
              <a:t>diketahui</a:t>
            </a:r>
            <a:r>
              <a:rPr lang="en-ID" sz="1800" dirty="0"/>
              <a:t>).</a:t>
            </a:r>
            <a:endParaRPr lang="en-ID" sz="2000" dirty="0"/>
          </a:p>
          <a:p>
            <a:pPr marL="1066800" lvl="1" indent="-457200" algn="l">
              <a:buFont typeface="Wingdings" pitchFamily="2" charset="2"/>
              <a:buChar char="Ø"/>
            </a:pPr>
            <a:r>
              <a:rPr lang="en-ID" sz="2000" dirty="0" err="1"/>
              <a:t>Namun</a:t>
            </a:r>
            <a:r>
              <a:rPr lang="en-ID" sz="2000" dirty="0"/>
              <a:t>, </a:t>
            </a:r>
            <a:r>
              <a:rPr lang="en-ID" sz="2000" dirty="0" err="1"/>
              <a:t>ada</a:t>
            </a:r>
            <a:r>
              <a:rPr lang="en-ID" sz="2000" dirty="0"/>
              <a:t> </a:t>
            </a:r>
            <a:r>
              <a:rPr lang="en-ID" sz="2000" dirty="0" err="1"/>
              <a:t>beberapa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yang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alami</a:t>
            </a:r>
            <a:r>
              <a:rPr lang="en-ID" sz="2000" dirty="0"/>
              <a:t> </a:t>
            </a:r>
            <a:r>
              <a:rPr lang="en-ID" sz="2000" dirty="0" err="1"/>
              <a:t>bersifat</a:t>
            </a:r>
            <a:r>
              <a:rPr lang="en-ID" sz="2000" dirty="0"/>
              <a:t> non-biner.</a:t>
            </a:r>
            <a:endParaRPr lang="en-ID" sz="1800" dirty="0"/>
          </a:p>
          <a:p>
            <a:pPr marL="1524000" lvl="2" indent="-457200" algn="l">
              <a:buFont typeface="Wingdings" pitchFamily="2" charset="2"/>
              <a:buChar char="Ø"/>
            </a:pPr>
            <a:r>
              <a:rPr lang="en-ID" sz="1800" dirty="0" err="1"/>
              <a:t>Contoh</a:t>
            </a:r>
            <a:r>
              <a:rPr lang="en-ID" sz="1800" dirty="0"/>
              <a:t>: </a:t>
            </a:r>
            <a:r>
              <a:rPr lang="en-ID" sz="1800" b="1" i="1" dirty="0"/>
              <a:t>works-on</a:t>
            </a:r>
            <a:r>
              <a:rPr lang="en-ID" sz="1800" dirty="0"/>
              <a:t> (</a:t>
            </a:r>
            <a:r>
              <a:rPr lang="en-ID" sz="1800" dirty="0" err="1"/>
              <a:t>bekerja</a:t>
            </a:r>
            <a:r>
              <a:rPr lang="en-ID" sz="1800" dirty="0"/>
              <a:t> pada).</a:t>
            </a:r>
          </a:p>
        </p:txBody>
      </p:sp>
    </p:spTree>
    <p:extLst>
      <p:ext uri="{BB962C8B-B14F-4D97-AF65-F5344CB8AC3E}">
        <p14:creationId xmlns:p14="http://schemas.microsoft.com/office/powerpoint/2010/main" val="10641636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398CF49C-BD21-6A75-A967-C8DAC758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1ADBDE9B-33DD-0243-E40F-A9552AA759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Converting Non-Binary Relationships to Binary Form</a:t>
            </a:r>
            <a:endParaRPr lang="en-ID" sz="2000" b="1"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EACD259C-773A-7F2E-83A2-F9F8712C323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989373"/>
            <a:ext cx="8119201" cy="4206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1600" b="1" dirty="0" err="1"/>
              <a:t>Mengonversi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r>
              <a:rPr lang="en-ID" sz="1600" b="1" dirty="0"/>
              <a:t> Non-Biner </a:t>
            </a:r>
            <a:r>
              <a:rPr lang="en-ID" sz="1600" b="1" dirty="0" err="1"/>
              <a:t>ke</a:t>
            </a:r>
            <a:r>
              <a:rPr lang="en-ID" sz="1600" b="1" dirty="0"/>
              <a:t> </a:t>
            </a:r>
            <a:r>
              <a:rPr lang="en-ID" sz="1600" b="1" dirty="0" err="1"/>
              <a:t>Bentuk</a:t>
            </a:r>
            <a:r>
              <a:rPr lang="en-ID" sz="1600" b="1" dirty="0"/>
              <a:t> Biner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umum</a:t>
            </a:r>
            <a:r>
              <a:rPr lang="en-ID" sz="1600" dirty="0"/>
              <a:t>, </a:t>
            </a:r>
            <a:r>
              <a:rPr lang="en-ID" sz="1600" dirty="0" err="1"/>
              <a:t>relasi</a:t>
            </a:r>
            <a:r>
              <a:rPr lang="en-ID" sz="1600" dirty="0"/>
              <a:t> non-biner </a:t>
            </a:r>
            <a:r>
              <a:rPr lang="en-ID" sz="1600" dirty="0" err="1"/>
              <a:t>apa</a:t>
            </a:r>
            <a:r>
              <a:rPr lang="en-ID" sz="1600" dirty="0"/>
              <a:t> pun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direpresentasikan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biner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membuat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b="1" dirty="0" err="1"/>
              <a:t>himpunan</a:t>
            </a:r>
            <a:r>
              <a:rPr lang="en-ID" sz="1600" b="1" dirty="0"/>
              <a:t> </a:t>
            </a:r>
            <a:r>
              <a:rPr lang="en-ID" sz="1600" b="1" dirty="0" err="1"/>
              <a:t>entitas</a:t>
            </a:r>
            <a:r>
              <a:rPr lang="en-ID" sz="1600" b="1" dirty="0"/>
              <a:t> </a:t>
            </a:r>
            <a:r>
              <a:rPr lang="en-ID" sz="1600" b="1" dirty="0" err="1"/>
              <a:t>buatan</a:t>
            </a:r>
            <a:r>
              <a:rPr lang="en-ID" sz="1600" dirty="0"/>
              <a:t> (</a:t>
            </a:r>
            <a:r>
              <a:rPr lang="en-ID" sz="1600" i="1" dirty="0"/>
              <a:t>artificial entity set</a:t>
            </a:r>
            <a:r>
              <a:rPr lang="en-ID" sz="1600" dirty="0"/>
              <a:t>).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 err="1"/>
              <a:t>Gantikan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R </a:t>
            </a:r>
            <a:r>
              <a:rPr lang="en-ID" sz="1600" dirty="0" err="1"/>
              <a:t>antara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A, B, dan C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$E$ dan </a:t>
            </a:r>
            <a:r>
              <a:rPr lang="en-ID" sz="1600" dirty="0" err="1"/>
              <a:t>tiga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berikut</a:t>
            </a:r>
            <a:r>
              <a:rPr lang="en-ID" sz="1600" dirty="0"/>
              <a:t>: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US" sz="1600" i="1" dirty="0"/>
              <a:t>R</a:t>
            </a:r>
            <a:r>
              <a:rPr lang="en-US" sz="1600" i="1" baseline="-25000" dirty="0"/>
              <a:t>A</a:t>
            </a:r>
            <a:r>
              <a:rPr lang="en-ID" sz="1600" dirty="0"/>
              <a:t>, yang </a:t>
            </a:r>
            <a:r>
              <a:rPr lang="en-ID" sz="1600" dirty="0" err="1"/>
              <a:t>menghubungkan</a:t>
            </a:r>
            <a:r>
              <a:rPr lang="en-ID" sz="1600" dirty="0"/>
              <a:t> E dan A.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US" sz="1600" i="1" dirty="0"/>
              <a:t>R</a:t>
            </a:r>
            <a:r>
              <a:rPr lang="en-US" sz="1600" i="1" baseline="-25000" dirty="0"/>
              <a:t>B</a:t>
            </a:r>
            <a:r>
              <a:rPr lang="en-ID" sz="1600" dirty="0"/>
              <a:t>, yang </a:t>
            </a:r>
            <a:r>
              <a:rPr lang="en-ID" sz="1600" dirty="0" err="1"/>
              <a:t>menghubungkan</a:t>
            </a:r>
            <a:r>
              <a:rPr lang="en-ID" sz="1600" dirty="0"/>
              <a:t> E dan B.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US" sz="1600" i="1" dirty="0"/>
              <a:t>R</a:t>
            </a:r>
            <a:r>
              <a:rPr lang="en-US" sz="1600" i="1" baseline="-25000" dirty="0"/>
              <a:t>C</a:t>
            </a:r>
            <a:r>
              <a:rPr lang="en-ID" sz="1600" dirty="0"/>
              <a:t>, yang </a:t>
            </a:r>
            <a:r>
              <a:rPr lang="en-ID" sz="1600" dirty="0" err="1"/>
              <a:t>menghubungkan</a:t>
            </a:r>
            <a:r>
              <a:rPr lang="en-ID" sz="1600" dirty="0"/>
              <a:t> E dan C.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/>
              <a:t>Buat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pengidentifikasi</a:t>
            </a:r>
            <a:r>
              <a:rPr lang="en-ID" sz="1600" dirty="0"/>
              <a:t> </a:t>
            </a:r>
            <a:r>
              <a:rPr lang="en-ID" sz="1600" dirty="0" err="1"/>
              <a:t>khusus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E.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 err="1"/>
              <a:t>Tambahkan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apa</a:t>
            </a:r>
            <a:r>
              <a:rPr lang="en-ID" sz="1600" dirty="0"/>
              <a:t> pun </a:t>
            </a:r>
            <a:r>
              <a:rPr lang="en-ID" sz="1600" dirty="0" err="1"/>
              <a:t>dari</a:t>
            </a:r>
            <a:r>
              <a:rPr lang="en-ID" sz="1600" dirty="0"/>
              <a:t> R </a:t>
            </a:r>
            <a:r>
              <a:rPr lang="en-ID" sz="1600" dirty="0" err="1"/>
              <a:t>ke</a:t>
            </a:r>
            <a:r>
              <a:rPr lang="en-ID" sz="1600" dirty="0"/>
              <a:t> E.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US" sz="1600" dirty="0"/>
              <a:t>(</a:t>
            </a:r>
            <a:r>
              <a:rPr lang="en-US" sz="1600" i="1" dirty="0"/>
              <a:t>a</a:t>
            </a:r>
            <a:r>
              <a:rPr lang="en-US" sz="1600" i="1" baseline="-25000" dirty="0"/>
              <a:t>i</a:t>
            </a:r>
            <a:r>
              <a:rPr lang="en-US" sz="1600" i="1" dirty="0"/>
              <a:t> , b</a:t>
            </a:r>
            <a:r>
              <a:rPr lang="en-US" sz="1600" i="1" baseline="-25000" dirty="0"/>
              <a:t>i</a:t>
            </a:r>
            <a:r>
              <a:rPr lang="en-US" sz="1600" i="1" dirty="0"/>
              <a:t> , c</a:t>
            </a:r>
            <a:r>
              <a:rPr lang="en-US" sz="1600" i="1" baseline="-25000" dirty="0"/>
              <a:t>i</a:t>
            </a:r>
            <a:r>
              <a:rPr lang="en-US" sz="1600" dirty="0"/>
              <a:t>)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R, </a:t>
            </a:r>
            <a:r>
              <a:rPr lang="en-ID" sz="1600" dirty="0" err="1"/>
              <a:t>buatlah</a:t>
            </a:r>
            <a:r>
              <a:rPr lang="en-ID" sz="1600" dirty="0"/>
              <a:t>: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baru</a:t>
            </a:r>
            <a:r>
              <a:rPr lang="en-US" sz="1600" i="1" dirty="0"/>
              <a:t> </a:t>
            </a:r>
            <a:r>
              <a:rPr lang="en-US" sz="1600" i="1" dirty="0" err="1"/>
              <a:t>e</a:t>
            </a:r>
            <a:r>
              <a:rPr lang="en-US" sz="1600" i="1" baseline="-25000" dirty="0" err="1"/>
              <a:t>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E.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ID" sz="1600" dirty="0" err="1"/>
              <a:t>Tambahkan</a:t>
            </a:r>
            <a:r>
              <a:rPr lang="en-ID" sz="1600" dirty="0"/>
              <a:t> </a:t>
            </a:r>
            <a:r>
              <a:rPr lang="en-US" sz="1600" dirty="0"/>
              <a:t>(</a:t>
            </a:r>
            <a:r>
              <a:rPr lang="en-US" sz="1600" i="1" dirty="0" err="1"/>
              <a:t>e</a:t>
            </a:r>
            <a:r>
              <a:rPr lang="en-US" sz="1600" i="1" baseline="-25000" dirty="0" err="1"/>
              <a:t>i</a:t>
            </a:r>
            <a:r>
              <a:rPr lang="en-US" sz="1600" i="1" dirty="0"/>
              <a:t> , a</a:t>
            </a:r>
            <a:r>
              <a:rPr lang="en-US" sz="1600" i="1" baseline="-25000" dirty="0"/>
              <a:t>i</a:t>
            </a:r>
            <a:r>
              <a:rPr lang="en-US" sz="1600" i="1" dirty="0"/>
              <a:t> </a:t>
            </a:r>
            <a:r>
              <a:rPr lang="en-US" sz="1600" dirty="0"/>
              <a:t>)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US" sz="1600" i="1" dirty="0"/>
              <a:t>R</a:t>
            </a:r>
            <a:r>
              <a:rPr lang="en-US" sz="1600" i="1" baseline="-25000" dirty="0"/>
              <a:t>A</a:t>
            </a:r>
            <a:r>
              <a:rPr lang="en-ID" sz="1600" dirty="0"/>
              <a:t>.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ID" sz="1600" dirty="0" err="1"/>
              <a:t>Tambahkan</a:t>
            </a:r>
            <a:r>
              <a:rPr lang="en-ID" sz="1600" dirty="0"/>
              <a:t> </a:t>
            </a:r>
            <a:r>
              <a:rPr lang="en-US" sz="1600" dirty="0"/>
              <a:t>(</a:t>
            </a:r>
            <a:r>
              <a:rPr lang="en-US" sz="1600" i="1" dirty="0" err="1"/>
              <a:t>e</a:t>
            </a:r>
            <a:r>
              <a:rPr lang="en-US" sz="1600" i="1" baseline="-25000" dirty="0" err="1"/>
              <a:t>i</a:t>
            </a:r>
            <a:r>
              <a:rPr lang="en-US" sz="1600" i="1" dirty="0"/>
              <a:t> , b</a:t>
            </a:r>
            <a:r>
              <a:rPr lang="en-US" sz="1600" i="1" baseline="-25000" dirty="0"/>
              <a:t>i</a:t>
            </a:r>
            <a:r>
              <a:rPr lang="en-US" sz="1600" i="1" dirty="0"/>
              <a:t> </a:t>
            </a:r>
            <a:r>
              <a:rPr lang="en-US" sz="1600" dirty="0"/>
              <a:t>)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US" sz="1600" i="1" dirty="0"/>
              <a:t>R</a:t>
            </a:r>
            <a:r>
              <a:rPr lang="en-US" sz="1600" i="1" baseline="-25000" dirty="0"/>
              <a:t>B</a:t>
            </a:r>
            <a:r>
              <a:rPr lang="en-ID" sz="1600" dirty="0"/>
              <a:t>.</a:t>
            </a:r>
          </a:p>
          <a:p>
            <a:pPr lvl="2" algn="l">
              <a:buFont typeface="Arial" panose="020B0604020202020204" pitchFamily="34" charset="0"/>
              <a:buChar char="•"/>
            </a:pPr>
            <a:r>
              <a:rPr lang="en-ID" sz="1600" dirty="0" err="1"/>
              <a:t>Tambahkan</a:t>
            </a:r>
            <a:r>
              <a:rPr lang="en-ID" sz="1600" dirty="0"/>
              <a:t> </a:t>
            </a:r>
            <a:r>
              <a:rPr lang="en-US" sz="1600" dirty="0"/>
              <a:t>(</a:t>
            </a:r>
            <a:r>
              <a:rPr lang="en-US" sz="1600" i="1" dirty="0" err="1"/>
              <a:t>e</a:t>
            </a:r>
            <a:r>
              <a:rPr lang="en-US" sz="1600" i="1" baseline="-25000" dirty="0" err="1"/>
              <a:t>i</a:t>
            </a:r>
            <a:r>
              <a:rPr lang="en-US" sz="1600" i="1" dirty="0"/>
              <a:t> , c</a:t>
            </a:r>
            <a:r>
              <a:rPr lang="en-US" sz="1600" i="1" baseline="-25000" dirty="0"/>
              <a:t>i</a:t>
            </a:r>
            <a:r>
              <a:rPr lang="en-US" sz="1600" i="1" dirty="0"/>
              <a:t> </a:t>
            </a:r>
            <a:r>
              <a:rPr lang="en-US" sz="1600" dirty="0"/>
              <a:t>)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US" sz="1600" i="1" dirty="0"/>
              <a:t>R</a:t>
            </a:r>
            <a:r>
              <a:rPr lang="en-US" sz="1600" i="1" baseline="-25000" dirty="0"/>
              <a:t>C</a:t>
            </a:r>
            <a:r>
              <a:rPr lang="en-ID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72189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F986268-EB57-D90C-31AA-AE1E071F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710D310F-A977-A6E7-5EBD-1A6C47DF4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Converting Non-Binary Relationships to Binary Form</a:t>
            </a:r>
            <a:endParaRPr lang="en-ID" sz="2000" b="1"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E3632382-E119-F426-F2C6-3F5FE07B882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3226777"/>
            <a:ext cx="8119201" cy="19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ID" sz="1600" b="1" dirty="0"/>
              <a:t>Juga </a:t>
            </a:r>
            <a:r>
              <a:rPr lang="en-ID" sz="1600" b="1" dirty="0" err="1"/>
              <a:t>perlu</a:t>
            </a:r>
            <a:r>
              <a:rPr lang="en-ID" sz="1600" b="1" dirty="0"/>
              <a:t> </a:t>
            </a:r>
            <a:r>
              <a:rPr lang="en-ID" sz="1600" b="1" dirty="0" err="1"/>
              <a:t>menerjemahkan</a:t>
            </a:r>
            <a:r>
              <a:rPr lang="en-ID" sz="1600" b="1" dirty="0"/>
              <a:t> </a:t>
            </a:r>
            <a:r>
              <a:rPr lang="en-ID" sz="1600" b="1" dirty="0" err="1"/>
              <a:t>batasan-batasan</a:t>
            </a:r>
            <a:r>
              <a:rPr lang="en-ID" sz="1600" b="1" dirty="0"/>
              <a:t> (</a:t>
            </a:r>
            <a:r>
              <a:rPr lang="en-ID" sz="1600" b="1" i="1" dirty="0"/>
              <a:t>constraints</a:t>
            </a:r>
            <a:r>
              <a:rPr lang="en-ID" sz="1600" b="1" dirty="0"/>
              <a:t>):</a:t>
            </a:r>
            <a:endParaRPr lang="en-ID" sz="16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 err="1"/>
              <a:t>Menerjemahkan</a:t>
            </a:r>
            <a:r>
              <a:rPr lang="en-ID" sz="1600" dirty="0"/>
              <a:t> </a:t>
            </a:r>
            <a:r>
              <a:rPr lang="en-ID" sz="1600" dirty="0" err="1"/>
              <a:t>semua</a:t>
            </a:r>
            <a:r>
              <a:rPr lang="en-ID" sz="1600" dirty="0"/>
              <a:t> </a:t>
            </a:r>
            <a:r>
              <a:rPr lang="en-ID" sz="1600" dirty="0" err="1"/>
              <a:t>batasan</a:t>
            </a:r>
            <a:r>
              <a:rPr lang="en-ID" sz="1600" dirty="0"/>
              <a:t> </a:t>
            </a:r>
            <a:r>
              <a:rPr lang="en-ID" sz="1600" dirty="0" err="1"/>
              <a:t>mungkin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selalu</a:t>
            </a:r>
            <a:r>
              <a:rPr lang="en-ID" sz="1600" dirty="0"/>
              <a:t>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dilakukan</a:t>
            </a:r>
            <a:r>
              <a:rPr lang="en-ID" sz="1600" dirty="0"/>
              <a:t>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 err="1"/>
              <a:t>Mungkin</a:t>
            </a:r>
            <a:r>
              <a:rPr lang="en-ID" sz="1600" dirty="0"/>
              <a:t> </a:t>
            </a:r>
            <a:r>
              <a:rPr lang="en-ID" sz="1600" dirty="0" err="1"/>
              <a:t>terdapat</a:t>
            </a:r>
            <a:r>
              <a:rPr lang="en-ID" sz="1600" dirty="0"/>
              <a:t> </a:t>
            </a:r>
            <a:r>
              <a:rPr lang="en-ID" sz="1600" dirty="0" err="1"/>
              <a:t>instansi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terjemahan</a:t>
            </a:r>
            <a:r>
              <a:rPr lang="en-ID" sz="1600" dirty="0"/>
              <a:t> yang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berkorespondensi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instansi</a:t>
            </a:r>
            <a:r>
              <a:rPr lang="en-ID" sz="1600" dirty="0"/>
              <a:t> </a:t>
            </a:r>
            <a:r>
              <a:rPr lang="en-ID" sz="1600" dirty="0" err="1"/>
              <a:t>apa</a:t>
            </a:r>
            <a:r>
              <a:rPr lang="en-ID" sz="1600" dirty="0"/>
              <a:t> pun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asli</a:t>
            </a:r>
            <a:r>
              <a:rPr lang="en-ID" sz="1600" dirty="0"/>
              <a:t> R.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/>
              <a:t>Kita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menghindari</a:t>
            </a:r>
            <a:r>
              <a:rPr lang="en-ID" sz="1600" dirty="0"/>
              <a:t> </a:t>
            </a:r>
            <a:r>
              <a:rPr lang="en-ID" sz="1600" dirty="0" err="1"/>
              <a:t>pembuatan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pengidentifikasi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menjadikan</a:t>
            </a:r>
            <a:r>
              <a:rPr lang="en-ID" sz="1600" dirty="0"/>
              <a:t> E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b="1" dirty="0" err="1"/>
              <a:t>himpunan</a:t>
            </a:r>
            <a:r>
              <a:rPr lang="en-ID" sz="1600" b="1" dirty="0"/>
              <a:t> </a:t>
            </a:r>
            <a:r>
              <a:rPr lang="en-ID" sz="1600" b="1" dirty="0" err="1"/>
              <a:t>entitas</a:t>
            </a:r>
            <a:r>
              <a:rPr lang="en-ID" sz="1600" b="1" dirty="0"/>
              <a:t> </a:t>
            </a:r>
            <a:r>
              <a:rPr lang="en-ID" sz="1600" b="1" dirty="0" err="1"/>
              <a:t>lemah</a:t>
            </a:r>
            <a:r>
              <a:rPr lang="en-ID" sz="1600" dirty="0"/>
              <a:t> (</a:t>
            </a:r>
            <a:r>
              <a:rPr lang="en-ID" sz="1600" i="1" dirty="0"/>
              <a:t>weak entity set</a:t>
            </a:r>
            <a:r>
              <a:rPr lang="en-ID" sz="1600" dirty="0"/>
              <a:t>) yang </a:t>
            </a:r>
            <a:r>
              <a:rPr lang="en-ID" sz="1600" dirty="0" err="1"/>
              <a:t>diidentifikasi</a:t>
            </a:r>
            <a:r>
              <a:rPr lang="en-ID" sz="1600" dirty="0"/>
              <a:t> oleh </a:t>
            </a:r>
            <a:r>
              <a:rPr lang="en-ID" sz="1600" dirty="0" err="1"/>
              <a:t>tiga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D" sz="2000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A330FF8-49AD-73AD-F4AC-378A844DD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071" t="3810" r="1071" b="59761"/>
          <a:stretch>
            <a:fillRect/>
          </a:stretch>
        </p:blipFill>
        <p:spPr bwMode="auto">
          <a:xfrm>
            <a:off x="1292469" y="1155114"/>
            <a:ext cx="6375400" cy="17795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723482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FC4532DC-5EE4-F92B-B4C4-7EFD2CF0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530E0B9-5F74-8F63-43C2-41C04C0AA4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166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Design Issue</a:t>
            </a:r>
            <a:endParaRPr lang="en-ID" sz="2800" b="1"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0063F7B5-A563-D301-A13E-A4E62E8B096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39715"/>
            <a:ext cx="8119201" cy="39560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2000" b="1" dirty="0" err="1"/>
              <a:t>Penggunaan</a:t>
            </a:r>
            <a:r>
              <a:rPr lang="en-ID" sz="2000" b="1" dirty="0"/>
              <a:t> </a:t>
            </a:r>
            <a:r>
              <a:rPr lang="en-ID" sz="2000" b="1" dirty="0" err="1"/>
              <a:t>himpunan</a:t>
            </a:r>
            <a:r>
              <a:rPr lang="en-ID" sz="2000" b="1" dirty="0"/>
              <a:t> </a:t>
            </a:r>
            <a:r>
              <a:rPr lang="en-ID" sz="2000" b="1" dirty="0" err="1"/>
              <a:t>entitas</a:t>
            </a:r>
            <a:r>
              <a:rPr lang="en-ID" sz="2000" b="1" dirty="0"/>
              <a:t> vs. </a:t>
            </a:r>
            <a:r>
              <a:rPr lang="en-ID" sz="2000" b="1" dirty="0" err="1"/>
              <a:t>atribut</a:t>
            </a:r>
            <a:endParaRPr lang="en-ID" sz="20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 err="1"/>
              <a:t>Pilihan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terutama</a:t>
            </a:r>
            <a:r>
              <a:rPr lang="en-ID" sz="1600" dirty="0"/>
              <a:t> </a:t>
            </a:r>
            <a:r>
              <a:rPr lang="en-ID" sz="1600" dirty="0" err="1"/>
              <a:t>bergantung</a:t>
            </a:r>
            <a:r>
              <a:rPr lang="en-ID" sz="1600" dirty="0"/>
              <a:t> pada </a:t>
            </a:r>
            <a:r>
              <a:rPr lang="en-ID" sz="1600" dirty="0" err="1"/>
              <a:t>struktur</a:t>
            </a:r>
            <a:r>
              <a:rPr lang="en-ID" sz="1600" dirty="0"/>
              <a:t> </a:t>
            </a:r>
            <a:r>
              <a:rPr lang="en-ID" sz="1600" dirty="0" err="1"/>
              <a:t>perusahaan</a:t>
            </a:r>
            <a:r>
              <a:rPr lang="en-ID" sz="1600" dirty="0"/>
              <a:t> yang </a:t>
            </a:r>
            <a:r>
              <a:rPr lang="en-ID" sz="1600" dirty="0" err="1"/>
              <a:t>sedang</a:t>
            </a:r>
            <a:r>
              <a:rPr lang="en-ID" sz="1600" dirty="0"/>
              <a:t> </a:t>
            </a:r>
            <a:r>
              <a:rPr lang="en-ID" sz="1600" dirty="0" err="1"/>
              <a:t>dimodelkan</a:t>
            </a:r>
            <a:r>
              <a:rPr lang="en-ID" sz="1600" dirty="0"/>
              <a:t>, dan pada </a:t>
            </a:r>
            <a:r>
              <a:rPr lang="en-ID" sz="1600" dirty="0" err="1"/>
              <a:t>semantik</a:t>
            </a:r>
            <a:r>
              <a:rPr lang="en-ID" sz="1600" dirty="0"/>
              <a:t> (</a:t>
            </a:r>
            <a:r>
              <a:rPr lang="en-ID" sz="1600" dirty="0" err="1"/>
              <a:t>makna</a:t>
            </a:r>
            <a:r>
              <a:rPr lang="en-ID" sz="1600" dirty="0"/>
              <a:t>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.</a:t>
            </a:r>
            <a:endParaRPr lang="en-ID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000" b="1" dirty="0" err="1"/>
              <a:t>Penggunaan</a:t>
            </a:r>
            <a:r>
              <a:rPr lang="en-ID" sz="2000" b="1" dirty="0"/>
              <a:t> </a:t>
            </a:r>
            <a:r>
              <a:rPr lang="en-ID" sz="2000" b="1" dirty="0" err="1"/>
              <a:t>himpunan</a:t>
            </a:r>
            <a:r>
              <a:rPr lang="en-ID" sz="2000" b="1" dirty="0"/>
              <a:t> </a:t>
            </a:r>
            <a:r>
              <a:rPr lang="en-ID" sz="2000" b="1" dirty="0" err="1"/>
              <a:t>entitas</a:t>
            </a:r>
            <a:r>
              <a:rPr lang="en-ID" sz="2000" b="1" dirty="0"/>
              <a:t> vs. </a:t>
            </a:r>
            <a:r>
              <a:rPr lang="en-ID" sz="2000" b="1" dirty="0" err="1"/>
              <a:t>himpunan</a:t>
            </a:r>
            <a:r>
              <a:rPr lang="en-ID" sz="2000" b="1" dirty="0"/>
              <a:t> </a:t>
            </a:r>
            <a:r>
              <a:rPr lang="en-ID" sz="2000" b="1" dirty="0" err="1"/>
              <a:t>relasi</a:t>
            </a:r>
            <a:endParaRPr lang="en-ID" sz="20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 err="1"/>
              <a:t>Pedoman</a:t>
            </a:r>
            <a:r>
              <a:rPr lang="en-ID" sz="1600" dirty="0"/>
              <a:t> yang </a:t>
            </a:r>
            <a:r>
              <a:rPr lang="en-ID" sz="1600" dirty="0" err="1"/>
              <a:t>mungkin</a:t>
            </a:r>
            <a:r>
              <a:rPr lang="en-ID" sz="1600" dirty="0"/>
              <a:t>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menetapkan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menggambarkan</a:t>
            </a:r>
            <a:r>
              <a:rPr lang="en-ID" sz="1600" dirty="0"/>
              <a:t> </a:t>
            </a:r>
            <a:r>
              <a:rPr lang="en-ID" sz="1600" dirty="0" err="1"/>
              <a:t>suatu</a:t>
            </a:r>
            <a:r>
              <a:rPr lang="en-ID" sz="1600" dirty="0"/>
              <a:t> </a:t>
            </a:r>
            <a:r>
              <a:rPr lang="en-ID" sz="1600" dirty="0" err="1"/>
              <a:t>tindakan</a:t>
            </a:r>
            <a:r>
              <a:rPr lang="en-ID" sz="1600" dirty="0"/>
              <a:t> yang </a:t>
            </a:r>
            <a:r>
              <a:rPr lang="en-ID" sz="1600" dirty="0" err="1"/>
              <a:t>terjadi</a:t>
            </a:r>
            <a:r>
              <a:rPr lang="en-ID" sz="1600" dirty="0"/>
              <a:t> di </a:t>
            </a:r>
            <a:r>
              <a:rPr lang="en-ID" sz="1600" dirty="0" err="1"/>
              <a:t>antara</a:t>
            </a:r>
            <a:r>
              <a:rPr lang="en-ID" sz="1600" dirty="0"/>
              <a:t> </a:t>
            </a:r>
            <a:r>
              <a:rPr lang="en-ID" sz="1600" dirty="0" err="1"/>
              <a:t>entitas-entitas</a:t>
            </a:r>
            <a:r>
              <a:rPr lang="en-ID" sz="1600" dirty="0"/>
              <a:t>.</a:t>
            </a:r>
            <a:endParaRPr lang="en-ID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000" b="1" dirty="0" err="1"/>
              <a:t>Himpunan</a:t>
            </a:r>
            <a:r>
              <a:rPr lang="en-ID" sz="2000" b="1" dirty="0"/>
              <a:t> </a:t>
            </a:r>
            <a:r>
              <a:rPr lang="en-ID" sz="2000" b="1" dirty="0" err="1"/>
              <a:t>relasi</a:t>
            </a:r>
            <a:r>
              <a:rPr lang="en-ID" sz="2000" b="1" dirty="0"/>
              <a:t> biner versus n-</a:t>
            </a:r>
            <a:r>
              <a:rPr lang="en-ID" sz="2000" b="1" dirty="0" err="1"/>
              <a:t>ary</a:t>
            </a:r>
            <a:endParaRPr lang="en-ID" sz="20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 err="1"/>
              <a:t>Meskipun</a:t>
            </a:r>
            <a:r>
              <a:rPr lang="en-ID" sz="1600" dirty="0"/>
              <a:t> </a:t>
            </a:r>
            <a:r>
              <a:rPr lang="en-ID" sz="1600" dirty="0" err="1"/>
              <a:t>memungkinkan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mengganti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non-biner </a:t>
            </a:r>
            <a:r>
              <a:rPr lang="en-US" sz="1600" dirty="0"/>
              <a:t>(</a:t>
            </a:r>
            <a:r>
              <a:rPr lang="en-US" sz="1600" i="1" dirty="0"/>
              <a:t>n</a:t>
            </a:r>
            <a:r>
              <a:rPr lang="en-US" sz="1600" dirty="0"/>
              <a:t>-</a:t>
            </a:r>
            <a:r>
              <a:rPr lang="en-US" sz="1600" dirty="0" err="1"/>
              <a:t>ary</a:t>
            </a:r>
            <a:r>
              <a:rPr lang="en-US" sz="1600" dirty="0"/>
              <a:t>, for </a:t>
            </a:r>
            <a:r>
              <a:rPr lang="en-US" sz="1600" i="1" dirty="0"/>
              <a:t>n</a:t>
            </a:r>
            <a:r>
              <a:rPr lang="en-US" sz="1600" dirty="0"/>
              <a:t> &gt; 2)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sejumlah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biner yang </a:t>
            </a:r>
            <a:r>
              <a:rPr lang="en-ID" sz="1600" dirty="0" err="1"/>
              <a:t>berbeda</a:t>
            </a:r>
            <a:r>
              <a:rPr lang="en-ID" sz="1600" dirty="0"/>
              <a:t>,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US" sz="1600" i="1" dirty="0"/>
              <a:t>n</a:t>
            </a:r>
            <a:r>
              <a:rPr lang="en-US" sz="1600" dirty="0"/>
              <a:t>-</a:t>
            </a:r>
            <a:r>
              <a:rPr lang="en-US" sz="1600" dirty="0" err="1"/>
              <a:t>ary</a:t>
            </a:r>
            <a:r>
              <a:rPr lang="en-ID" sz="1600" dirty="0"/>
              <a:t> </a:t>
            </a:r>
            <a:r>
              <a:rPr lang="en-ID" sz="1600" dirty="0" err="1"/>
              <a:t>menunjukkan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jelas</a:t>
            </a:r>
            <a:r>
              <a:rPr lang="en-ID" sz="1600" dirty="0"/>
              <a:t> </a:t>
            </a:r>
            <a:r>
              <a:rPr lang="en-ID" sz="1600" dirty="0" err="1"/>
              <a:t>bahwa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entitas</a:t>
            </a:r>
            <a:r>
              <a:rPr lang="en-ID" sz="1600" dirty="0"/>
              <a:t> </a:t>
            </a:r>
            <a:r>
              <a:rPr lang="en-ID" sz="1600" dirty="0" err="1"/>
              <a:t>berpartisipasi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tunggal</a:t>
            </a:r>
            <a:r>
              <a:rPr lang="en-ID" sz="1600" dirty="0"/>
              <a:t>.</a:t>
            </a:r>
            <a:endParaRPr lang="en-ID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000" b="1" dirty="0" err="1"/>
              <a:t>Penempatan</a:t>
            </a:r>
            <a:r>
              <a:rPr lang="en-ID" sz="2000" b="1" dirty="0"/>
              <a:t> </a:t>
            </a:r>
            <a:r>
              <a:rPr lang="en-ID" sz="2000" b="1" dirty="0" err="1"/>
              <a:t>atribut</a:t>
            </a:r>
            <a:r>
              <a:rPr lang="en-ID" sz="2000" b="1" dirty="0"/>
              <a:t> </a:t>
            </a:r>
            <a:r>
              <a:rPr lang="en-ID" sz="2000" b="1" dirty="0" err="1"/>
              <a:t>relasi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2742912767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2677</TotalTime>
  <Words>3383</Words>
  <Application>Microsoft Macintosh PowerPoint</Application>
  <PresentationFormat>On-screen Show (16:9)</PresentationFormat>
  <Paragraphs>451</Paragraphs>
  <Slides>60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9" baseType="lpstr">
      <vt:lpstr>Wingdings</vt:lpstr>
      <vt:lpstr>Arial</vt:lpstr>
      <vt:lpstr>Raleway Black</vt:lpstr>
      <vt:lpstr>Symbol</vt:lpstr>
      <vt:lpstr>Hanken Grotesk</vt:lpstr>
      <vt:lpstr>Helvetica</vt:lpstr>
      <vt:lpstr>Tahoma</vt:lpstr>
      <vt:lpstr>Monotype Sorts</vt:lpstr>
      <vt:lpstr>Technology Market Research Pitch Deck by Slidesgo</vt:lpstr>
      <vt:lpstr>Entity Relationship  Modelling</vt:lpstr>
      <vt:lpstr>Capaian pembelajaran</vt:lpstr>
      <vt:lpstr>Kumpulan Entitas (Entity Sets)</vt:lpstr>
      <vt:lpstr>Apa saja yang bisa menjadi “Entitas”?</vt:lpstr>
      <vt:lpstr>Himpunan entitas (set entity) “Customer”</vt:lpstr>
      <vt:lpstr>Himpunan entitas (set entity) “Loan”</vt:lpstr>
      <vt:lpstr>Attributes (Atribut)</vt:lpstr>
      <vt:lpstr>Atribut Komposit</vt:lpstr>
      <vt:lpstr>Contoh atribut komposit</vt:lpstr>
      <vt:lpstr>Contoh Atribut Komposit</vt:lpstr>
      <vt:lpstr>Atribut bernilai banyak</vt:lpstr>
      <vt:lpstr>Contoh multivalue atribute</vt:lpstr>
      <vt:lpstr>Atribut Turunan (Derived Attribute) </vt:lpstr>
      <vt:lpstr>Contoh derived atribute</vt:lpstr>
      <vt:lpstr>Relationship Sets</vt:lpstr>
      <vt:lpstr>Contoh Relationship Set : “Borrower”</vt:lpstr>
      <vt:lpstr>Relationship Sets (Continue)</vt:lpstr>
      <vt:lpstr>Derajat Himpunan Relasi  (Degree of a Relationship Set)</vt:lpstr>
      <vt:lpstr>Derajat Himpunan Relasi  (Continue)</vt:lpstr>
      <vt:lpstr>Relasi Binary</vt:lpstr>
      <vt:lpstr>Relasi Binary – One-to-One</vt:lpstr>
      <vt:lpstr>Relasi Binary – One-to-One</vt:lpstr>
      <vt:lpstr>Transformasi Relasi Binary – One-to-One</vt:lpstr>
      <vt:lpstr>Relasi Binary – One-to-Many</vt:lpstr>
      <vt:lpstr>Relasi Binary – One-to-Many</vt:lpstr>
      <vt:lpstr>Transformasi Relasi Binary – One-to-One</vt:lpstr>
      <vt:lpstr>Relasi Binary – Many-to-Many</vt:lpstr>
      <vt:lpstr>Relasi Binary – Many-to-Many</vt:lpstr>
      <vt:lpstr>Transformasi Relasi Binary – Many-to-Many</vt:lpstr>
      <vt:lpstr>Relasi Unary – One-to-One</vt:lpstr>
      <vt:lpstr>Relasi Unary – One-to-One</vt:lpstr>
      <vt:lpstr>Relasi Ternary</vt:lpstr>
      <vt:lpstr>Relasi Ternary </vt:lpstr>
      <vt:lpstr>Transformasi Ternary</vt:lpstr>
      <vt:lpstr>Mapping Cardinalities</vt:lpstr>
      <vt:lpstr>Mapping Cardinalities</vt:lpstr>
      <vt:lpstr>Mapping Cardinalities</vt:lpstr>
      <vt:lpstr>Mapping Cardinalities effects ER Design</vt:lpstr>
      <vt:lpstr>Degree of Relantionship Set vs Mapping Cardinalities</vt:lpstr>
      <vt:lpstr>ER Diagram</vt:lpstr>
      <vt:lpstr>ER Diagram with Composite, Multivalued, and Derived Attributes</vt:lpstr>
      <vt:lpstr>Roles</vt:lpstr>
      <vt:lpstr>Cardinality Constraints</vt:lpstr>
      <vt:lpstr>Cardinality Constraints (Cont.)</vt:lpstr>
      <vt:lpstr>Participation of an Entity Set in a Relationship Set</vt:lpstr>
      <vt:lpstr>Alternative Notation for Cardinality Limits</vt:lpstr>
      <vt:lpstr>Keys</vt:lpstr>
      <vt:lpstr>Keys for Relationship Set</vt:lpstr>
      <vt:lpstr>Tugas No 1 (Binary – One-to-Many)</vt:lpstr>
      <vt:lpstr>Tugas No 2  (Binary – Many-to-many)</vt:lpstr>
      <vt:lpstr>Tugas No 3 (Unary – one-to-many)</vt:lpstr>
      <vt:lpstr>Tugas No 4 (Agregasi)</vt:lpstr>
      <vt:lpstr>Tugas No 5 (buat ERD dari Tabel berikut)</vt:lpstr>
      <vt:lpstr>Tugas No 6 (buat ERD dari Tabel berikut)</vt:lpstr>
      <vt:lpstr>Arigatou Gozaimasu</vt:lpstr>
      <vt:lpstr>Cardinality Constraints on Ternary Relationship</vt:lpstr>
      <vt:lpstr>Binary Vs. Non-Binary Relationships</vt:lpstr>
      <vt:lpstr>Converting Non-Binary Relationships to Binary Form</vt:lpstr>
      <vt:lpstr>Converting Non-Binary Relationships to Binary Form</vt:lpstr>
      <vt:lpstr>Design Issue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ARIEF ICHWANI</dc:creator>
  <cp:lastModifiedBy>?Hartanto Tantriawan</cp:lastModifiedBy>
  <cp:revision>182</cp:revision>
  <dcterms:modified xsi:type="dcterms:W3CDTF">2026-02-25T02:07:48Z</dcterms:modified>
</cp:coreProperties>
</file>